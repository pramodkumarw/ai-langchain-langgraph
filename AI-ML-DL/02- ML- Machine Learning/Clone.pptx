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323" r:id="rId2"/>
    <p:sldId id="256" r:id="rId3"/>
    <p:sldId id="443" r:id="rId4"/>
    <p:sldId id="440" r:id="rId5"/>
    <p:sldId id="44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" id="{F7019FAC-E7A5-43E9-B9F1-CAF1DA55EE0C}">
          <p14:sldIdLst>
            <p14:sldId id="323"/>
            <p14:sldId id="256"/>
          </p14:sldIdLst>
        </p14:section>
        <p14:section name="Basics" id="{FEB3B35D-C60A-4223-8E10-10DFC2E07C67}">
          <p14:sldIdLst>
            <p14:sldId id="443"/>
            <p14:sldId id="440"/>
            <p14:sldId id="442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D05E"/>
    <a:srgbClr val="CC3300"/>
    <a:srgbClr val="00CC99"/>
    <a:srgbClr val="15C2FF"/>
    <a:srgbClr val="FF0066"/>
    <a:srgbClr val="D7C055"/>
    <a:srgbClr val="F2DB5B"/>
    <a:srgbClr val="00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9639D9-3454-46DB-98F0-5734C90B24A8}" v="162" dt="2024-02-29T03:48:59.932"/>
    <p1510:client id="{51280DD5-E729-4BD7-8A9F-98443B307215}" v="2" dt="2024-02-29T02:44:09.918"/>
    <p1510:client id="{F06999DA-40BE-4997-8D18-97380D22DED5}" v="101" dt="2024-02-29T15:35:34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3" autoAdjust="0"/>
    <p:restoredTop sz="86073" autoAdjust="0"/>
  </p:normalViewPr>
  <p:slideViewPr>
    <p:cSldViewPr snapToGrid="0">
      <p:cViewPr>
        <p:scale>
          <a:sx n="69" d="100"/>
          <a:sy n="69" d="100"/>
        </p:scale>
        <p:origin x="-696" y="-2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28" Type="http://schemas.microsoft.com/office/2015/10/relationships/revisionInfo" Target="revisionInfo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8C147-18C2-4D33-BF56-E30CA9229223}" type="datetimeFigureOut">
              <a:rPr lang="en-IN" smtClean="0"/>
              <a:t>08-09-2025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E4B8-F9DF-4F9A-BB59-93920507C3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8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Content: https://www.linkedin.com/pulse/chunking-strategies-ai-data-kash-kashyap-0lghe/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E4B8-F9DF-4F9A-BB59-93920507C31C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212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AFE4333-EDCB-768D-D694-4FA374C88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FB8F6BA-A771-5199-B454-4137B42B8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8C62A8-5E14-FA7C-D2D9-A91C5617A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C7221-54BD-4A63-8AE7-749436A8A0E0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A5CADB1-111D-22D3-EDB1-E043DC32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733105E-4498-96A3-0C5F-A5E57928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095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AE6418-E00D-D82B-5A6A-A2532DB4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3E6B97-B778-7455-F70C-FD8D34E3F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537FB2-C318-A7C1-BABA-0AC6FA5B3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6570-B1EA-4487-BE32-F708B8E167B2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4FC2A1-527D-0AA9-D04D-3D2766CE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1000CB2-5293-8DFA-B3B2-A0B592B4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39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C1FA87-C082-E0DD-3D37-67F1640E6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B5F515E-EB4A-D143-3D90-D5CB68882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8B15D29-75FB-CFE9-A973-A208274B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442CB-DE38-41A3-9AEC-FC7F477AE398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9168659-4604-1E12-A046-E65E9BFA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6A55C1A-5CB6-A517-F4CC-78B642B3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47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354BD7-8381-6AF7-2A34-97F11643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5D5CF0-745C-8F39-DDFC-095163A6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6F0486A-0B81-6F67-77F7-3933C2505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29CEC8B-FF84-E5F1-CD4B-B7DEE25F0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9B145-4D2C-4B0D-B0F3-3793104D85F9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83D1157-B890-E7C2-8551-9CFA55DF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6834098-4893-052D-13DF-57AA3726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4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95ED4B-5B6D-B5E5-67B7-D97BFC6B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8083AD3-D8DD-C9C8-4A8D-6E90DEEDC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610F8FC-1E86-8328-5873-1F1FD4540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171E56A-9B29-8C99-0F9B-DFA73577B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1551D20-42E2-AA82-6A29-ED75844F6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2806B38-A61F-CFF2-455E-2A0DB1CBD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BCE3-C8C5-4329-ADE4-5F8D67D78882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A1ADB39-BBED-F460-3284-9B01BBA7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AE78CB4-F5B2-2F08-FCB4-B7EFC7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097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7DB33-3161-3CA7-5DA9-9AEFA7BE3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B459199-60FE-8A27-4D17-58FA57F03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5BDD6-391D-4D68-9A24-8E7CE46A4DC4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B5772E0-839B-C3B1-7E64-0C867735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F5A1759-598D-988C-8124-2E5044B17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273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271F3F0-F2B3-F675-7BAB-1AD2134A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E1E7A-3F60-43E8-97A9-E03FDFF3291A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A44FB0A-DFB7-0737-F37C-440DCA48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E497C01-947E-5E24-DB3F-90342EF0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625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F41832-2691-E74A-0F3A-2DE9A6E4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4BD6CD-D7DC-A4E9-FD78-EA239F4F5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4C0C722-544A-95F1-1DAD-FAD83B663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15BCDEF-8A4D-1FA5-888F-D5A3A2C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F2EE0-C06F-41F5-AFE0-7056E3A01EDC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1C4BD8F-AAAC-F32F-ABC2-37A3D3BC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DA79EF9-CB21-BEC5-2A25-591C945D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BACBD3-5050-C329-F415-371491884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4B2BE8C-8AFF-7B97-17DD-E10D476C8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6B1A6C9-352E-F0FC-857A-200063A7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96AEC32-A02D-AF36-A64E-290A392B4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105E1-88D0-4311-A599-0C8A6973053A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B0ECF5-F111-F43D-1DD0-2623EE225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3ED8375-499D-DCA7-5D7B-91DD95B7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1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E933A4-C03D-26A7-C451-392D04E6A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339E290-0E60-50DC-3A6D-AFC921C4E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DDBB31-5065-A920-BCE3-A6379F31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A562-091E-45D6-BEDF-3C68FB2023F1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50F398-CC52-3E67-DDF6-C862313CC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272AE45-AD9E-08FA-1F71-75DFC9E0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351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AF91D67-8C5B-5055-B5D2-6BAAE7E950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4D31080-7646-1B9C-C36F-D2F6BB874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DA404C4-6EA5-D815-E9B2-7CDBB94E9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14D94-52B8-43E9-A8F3-BD9E24437DA3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EFDD0D-44E3-A86F-6F17-A722DA9F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3E417A5-F8F0-AA31-71DF-34D65849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9A89A0B-DE9F-F1C6-643E-DCA32D53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953DDAA-3094-DBCE-F38B-123FB91FD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AF0BF9E-5E8A-1649-84DC-281A5BAAC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C827E-01D8-46AF-B9E0-11E08B19BA59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DEDD1E-16D6-9C67-B90A-3F23927ED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Navigating the Future of Learning​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FC0268-EDD9-BFDA-9A07-5241871BF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362F8-88F8-1F49-86F0-D11B2D99FE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36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5D93965-B794-0D3F-19B2-6E5CEF590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929A6F4B-4B22-0928-2DBA-1E63C9DE5B4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45C555-155A-8408-E6E3-22A172F35158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462335E-6BA0-9E39-D941-3E40EF2A0890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3352634E-F25A-906D-E090-61E107EA9685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78D711A-98A9-0CA9-87DC-706B4F2660D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863E5A6-EF6F-E241-ED54-B76BF010896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:a16="http://schemas.microsoft.com/office/drawing/2014/main" xmlns="" id="{E4949A97-DC03-56A5-2E5A-3DD3913AA0EF}"/>
              </a:ext>
            </a:extLst>
          </p:cNvPr>
          <p:cNvSpPr txBox="1">
            <a:spLocks noGrp="1"/>
          </p:cNvSpPr>
          <p:nvPr/>
        </p:nvSpPr>
        <p:spPr>
          <a:xfrm>
            <a:off x="2187369" y="750604"/>
            <a:ext cx="9145650" cy="81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b="1" dirty="0" smtClean="0">
              <a:solidFill>
                <a:schemeClr val="tx1"/>
              </a:solidFill>
            </a:endParaRPr>
          </a:p>
        </p:txBody>
      </p:sp>
      <p:pic>
        <p:nvPicPr>
          <p:cNvPr id="4" name="Picture 3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B769A9BB-68EA-F9F6-0ECB-37D6968A9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D627D9A-CDBE-20A9-3FA1-63D5E507D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sp>
        <p:nvSpPr>
          <p:cNvPr id="2" name="Rectangle 1"/>
          <p:cNvSpPr/>
          <p:nvPr/>
        </p:nvSpPr>
        <p:spPr>
          <a:xfrm>
            <a:off x="10837988" y="5136633"/>
            <a:ext cx="12394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Bahnschrift" pitchFamily="34" charset="0"/>
              </a:rPr>
              <a:t>June 2024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7369" y="1923789"/>
            <a:ext cx="3023083" cy="1910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187369" y="230470"/>
            <a:ext cx="568617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400" dirty="0">
                <a:latin typeface="Segoe UI Black" pitchFamily="34" charset="0"/>
                <a:ea typeface="Segoe UI Black" pitchFamily="34" charset="0"/>
              </a:rPr>
              <a:t>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4161876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26D0CFA-48B8-3E4B-1A49-D1519B523717}"/>
              </a:ext>
            </a:extLst>
          </p:cNvPr>
          <p:cNvSpPr/>
          <p:nvPr/>
        </p:nvSpPr>
        <p:spPr>
          <a:xfrm>
            <a:off x="0" y="1"/>
            <a:ext cx="1948169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4FF0842-65B7-CA57-2F5A-D61967EF9A86}"/>
              </a:ext>
            </a:extLst>
          </p:cNvPr>
          <p:cNvSpPr txBox="1"/>
          <p:nvPr/>
        </p:nvSpPr>
        <p:spPr>
          <a:xfrm>
            <a:off x="601006" y="42718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086E1CFB-A153-D93E-36A4-626934EA70A2}"/>
              </a:ext>
            </a:extLst>
          </p:cNvPr>
          <p:cNvSpPr/>
          <p:nvPr/>
        </p:nvSpPr>
        <p:spPr>
          <a:xfrm>
            <a:off x="0" y="5572125"/>
            <a:ext cx="12187542" cy="1285876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FD0E1369-B664-5A34-37EB-F2E23636CCE2}"/>
              </a:ext>
            </a:extLst>
          </p:cNvPr>
          <p:cNvSpPr/>
          <p:nvPr/>
        </p:nvSpPr>
        <p:spPr>
          <a:xfrm>
            <a:off x="-260" y="5572124"/>
            <a:ext cx="12193758" cy="58340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1416A07B-D1C1-CCF8-D7C5-0E48127EB26A}"/>
              </a:ext>
            </a:extLst>
          </p:cNvPr>
          <p:cNvSpPr/>
          <p:nvPr/>
        </p:nvSpPr>
        <p:spPr>
          <a:xfrm>
            <a:off x="1291568" y="-1"/>
            <a:ext cx="656603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5C46304-707F-3EF8-C7C9-2F0B0A921B41}"/>
              </a:ext>
            </a:extLst>
          </p:cNvPr>
          <p:cNvSpPr txBox="1"/>
          <p:nvPr/>
        </p:nvSpPr>
        <p:spPr>
          <a:xfrm>
            <a:off x="1396344" y="5505306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 dirty="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15" name="Google Shape;143;p1">
            <a:extLst>
              <a:ext uri="{FF2B5EF4-FFF2-40B4-BE49-F238E27FC236}">
                <a16:creationId xmlns:a16="http://schemas.microsoft.com/office/drawing/2014/main" xmlns="" id="{C9764481-C48B-F71F-0C2D-6C544B78BD03}"/>
              </a:ext>
            </a:extLst>
          </p:cNvPr>
          <p:cNvSpPr txBox="1">
            <a:spLocks noGrp="1"/>
          </p:cNvSpPr>
          <p:nvPr/>
        </p:nvSpPr>
        <p:spPr>
          <a:xfrm>
            <a:off x="2248103" y="243068"/>
            <a:ext cx="8954539" cy="756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43F49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343F4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4600" b="1" dirty="0" smtClean="0">
                <a:solidFill>
                  <a:schemeClr val="tx1"/>
                </a:solidFill>
                <a:latin typeface="Bahnschrift" pitchFamily="34" charset="0"/>
              </a:rPr>
              <a:t>Index</a:t>
            </a:r>
            <a:r>
              <a:rPr lang="en-US" sz="4600" b="1" dirty="0">
                <a:solidFill>
                  <a:schemeClr val="tx1"/>
                </a:solidFill>
                <a:latin typeface="Bahnschrift" pitchFamily="34" charset="0"/>
              </a:rPr>
              <a:t> </a:t>
            </a:r>
            <a:endParaRPr sz="4600" b="1" dirty="0">
              <a:solidFill>
                <a:schemeClr val="tx1"/>
              </a:solidFill>
              <a:latin typeface="Bahnschrift" pitchFamily="34" charset="0"/>
            </a:endParaRPr>
          </a:p>
        </p:txBody>
      </p:sp>
      <p:sp>
        <p:nvSpPr>
          <p:cNvPr id="16" name="Google Shape;144;p1">
            <a:extLst>
              <a:ext uri="{FF2B5EF4-FFF2-40B4-BE49-F238E27FC236}">
                <a16:creationId xmlns:a16="http://schemas.microsoft.com/office/drawing/2014/main" xmlns="" id="{BBED11E4-2954-95E1-DDA9-5E0CD86221C7}"/>
              </a:ext>
            </a:extLst>
          </p:cNvPr>
          <p:cNvSpPr txBox="1">
            <a:spLocks noGrp="1"/>
          </p:cNvSpPr>
          <p:nvPr/>
        </p:nvSpPr>
        <p:spPr>
          <a:xfrm>
            <a:off x="2427516" y="2380180"/>
            <a:ext cx="3666256" cy="292470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2979C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9297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Bahnschrift Light" pitchFamily="34" charset="0"/>
              </a:rPr>
              <a:t>Basics </a:t>
            </a:r>
            <a:r>
              <a:rPr lang="en-US" sz="1600" dirty="0" smtClean="0">
                <a:latin typeface="Bahnschrift Light" pitchFamily="34" charset="0"/>
              </a:rPr>
              <a:t>?</a:t>
            </a:r>
            <a:endParaRPr lang="en-US" sz="1600" dirty="0">
              <a:latin typeface="Bahnschrift Light" pitchFamily="34" charset="0"/>
            </a:endParaRPr>
          </a:p>
          <a:p>
            <a:pPr lvl="1" indent="-457200" algn="l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600" dirty="0">
                <a:solidFill>
                  <a:schemeClr val="dk1"/>
                </a:solidFill>
                <a:latin typeface="Bahnschrift Light" pitchFamily="34" charset="0"/>
              </a:rPr>
              <a:t>typeDictionary</a:t>
            </a:r>
          </a:p>
          <a:p>
            <a:pPr lvl="1" indent="-457200" algn="l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600" dirty="0" smtClean="0">
                <a:solidFill>
                  <a:schemeClr val="dk1"/>
                </a:solidFill>
                <a:latin typeface="Bahnschrift Light" pitchFamily="34" charset="0"/>
              </a:rPr>
              <a:t>Pydantic</a:t>
            </a:r>
            <a:endParaRPr lang="en-US" sz="1600" dirty="0">
              <a:latin typeface="Bahnschrift Light" pitchFamily="34" charset="0"/>
            </a:endParaRP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Bahnschrift Light" pitchFamily="34" charset="0"/>
              </a:rPr>
              <a:t>JsonOutputParser</a:t>
            </a:r>
            <a:endParaRPr lang="en-US" sz="1600" dirty="0">
              <a:latin typeface="Bahnschrift Light" pitchFamily="34" charset="0"/>
            </a:endParaRP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Bahnschrift Light" pitchFamily="34" charset="0"/>
              </a:rPr>
              <a:t>StructuredoutputParser</a:t>
            </a:r>
            <a:endParaRPr lang="en-US" sz="1600" dirty="0">
              <a:latin typeface="Bahnschrift Light" pitchFamily="34" charset="0"/>
            </a:endParaRP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Bahnschrift Light" pitchFamily="34" charset="0"/>
              </a:rPr>
              <a:t>Pydanticoutparser</a:t>
            </a:r>
            <a:endParaRPr lang="en-US" sz="1600" dirty="0">
              <a:latin typeface="Bahnschrift Light" pitchFamily="34" charset="0"/>
            </a:endParaRPr>
          </a:p>
          <a:p>
            <a:pPr indent="-457200">
              <a:buFont typeface="Arial" panose="020B0604020202020204" pitchFamily="34" charset="0"/>
              <a:buChar char="•"/>
            </a:pPr>
            <a:endParaRPr lang="en-US" sz="1600" dirty="0">
              <a:latin typeface="Bahnschrift Light" pitchFamily="34" charset="0"/>
            </a:endParaRPr>
          </a:p>
        </p:txBody>
      </p:sp>
      <p:pic>
        <p:nvPicPr>
          <p:cNvPr id="4" name="Picture 3" descr="A logo with lines in a black background&#10;&#10;Description automatically generated">
            <a:extLst>
              <a:ext uri="{FF2B5EF4-FFF2-40B4-BE49-F238E27FC236}">
                <a16:creationId xmlns:a16="http://schemas.microsoft.com/office/drawing/2014/main" xmlns="" id="{D2D9B059-AD2D-F678-3DA7-C8E036931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642" y="-205416"/>
            <a:ext cx="1217233" cy="12053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E035956-D152-CBA4-26F1-D6ED7ADD0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Navigating the Future of Learning​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2147454" y="1038851"/>
            <a:ext cx="993370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362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463500" y="196605"/>
            <a:ext cx="1662635" cy="400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  <a:prstDash val="lgDash"/>
          </a:ln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Bahnschrift" pitchFamily="34" charset="0"/>
              </a:rPr>
              <a:t>Test Heading</a:t>
            </a:r>
            <a:endParaRPr lang="en-IN" sz="2000" b="1" dirty="0">
              <a:latin typeface="Bahnschrif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138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382572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A00AC01-0D1B-4670-B29D-784BF9417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42AC56F-B988-068F-5073-41D324EA661F}"/>
              </a:ext>
            </a:extLst>
          </p:cNvPr>
          <p:cNvSpPr/>
          <p:nvPr/>
        </p:nvSpPr>
        <p:spPr>
          <a:xfrm>
            <a:off x="0" y="0"/>
            <a:ext cx="1126638" cy="6858000"/>
          </a:xfrm>
          <a:prstGeom prst="rect">
            <a:avLst/>
          </a:prstGeom>
          <a:solidFill>
            <a:srgbClr val="D7C0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C7ED88D-99A7-E7D0-D563-319B47D0A7A8}"/>
              </a:ext>
            </a:extLst>
          </p:cNvPr>
          <p:cNvSpPr/>
          <p:nvPr/>
        </p:nvSpPr>
        <p:spPr>
          <a:xfrm>
            <a:off x="565288" y="-1"/>
            <a:ext cx="549447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6D9703F-8E7B-39E7-D187-C45F9BE29396}"/>
              </a:ext>
            </a:extLst>
          </p:cNvPr>
          <p:cNvSpPr txBox="1"/>
          <p:nvPr/>
        </p:nvSpPr>
        <p:spPr>
          <a:xfrm>
            <a:off x="601006" y="42717"/>
            <a:ext cx="442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4000">
                <a:solidFill>
                  <a:srgbClr val="D7C055"/>
                </a:solidFill>
              </a:rPr>
              <a:t>π</a:t>
            </a:r>
            <a:endParaRPr lang="en-US" sz="4000" dirty="0">
              <a:solidFill>
                <a:srgbClr val="D7C055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F61D508-5ADB-85A0-C55A-A34AD3B36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/>
              <a:t>Navigating the Future of Learning </a:t>
            </a:r>
          </a:p>
        </p:txBody>
      </p:sp>
    </p:spTree>
    <p:extLst>
      <p:ext uri="{BB962C8B-B14F-4D97-AF65-F5344CB8AC3E}">
        <p14:creationId xmlns:p14="http://schemas.microsoft.com/office/powerpoint/2010/main" val="162421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20903</TotalTime>
  <Words>69</Words>
  <Application>Microsoft Office PowerPoint</Application>
  <PresentationFormat>Custom</PresentationFormat>
  <Paragraphs>28</Paragraphs>
  <Slides>5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Narula</dc:creator>
  <cp:lastModifiedBy>User</cp:lastModifiedBy>
  <cp:revision>970</cp:revision>
  <dcterms:created xsi:type="dcterms:W3CDTF">2024-01-26T15:11:46Z</dcterms:created>
  <dcterms:modified xsi:type="dcterms:W3CDTF">2025-09-08T06:39:03Z</dcterms:modified>
</cp:coreProperties>
</file>