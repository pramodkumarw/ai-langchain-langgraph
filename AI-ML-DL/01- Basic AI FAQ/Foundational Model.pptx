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93" r:id="rId3"/>
    <p:sldId id="280" r:id="rId4"/>
    <p:sldId id="290" r:id="rId5"/>
    <p:sldId id="294" r:id="rId6"/>
    <p:sldId id="295" r:id="rId7"/>
    <p:sldId id="29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endix" id="{53F305DE-E919-46C9-8C7C-4B59AF1E2526}">
          <p14:sldIdLst>
            <p14:sldId id="256"/>
            <p14:sldId id="293"/>
          </p14:sldIdLst>
        </p14:section>
        <p14:section name="Foundational model" id="{8AB6331A-B34F-411A-9078-7C209AEA27FD}">
          <p14:sldIdLst>
            <p14:sldId id="280"/>
            <p14:sldId id="290"/>
            <p14:sldId id="294"/>
            <p14:sldId id="295"/>
            <p14:sldId id="296"/>
          </p14:sldIdLst>
        </p14:section>
      </p14:sectionLst>
    </p:ex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C055"/>
    <a:srgbClr val="FF0066"/>
    <a:srgbClr val="00CC99"/>
    <a:srgbClr val="CC3300"/>
    <a:srgbClr val="15C2FF"/>
    <a:srgbClr val="00D05E"/>
    <a:srgbClr val="F2DB5B"/>
    <a:srgbClr val="000000"/>
    <a:srgbClr val="6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639D9-3454-46DB-98F0-5734C90B24A8}" v="162" dt="2024-02-29T03:48:59.932"/>
    <p1510:client id="{51280DD5-E729-4BD7-8A9F-98443B307215}" v="2" dt="2024-02-29T02:44:09.918"/>
    <p1510:client id="{F06999DA-40BE-4997-8D18-97380D22DED5}" v="101" dt="2024-02-29T15:35:34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17" autoAdjust="0"/>
    <p:restoredTop sz="86073" autoAdjust="0"/>
  </p:normalViewPr>
  <p:slideViewPr>
    <p:cSldViewPr snapToGrid="0">
      <p:cViewPr>
        <p:scale>
          <a:sx n="70" d="100"/>
          <a:sy n="70" d="100"/>
        </p:scale>
        <p:origin x="-660" y="-18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28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8C147-18C2-4D33-BF56-E30CA9229223}" type="datetimeFigureOut">
              <a:rPr lang="en-IN" smtClean="0"/>
              <a:t>13-09-2025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3E4B8-F9DF-4F9A-BB59-93920507C3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7987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AFE4333-EDCB-768D-D694-4FA374C88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FB8F6BA-A771-5199-B454-4137B42B82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B8C62A8-5E14-FA7C-D2D9-A91C5617A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C7221-54BD-4A63-8AE7-749436A8A0E0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A5CADB1-111D-22D3-EDB1-E043DC323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733105E-4498-96A3-0C5F-A5E579283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095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EAE6418-E00D-D82B-5A6A-A2532DB41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63E6B97-B778-7455-F70C-FD8D34E3F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4537FB2-C318-A7C1-BABA-0AC6FA5B3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6570-B1EA-4487-BE32-F708B8E167B2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14FC2A1-527D-0AA9-D04D-3D2766CE0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1000CB2-5293-8DFA-B3B2-A0B592B46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39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EC1FA87-C082-E0DD-3D37-67F1640E6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B5F515E-EB4A-D143-3D90-D5CB68882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8B15D29-75FB-CFE9-A973-A208274B9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442CB-DE38-41A3-9AEC-FC7F477AE398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9168659-4604-1E12-A046-E65E9BFA0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6A55C1A-5CB6-A517-F4CC-78B642B3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473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354BD7-8381-6AF7-2A34-97F11643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45D5CF0-745C-8F39-DDFC-095163A6D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6F0486A-0B81-6F67-77F7-3933C2505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29CEC8B-FF84-E5F1-CD4B-B7DEE25F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9B145-4D2C-4B0D-B0F3-3793104D85F9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83D1157-B890-E7C2-8551-9CFA55DF1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6834098-4893-052D-13DF-57AA37269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845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195ED4B-5B6D-B5E5-67B7-D97BFC6B1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8083AD3-D8DD-C9C8-4A8D-6E90DEEDC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610F8FC-1E86-8328-5873-1F1FD4540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7171E56A-9B29-8C99-0F9B-DFA73577B4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31551D20-42E2-AA82-6A29-ED75844F6F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12806B38-A61F-CFF2-455E-2A0DB1CBD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CBCE3-C8C5-4329-ADE4-5F8D67D78882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0A1ADB39-BBED-F460-3284-9B01BBA78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BAE78CB4-F5B2-2F08-FCB4-B7EFC7D9B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097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207DB33-3161-3CA7-5DA9-9AEFA7BE3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1B459199-60FE-8A27-4D17-58FA57F03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BDD6-391D-4D68-9A24-8E7CE46A4DC4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9B5772E0-839B-C3B1-7E64-0C8677352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F5A1759-598D-988C-8124-2E5044B1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273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F271F3F0-F2B3-F675-7BAB-1AD2134AC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1E7A-3F60-43E8-97A9-E03FDFF3291A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A44FB0A-DFB7-0737-F37C-440DCA48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E497C01-947E-5E24-DB3F-90342EF0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62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F41832-2691-E74A-0F3A-2DE9A6E44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94BD6CD-D7DC-A4E9-FD78-EA239F4F5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54C0C722-544A-95F1-1DAD-FAD83B663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15BCDEF-8A4D-1FA5-888F-D5A3A2C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2EE0-C06F-41F5-AFE0-7056E3A01EDC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1C4BD8F-AAAC-F32F-ABC2-37A3D3BC6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DA79EF9-CB21-BEC5-2A25-591C945D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76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BACBD3-5050-C329-F415-371491884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C4B2BE8C-8AFF-7B97-17DD-E10D476C82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6B1A6C9-352E-F0FC-857A-200063A76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96AEC32-A02D-AF36-A64E-290A392B4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05E1-88D0-4311-A599-0C8A6973053A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6B0ECF5-F111-F43D-1DD0-2623EE225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3ED8375-499D-DCA7-5D7B-91DD95B7F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511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AE933A4-C03D-26A7-C451-392D04E6A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C339E290-0E60-50DC-3A6D-AFC921C4E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1DDBB31-5065-A920-BCE3-A6379F318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EA562-091E-45D6-BEDF-3C68FB2023F1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650F398-CC52-3E67-DDF6-C862313C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272AE45-AD9E-08FA-1F71-75DFC9E00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35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0AF91D67-8C5B-5055-B5D2-6BAAE7E95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04D31080-7646-1B9C-C36F-D2F6BB874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DA404C4-6EA5-D815-E9B2-7CDBB94E9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14D94-52B8-43E9-A8F3-BD9E24437DA3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7EFDD0D-44E3-A86F-6F17-A722DA9F5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3E417A5-F8F0-AA31-71DF-34D65849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7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39A89A0B-DE9F-F1C6-643E-DCA32D53C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953DDAA-3094-DBCE-F38B-123FB91FD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AF0BF9E-5E8A-1649-84DC-281A5BAAC4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C827E-01D8-46AF-B9E0-11E08B19BA59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BDEDD1E-16D6-9C67-B90A-3F23927ED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5FC0268-EDD9-BFDA-9A07-5241871BF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367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5D93965-B794-0D3F-19B2-6E5CEF590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929A6F4B-4B22-0928-2DBA-1E63C9DE5B47}"/>
              </a:ext>
            </a:extLst>
          </p:cNvPr>
          <p:cNvSpPr/>
          <p:nvPr/>
        </p:nvSpPr>
        <p:spPr>
          <a:xfrm>
            <a:off x="0" y="1"/>
            <a:ext cx="1948169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745C555-155A-8408-E6E3-22A172F35158}"/>
              </a:ext>
            </a:extLst>
          </p:cNvPr>
          <p:cNvSpPr txBox="1"/>
          <p:nvPr/>
        </p:nvSpPr>
        <p:spPr>
          <a:xfrm>
            <a:off x="601006" y="42718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2462335E-6BA0-9E39-D941-3E40EF2A0890}"/>
              </a:ext>
            </a:extLst>
          </p:cNvPr>
          <p:cNvSpPr/>
          <p:nvPr/>
        </p:nvSpPr>
        <p:spPr>
          <a:xfrm>
            <a:off x="0" y="5572125"/>
            <a:ext cx="12187542" cy="1285876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3352634E-F25A-906D-E090-61E107EA9685}"/>
              </a:ext>
            </a:extLst>
          </p:cNvPr>
          <p:cNvSpPr/>
          <p:nvPr/>
        </p:nvSpPr>
        <p:spPr>
          <a:xfrm>
            <a:off x="-260" y="5572124"/>
            <a:ext cx="12193758" cy="58340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F78D711A-98A9-0CA9-87DC-706B4F2660DA}"/>
              </a:ext>
            </a:extLst>
          </p:cNvPr>
          <p:cNvSpPr/>
          <p:nvPr/>
        </p:nvSpPr>
        <p:spPr>
          <a:xfrm>
            <a:off x="1291568" y="-1"/>
            <a:ext cx="656603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3863E5A6-EF6F-E241-ED54-B76BF0108961}"/>
              </a:ext>
            </a:extLst>
          </p:cNvPr>
          <p:cNvSpPr txBox="1"/>
          <p:nvPr/>
        </p:nvSpPr>
        <p:spPr>
          <a:xfrm>
            <a:off x="1396344" y="5505306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D627D9A-CDBE-20A9-3FA1-63D5E507D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1097" y="44975"/>
            <a:ext cx="5058628" cy="4192233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6748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281659" cy="6858000"/>
          </a:xfrm>
          <a:prstGeom prst="rect">
            <a:avLst/>
          </a:prstGeom>
          <a:solidFill>
            <a:srgbClr val="D7C055"/>
          </a:solidFill>
          <a:ln>
            <a:solidFill>
              <a:srgbClr val="D7C0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563319" y="1951630"/>
            <a:ext cx="4172453" cy="3998794"/>
            <a:chOff x="563319" y="1951630"/>
            <a:chExt cx="4172453" cy="3998794"/>
          </a:xfrm>
        </p:grpSpPr>
        <p:sp>
          <p:nvSpPr>
            <p:cNvPr id="5" name="Oval 4"/>
            <p:cNvSpPr/>
            <p:nvPr/>
          </p:nvSpPr>
          <p:spPr>
            <a:xfrm>
              <a:off x="563319" y="1951630"/>
              <a:ext cx="4172453" cy="399879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3" name="Oval 22"/>
            <p:cNvSpPr/>
            <p:nvPr/>
          </p:nvSpPr>
          <p:spPr>
            <a:xfrm>
              <a:off x="1043297" y="2333767"/>
              <a:ext cx="3692475" cy="3234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Oval 23"/>
            <p:cNvSpPr/>
            <p:nvPr/>
          </p:nvSpPr>
          <p:spPr>
            <a:xfrm>
              <a:off x="1489252" y="2628899"/>
              <a:ext cx="3246519" cy="255725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63319" y="3787604"/>
              <a:ext cx="3545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</a:rPr>
                <a:t>AI</a:t>
              </a:r>
              <a:endParaRPr lang="en-IN" sz="1600" dirty="0">
                <a:solidFill>
                  <a:schemeClr val="bg1"/>
                </a:solidFill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996823" y="3811066"/>
              <a:ext cx="4459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ML</a:t>
              </a:r>
              <a:endParaRPr lang="en-IN" sz="1600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591840" y="3791563"/>
              <a:ext cx="6687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DL</a:t>
              </a:r>
              <a:endParaRPr lang="en-IN" sz="1600" dirty="0"/>
            </a:p>
          </p:txBody>
        </p:sp>
        <p:sp>
          <p:nvSpPr>
            <p:cNvPr id="28" name="Oval 27"/>
            <p:cNvSpPr/>
            <p:nvPr/>
          </p:nvSpPr>
          <p:spPr>
            <a:xfrm>
              <a:off x="2260585" y="2770496"/>
              <a:ext cx="2475186" cy="219728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2279181" y="3821793"/>
              <a:ext cx="6319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GenAI</a:t>
              </a:r>
              <a:endParaRPr lang="en-IN" sz="1400" dirty="0"/>
            </a:p>
          </p:txBody>
        </p:sp>
        <p:sp>
          <p:nvSpPr>
            <p:cNvPr id="3" name="Oval 2"/>
            <p:cNvSpPr/>
            <p:nvPr/>
          </p:nvSpPr>
          <p:spPr>
            <a:xfrm>
              <a:off x="3835023" y="3206451"/>
              <a:ext cx="655090" cy="662689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smtClean="0">
                  <a:solidFill>
                    <a:schemeClr val="bg1"/>
                  </a:solidFill>
                  <a:latin typeface="Bahnschrift" pitchFamily="34" charset="0"/>
                </a:rPr>
                <a:t>LLM</a:t>
              </a:r>
              <a:endParaRPr lang="en-IN" sz="1000" dirty="0">
                <a:solidFill>
                  <a:schemeClr val="bg1"/>
                </a:solidFill>
                <a:latin typeface="Bahnschrift" pitchFamily="34" charset="0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3862315" y="3960840"/>
              <a:ext cx="627798" cy="638456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latin typeface="Bahnschrift" pitchFamily="34" charset="0"/>
                </a:rPr>
                <a:t>Diff</a:t>
              </a:r>
              <a:endParaRPr lang="en-IN" sz="1200" dirty="0">
                <a:latin typeface="Bahnschrift" pitchFamily="34" charset="0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3930959" y="150826"/>
            <a:ext cx="5185745" cy="3718314"/>
            <a:chOff x="3930959" y="150826"/>
            <a:chExt cx="5185745" cy="3718314"/>
          </a:xfrm>
        </p:grpSpPr>
        <p:sp>
          <p:nvSpPr>
            <p:cNvPr id="15" name="Oval 14"/>
            <p:cNvSpPr/>
            <p:nvPr/>
          </p:nvSpPr>
          <p:spPr>
            <a:xfrm>
              <a:off x="6229415" y="150826"/>
              <a:ext cx="2887289" cy="2919920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332562" y="1441509"/>
              <a:ext cx="107753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Bahnschrift Light" pitchFamily="34" charset="0"/>
                </a:rPr>
                <a:t>Large </a:t>
              </a:r>
            </a:p>
            <a:p>
              <a:r>
                <a:rPr lang="en-US" sz="1600" dirty="0" smtClean="0">
                  <a:solidFill>
                    <a:schemeClr val="bg1"/>
                  </a:solidFill>
                  <a:latin typeface="Bahnschrift Light" pitchFamily="34" charset="0"/>
                </a:rPr>
                <a:t>language </a:t>
              </a:r>
            </a:p>
            <a:p>
              <a:r>
                <a:rPr lang="en-US" sz="1600" dirty="0" smtClean="0">
                  <a:solidFill>
                    <a:schemeClr val="bg1"/>
                  </a:solidFill>
                  <a:latin typeface="Bahnschrift Light" pitchFamily="34" charset="0"/>
                </a:rPr>
                <a:t>Model</a:t>
              </a:r>
              <a:endParaRPr lang="en-IN" sz="1600" dirty="0">
                <a:solidFill>
                  <a:schemeClr val="bg1"/>
                </a:solidFill>
                <a:latin typeface="Bahnschrift Light" pitchFamily="34" charset="0"/>
              </a:endParaRPr>
            </a:p>
          </p:txBody>
        </p:sp>
        <p:cxnSp>
          <p:nvCxnSpPr>
            <p:cNvPr id="10" name="Straight Connector 9"/>
            <p:cNvCxnSpPr>
              <a:stCxn id="3" idx="1"/>
            </p:cNvCxnSpPr>
            <p:nvPr/>
          </p:nvCxnSpPr>
          <p:spPr>
            <a:xfrm flipV="1">
              <a:off x="3930959" y="578438"/>
              <a:ext cx="2707644" cy="2725062"/>
            </a:xfrm>
            <a:prstGeom prst="line">
              <a:avLst/>
            </a:prstGeom>
            <a:ln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V="1">
              <a:off x="4162568" y="2975212"/>
              <a:ext cx="4012441" cy="893928"/>
            </a:xfrm>
            <a:prstGeom prst="line">
              <a:avLst/>
            </a:prstGeom>
            <a:ln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/>
            <p:nvPr/>
          </p:nvSpPr>
          <p:spPr>
            <a:xfrm>
              <a:off x="7410101" y="150826"/>
              <a:ext cx="982635" cy="940995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bg1"/>
                  </a:solidFill>
                  <a:latin typeface="Bahnschrift Light" pitchFamily="34" charset="0"/>
                </a:rPr>
                <a:t>OpenAI</a:t>
              </a:r>
              <a:endParaRPr lang="en-IN" sz="1000" dirty="0">
                <a:solidFill>
                  <a:schemeClr val="bg1"/>
                </a:solidFill>
                <a:latin typeface="Bahnschrift Light" pitchFamily="34" charset="0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8013452" y="996386"/>
              <a:ext cx="935667" cy="860621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bg1"/>
                  </a:solidFill>
                  <a:latin typeface="Bahnschrift" pitchFamily="34" charset="0"/>
                </a:rPr>
                <a:t>Gemini</a:t>
              </a:r>
              <a:endParaRPr lang="en-IN" sz="1000" dirty="0">
                <a:solidFill>
                  <a:schemeClr val="bg1"/>
                </a:solidFill>
                <a:latin typeface="Bahnschrift" pitchFamily="34" charset="0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7729864" y="1891920"/>
              <a:ext cx="1072942" cy="878576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Bahnschrift Light" pitchFamily="34" charset="0"/>
                </a:rPr>
                <a:t>o</a:t>
              </a:r>
              <a:r>
                <a:rPr lang="en-US" sz="1200" dirty="0" smtClean="0">
                  <a:solidFill>
                    <a:schemeClr val="bg1"/>
                  </a:solidFill>
                  <a:latin typeface="Bahnschrift Light" pitchFamily="34" charset="0"/>
                </a:rPr>
                <a:t>Llama</a:t>
              </a:r>
              <a:endParaRPr lang="en-IN" sz="1000" dirty="0">
                <a:solidFill>
                  <a:schemeClr val="bg1"/>
                </a:solidFill>
                <a:latin typeface="Bahnschrift Light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3954254" y="3422176"/>
            <a:ext cx="6001066" cy="2919920"/>
            <a:chOff x="3149441" y="-178319"/>
            <a:chExt cx="6001066" cy="2919920"/>
          </a:xfrm>
        </p:grpSpPr>
        <p:sp>
          <p:nvSpPr>
            <p:cNvPr id="33" name="Oval 32"/>
            <p:cNvSpPr/>
            <p:nvPr/>
          </p:nvSpPr>
          <p:spPr>
            <a:xfrm>
              <a:off x="5669695" y="-178319"/>
              <a:ext cx="3480812" cy="2919920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686539" y="996386"/>
              <a:ext cx="965329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  <a:latin typeface="Bahnschrift Light" pitchFamily="34" charset="0"/>
                </a:rPr>
                <a:t>Large 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  <a:latin typeface="Bahnschrift Light" pitchFamily="34" charset="0"/>
                </a:rPr>
                <a:t>language 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  <a:latin typeface="Bahnschrift Light" pitchFamily="34" charset="0"/>
                </a:rPr>
                <a:t>Model</a:t>
              </a:r>
              <a:endParaRPr lang="en-IN" sz="1400" dirty="0">
                <a:solidFill>
                  <a:schemeClr val="bg1"/>
                </a:solidFill>
                <a:latin typeface="Bahnschrift Light" pitchFamily="34" charset="0"/>
              </a:endParaRPr>
            </a:p>
          </p:txBody>
        </p:sp>
        <p:cxnSp>
          <p:nvCxnSpPr>
            <p:cNvPr id="35" name="Straight Connector 34"/>
            <p:cNvCxnSpPr>
              <a:stCxn id="13" idx="7"/>
              <a:endCxn id="33" idx="0"/>
            </p:cNvCxnSpPr>
            <p:nvPr/>
          </p:nvCxnSpPr>
          <p:spPr>
            <a:xfrm flipV="1">
              <a:off x="3593361" y="-178319"/>
              <a:ext cx="3816740" cy="632164"/>
            </a:xfrm>
            <a:prstGeom prst="line">
              <a:avLst/>
            </a:prstGeom>
            <a:ln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>
              <a:stCxn id="13" idx="3"/>
            </p:cNvCxnSpPr>
            <p:nvPr/>
          </p:nvCxnSpPr>
          <p:spPr>
            <a:xfrm>
              <a:off x="3149441" y="905301"/>
              <a:ext cx="3537098" cy="1717583"/>
            </a:xfrm>
            <a:prstGeom prst="line">
              <a:avLst/>
            </a:prstGeom>
            <a:ln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/>
            <p:cNvSpPr/>
            <p:nvPr/>
          </p:nvSpPr>
          <p:spPr>
            <a:xfrm>
              <a:off x="6550696" y="-133469"/>
              <a:ext cx="1539018" cy="968001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bg1"/>
                  </a:solidFill>
                  <a:latin typeface="Bahnschrift Light" pitchFamily="34" charset="0"/>
                </a:rPr>
                <a:t>midjourney</a:t>
              </a:r>
              <a:endParaRPr lang="en-IN" sz="1000" dirty="0">
                <a:solidFill>
                  <a:schemeClr val="bg1"/>
                </a:solidFill>
                <a:latin typeface="Bahnschrift Light" pitchFamily="34" charset="0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8089714" y="566075"/>
              <a:ext cx="935667" cy="860621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 smtClean="0">
                  <a:solidFill>
                    <a:schemeClr val="bg1"/>
                  </a:solidFill>
                  <a:latin typeface="Bahnschrift" pitchFamily="34" charset="0"/>
                </a:rPr>
                <a:t>Dall</a:t>
              </a:r>
              <a:r>
                <a:rPr lang="en-US" sz="1200" dirty="0" smtClean="0">
                  <a:solidFill>
                    <a:schemeClr val="bg1"/>
                  </a:solidFill>
                  <a:latin typeface="Bahnschrift" pitchFamily="34" charset="0"/>
                </a:rPr>
                <a:t>-E</a:t>
              </a:r>
              <a:endParaRPr lang="en-IN" sz="1000" dirty="0">
                <a:solidFill>
                  <a:schemeClr val="bg1"/>
                </a:solidFill>
                <a:latin typeface="Bahnschrift" pitchFamily="34" charset="0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7597756" y="1449177"/>
              <a:ext cx="1055329" cy="103723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>
                  <a:solidFill>
                    <a:schemeClr val="bg1"/>
                  </a:solidFill>
                  <a:latin typeface="Bahnschrift Light" pitchFamily="34" charset="0"/>
                </a:rPr>
                <a:t>Stable</a:t>
              </a:r>
            </a:p>
            <a:p>
              <a:pPr algn="ctr"/>
              <a:r>
                <a:rPr lang="en-US" sz="1100" dirty="0" smtClean="0">
                  <a:solidFill>
                    <a:schemeClr val="bg1"/>
                  </a:solidFill>
                  <a:latin typeface="Bahnschrift Light" pitchFamily="34" charset="0"/>
                </a:rPr>
                <a:t>Diffusion</a:t>
              </a:r>
              <a:endParaRPr lang="en-IN" sz="900" dirty="0">
                <a:solidFill>
                  <a:schemeClr val="bg1"/>
                </a:solidFill>
                <a:latin typeface="Bahnschrift Light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4018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2" name="Rectangle 1"/>
          <p:cNvSpPr/>
          <p:nvPr/>
        </p:nvSpPr>
        <p:spPr>
          <a:xfrm>
            <a:off x="1725290" y="211994"/>
            <a:ext cx="232948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 smtClean="0">
                <a:latin typeface="Bahnschrift" pitchFamily="34" charset="0"/>
              </a:rPr>
              <a:t>Foundational  Model</a:t>
            </a:r>
            <a:r>
              <a:rPr lang="en-US" dirty="0">
                <a:latin typeface="Bahnschrift" pitchFamily="34" charset="0"/>
              </a:rPr>
              <a:t> 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1542197" y="581326"/>
            <a:ext cx="4258102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3048000" y="3105835"/>
            <a:ext cx="6096000" cy="64633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IN" dirty="0"/>
              <a:t>https://www.youtube.com/watch?v=f8HnIKsRcS8&amp;list=PLXSkStXql1F4ZZVJ2laU-62WT3bgn_yLU&amp;index=5</a:t>
            </a:r>
          </a:p>
        </p:txBody>
      </p:sp>
    </p:spTree>
    <p:extLst>
      <p:ext uri="{BB962C8B-B14F-4D97-AF65-F5344CB8AC3E}">
        <p14:creationId xmlns:p14="http://schemas.microsoft.com/office/powerpoint/2010/main" val="519165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</p:spTree>
    <p:extLst>
      <p:ext uri="{BB962C8B-B14F-4D97-AF65-F5344CB8AC3E}">
        <p14:creationId xmlns:p14="http://schemas.microsoft.com/office/powerpoint/2010/main" val="3680253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</p:spTree>
    <p:extLst>
      <p:ext uri="{BB962C8B-B14F-4D97-AF65-F5344CB8AC3E}">
        <p14:creationId xmlns:p14="http://schemas.microsoft.com/office/powerpoint/2010/main" val="4098876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</p:spTree>
    <p:extLst>
      <p:ext uri="{BB962C8B-B14F-4D97-AF65-F5344CB8AC3E}">
        <p14:creationId xmlns:p14="http://schemas.microsoft.com/office/powerpoint/2010/main" val="4098876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</p:spTree>
    <p:extLst>
      <p:ext uri="{BB962C8B-B14F-4D97-AF65-F5344CB8AC3E}">
        <p14:creationId xmlns:p14="http://schemas.microsoft.com/office/powerpoint/2010/main" val="4098876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23328</TotalTime>
  <Words>104</Words>
  <Application>Microsoft Office PowerPoint</Application>
  <PresentationFormat>Custom</PresentationFormat>
  <Paragraphs>46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Naman Narula</dc:creator>
  <cp:lastModifiedBy>User</cp:lastModifiedBy>
  <cp:revision>1065</cp:revision>
  <dcterms:created xsi:type="dcterms:W3CDTF">2024-01-26T15:11:46Z</dcterms:created>
  <dcterms:modified xsi:type="dcterms:W3CDTF">2025-09-12T19:19:55Z</dcterms:modified>
</cp:coreProperties>
</file>