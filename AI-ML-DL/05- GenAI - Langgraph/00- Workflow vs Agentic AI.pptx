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323" r:id="rId2"/>
    <p:sldId id="256" r:id="rId3"/>
    <p:sldId id="448" r:id="rId4"/>
    <p:sldId id="441" r:id="rId5"/>
    <p:sldId id="447" r:id="rId6"/>
    <p:sldId id="439" r:id="rId7"/>
    <p:sldId id="450" r:id="rId8"/>
    <p:sldId id="44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F7019FAC-E7A5-43E9-B9F1-CAF1DA55EE0C}">
          <p14:sldIdLst>
            <p14:sldId id="323"/>
            <p14:sldId id="256"/>
          </p14:sldIdLst>
        </p14:section>
        <p14:section name="workflow vs agent" id="{EBEE7790-0878-47B7-AF3D-4DE7F09F7387}">
          <p14:sldIdLst>
            <p14:sldId id="448"/>
            <p14:sldId id="441"/>
            <p14:sldId id="447"/>
          </p14:sldIdLst>
        </p14:section>
        <p14:section name="Untitled Section" id="{64E5C771-6711-4108-95A3-FAFB67804861}">
          <p14:sldIdLst>
            <p14:sldId id="439"/>
            <p14:sldId id="450"/>
            <p14:sldId id="449"/>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05E"/>
    <a:srgbClr val="CC3300"/>
    <a:srgbClr val="00CC99"/>
    <a:srgbClr val="15C2FF"/>
    <a:srgbClr val="FF0066"/>
    <a:srgbClr val="D7C055"/>
    <a:srgbClr val="F2DB5B"/>
    <a:srgbClr val="000000"/>
    <a:srgbClr val="6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65" autoAdjust="0"/>
    <p:restoredTop sz="86073" autoAdjust="0"/>
  </p:normalViewPr>
  <p:slideViewPr>
    <p:cSldViewPr snapToGrid="0">
      <p:cViewPr>
        <p:scale>
          <a:sx n="69" d="100"/>
          <a:sy n="69" d="100"/>
        </p:scale>
        <p:origin x="-702" y="-20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28"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30-07-2025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3</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5</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8</a:t>
            </a:fld>
            <a:endParaRPr lang="en-IN" dirty="0"/>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AB8C62A8-5E14-FA7C-D2D9-A91C5617AEE2}"/>
              </a:ext>
            </a:extLst>
          </p:cNvPr>
          <p:cNvSpPr>
            <a:spLocks noGrp="1"/>
          </p:cNvSpPr>
          <p:nvPr>
            <p:ph type="dt" sz="half" idx="10"/>
          </p:nvPr>
        </p:nvSpPr>
        <p:spPr/>
        <p:txBody>
          <a:bodyPr/>
          <a:lstStyle/>
          <a:p>
            <a:fld id="{617C7221-54BD-4A63-8AE7-749436A8A0E0}" type="datetime1">
              <a:rPr lang="en-US" smtClean="0"/>
              <a:t>7/30/2025</a:t>
            </a:fld>
            <a:endParaRPr lang="en-US" dirty="0"/>
          </a:p>
        </p:txBody>
      </p:sp>
      <p:sp>
        <p:nvSpPr>
          <p:cNvPr id="5" name="Footer Placeholder 4">
            <a:extLst>
              <a:ext uri="{FF2B5EF4-FFF2-40B4-BE49-F238E27FC236}">
                <a16:creationId xmlns="" xmlns:a16="http://schemas.microsoft.com/office/drawing/2014/main"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34537FB2-C318-A7C1-BABA-0AC6FA5B35AC}"/>
              </a:ext>
            </a:extLst>
          </p:cNvPr>
          <p:cNvSpPr>
            <a:spLocks noGrp="1"/>
          </p:cNvSpPr>
          <p:nvPr>
            <p:ph type="dt" sz="half" idx="10"/>
          </p:nvPr>
        </p:nvSpPr>
        <p:spPr/>
        <p:txBody>
          <a:bodyPr/>
          <a:lstStyle/>
          <a:p>
            <a:fld id="{15296570-B1EA-4487-BE32-F708B8E167B2}" type="datetime1">
              <a:rPr lang="en-US" smtClean="0"/>
              <a:t>7/30/2025</a:t>
            </a:fld>
            <a:endParaRPr lang="en-US" dirty="0"/>
          </a:p>
        </p:txBody>
      </p:sp>
      <p:sp>
        <p:nvSpPr>
          <p:cNvPr id="5" name="Footer Placeholder 4">
            <a:extLst>
              <a:ext uri="{FF2B5EF4-FFF2-40B4-BE49-F238E27FC236}">
                <a16:creationId xmlns="" xmlns:a16="http://schemas.microsoft.com/office/drawing/2014/main"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88B15D29-75FB-CFE9-A973-A208274B95BA}"/>
              </a:ext>
            </a:extLst>
          </p:cNvPr>
          <p:cNvSpPr>
            <a:spLocks noGrp="1"/>
          </p:cNvSpPr>
          <p:nvPr>
            <p:ph type="dt" sz="half" idx="10"/>
          </p:nvPr>
        </p:nvSpPr>
        <p:spPr/>
        <p:txBody>
          <a:bodyPr/>
          <a:lstStyle/>
          <a:p>
            <a:fld id="{4F9442CB-DE38-41A3-9AEC-FC7F477AE398}" type="datetime1">
              <a:rPr lang="en-US" smtClean="0"/>
              <a:t>7/30/2025</a:t>
            </a:fld>
            <a:endParaRPr lang="en-US" dirty="0"/>
          </a:p>
        </p:txBody>
      </p:sp>
      <p:sp>
        <p:nvSpPr>
          <p:cNvPr id="5" name="Footer Placeholder 4">
            <a:extLst>
              <a:ext uri="{FF2B5EF4-FFF2-40B4-BE49-F238E27FC236}">
                <a16:creationId xmlns="" xmlns:a16="http://schemas.microsoft.com/office/drawing/2014/main"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D29CEC8B-FF84-E5F1-CD4B-B7DEE25F0DBA}"/>
              </a:ext>
            </a:extLst>
          </p:cNvPr>
          <p:cNvSpPr>
            <a:spLocks noGrp="1"/>
          </p:cNvSpPr>
          <p:nvPr>
            <p:ph type="dt" sz="half" idx="10"/>
          </p:nvPr>
        </p:nvSpPr>
        <p:spPr/>
        <p:txBody>
          <a:bodyPr/>
          <a:lstStyle/>
          <a:p>
            <a:fld id="{4259B145-4D2C-4B0D-B0F3-3793104D85F9}" type="datetime1">
              <a:rPr lang="en-US" smtClean="0"/>
              <a:t>7/30/2025</a:t>
            </a:fld>
            <a:endParaRPr lang="en-US" dirty="0"/>
          </a:p>
        </p:txBody>
      </p:sp>
      <p:sp>
        <p:nvSpPr>
          <p:cNvPr id="6" name="Footer Placeholder 5">
            <a:extLst>
              <a:ext uri="{FF2B5EF4-FFF2-40B4-BE49-F238E27FC236}">
                <a16:creationId xmlns="" xmlns:a16="http://schemas.microsoft.com/office/drawing/2014/main"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12806B38-A61F-CFF2-455E-2A0DB1CBD281}"/>
              </a:ext>
            </a:extLst>
          </p:cNvPr>
          <p:cNvSpPr>
            <a:spLocks noGrp="1"/>
          </p:cNvSpPr>
          <p:nvPr>
            <p:ph type="dt" sz="half" idx="10"/>
          </p:nvPr>
        </p:nvSpPr>
        <p:spPr/>
        <p:txBody>
          <a:bodyPr/>
          <a:lstStyle/>
          <a:p>
            <a:fld id="{041CBCE3-C8C5-4329-ADE4-5F8D67D78882}" type="datetime1">
              <a:rPr lang="en-US" smtClean="0"/>
              <a:t>7/30/2025</a:t>
            </a:fld>
            <a:endParaRPr lang="en-US" dirty="0"/>
          </a:p>
        </p:txBody>
      </p:sp>
      <p:sp>
        <p:nvSpPr>
          <p:cNvPr id="8" name="Footer Placeholder 7">
            <a:extLst>
              <a:ext uri="{FF2B5EF4-FFF2-40B4-BE49-F238E27FC236}">
                <a16:creationId xmlns="" xmlns:a16="http://schemas.microsoft.com/office/drawing/2014/main"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 xmlns:a16="http://schemas.microsoft.com/office/drawing/2014/main"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1B459199-60FE-8A27-4D17-58FA57F038D5}"/>
              </a:ext>
            </a:extLst>
          </p:cNvPr>
          <p:cNvSpPr>
            <a:spLocks noGrp="1"/>
          </p:cNvSpPr>
          <p:nvPr>
            <p:ph type="dt" sz="half" idx="10"/>
          </p:nvPr>
        </p:nvSpPr>
        <p:spPr/>
        <p:txBody>
          <a:bodyPr/>
          <a:lstStyle/>
          <a:p>
            <a:fld id="{EA95BDD6-391D-4D68-9A24-8E7CE46A4DC4}" type="datetime1">
              <a:rPr lang="en-US" smtClean="0"/>
              <a:t>7/30/2025</a:t>
            </a:fld>
            <a:endParaRPr lang="en-US" dirty="0"/>
          </a:p>
        </p:txBody>
      </p:sp>
      <p:sp>
        <p:nvSpPr>
          <p:cNvPr id="4" name="Footer Placeholder 3">
            <a:extLst>
              <a:ext uri="{FF2B5EF4-FFF2-40B4-BE49-F238E27FC236}">
                <a16:creationId xmlns="" xmlns:a16="http://schemas.microsoft.com/office/drawing/2014/main"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 xmlns:a16="http://schemas.microsoft.com/office/drawing/2014/main"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71F3F0-F2B3-F675-7BAB-1AD2134ACD0F}"/>
              </a:ext>
            </a:extLst>
          </p:cNvPr>
          <p:cNvSpPr>
            <a:spLocks noGrp="1"/>
          </p:cNvSpPr>
          <p:nvPr>
            <p:ph type="dt" sz="half" idx="10"/>
          </p:nvPr>
        </p:nvSpPr>
        <p:spPr/>
        <p:txBody>
          <a:bodyPr/>
          <a:lstStyle/>
          <a:p>
            <a:fld id="{1B3E1E7A-3F60-43E8-97A9-E03FDFF3291A}" type="datetime1">
              <a:rPr lang="en-US" smtClean="0"/>
              <a:t>7/30/2025</a:t>
            </a:fld>
            <a:endParaRPr lang="en-US" dirty="0"/>
          </a:p>
        </p:txBody>
      </p:sp>
      <p:sp>
        <p:nvSpPr>
          <p:cNvPr id="3" name="Footer Placeholder 2">
            <a:extLst>
              <a:ext uri="{FF2B5EF4-FFF2-40B4-BE49-F238E27FC236}">
                <a16:creationId xmlns="" xmlns:a16="http://schemas.microsoft.com/office/drawing/2014/main"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 xmlns:a16="http://schemas.microsoft.com/office/drawing/2014/main"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15BCDEF-8A4D-1FA5-888F-D5A3A2CEE9D4}"/>
              </a:ext>
            </a:extLst>
          </p:cNvPr>
          <p:cNvSpPr>
            <a:spLocks noGrp="1"/>
          </p:cNvSpPr>
          <p:nvPr>
            <p:ph type="dt" sz="half" idx="10"/>
          </p:nvPr>
        </p:nvSpPr>
        <p:spPr/>
        <p:txBody>
          <a:bodyPr/>
          <a:lstStyle/>
          <a:p>
            <a:fld id="{041F2EE0-C06F-41F5-AFE0-7056E3A01EDC}" type="datetime1">
              <a:rPr lang="en-US" smtClean="0"/>
              <a:t>7/30/2025</a:t>
            </a:fld>
            <a:endParaRPr lang="en-US" dirty="0"/>
          </a:p>
        </p:txBody>
      </p:sp>
      <p:sp>
        <p:nvSpPr>
          <p:cNvPr id="6" name="Footer Placeholder 5">
            <a:extLst>
              <a:ext uri="{FF2B5EF4-FFF2-40B4-BE49-F238E27FC236}">
                <a16:creationId xmlns="" xmlns:a16="http://schemas.microsoft.com/office/drawing/2014/main"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 xmlns:a16="http://schemas.microsoft.com/office/drawing/2014/main"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996AEC32-A02D-AF36-A64E-290A392B42FC}"/>
              </a:ext>
            </a:extLst>
          </p:cNvPr>
          <p:cNvSpPr>
            <a:spLocks noGrp="1"/>
          </p:cNvSpPr>
          <p:nvPr>
            <p:ph type="dt" sz="half" idx="10"/>
          </p:nvPr>
        </p:nvSpPr>
        <p:spPr/>
        <p:txBody>
          <a:bodyPr/>
          <a:lstStyle/>
          <a:p>
            <a:fld id="{93A105E1-88D0-4311-A599-0C8A6973053A}" type="datetime1">
              <a:rPr lang="en-US" smtClean="0"/>
              <a:t>7/30/2025</a:t>
            </a:fld>
            <a:endParaRPr lang="en-US" dirty="0"/>
          </a:p>
        </p:txBody>
      </p:sp>
      <p:sp>
        <p:nvSpPr>
          <p:cNvPr id="6" name="Footer Placeholder 5">
            <a:extLst>
              <a:ext uri="{FF2B5EF4-FFF2-40B4-BE49-F238E27FC236}">
                <a16:creationId xmlns="" xmlns:a16="http://schemas.microsoft.com/office/drawing/2014/main"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1DDBB31-5065-A920-BCE3-A6379F318E85}"/>
              </a:ext>
            </a:extLst>
          </p:cNvPr>
          <p:cNvSpPr>
            <a:spLocks noGrp="1"/>
          </p:cNvSpPr>
          <p:nvPr>
            <p:ph type="dt" sz="half" idx="10"/>
          </p:nvPr>
        </p:nvSpPr>
        <p:spPr/>
        <p:txBody>
          <a:bodyPr/>
          <a:lstStyle/>
          <a:p>
            <a:fld id="{159EA562-091E-45D6-BEDF-3C68FB2023F1}" type="datetime1">
              <a:rPr lang="en-US" smtClean="0"/>
              <a:t>7/30/2025</a:t>
            </a:fld>
            <a:endParaRPr lang="en-US" dirty="0"/>
          </a:p>
        </p:txBody>
      </p:sp>
      <p:sp>
        <p:nvSpPr>
          <p:cNvPr id="5" name="Footer Placeholder 4">
            <a:extLst>
              <a:ext uri="{FF2B5EF4-FFF2-40B4-BE49-F238E27FC236}">
                <a16:creationId xmlns="" xmlns:a16="http://schemas.microsoft.com/office/drawing/2014/main"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DA404C4-6EA5-D815-E9B2-7CDBB94E9D0D}"/>
              </a:ext>
            </a:extLst>
          </p:cNvPr>
          <p:cNvSpPr>
            <a:spLocks noGrp="1"/>
          </p:cNvSpPr>
          <p:nvPr>
            <p:ph type="dt" sz="half" idx="10"/>
          </p:nvPr>
        </p:nvSpPr>
        <p:spPr/>
        <p:txBody>
          <a:bodyPr/>
          <a:lstStyle/>
          <a:p>
            <a:fld id="{DDF14D94-52B8-43E9-A8F3-BD9E24437DA3}" type="datetime1">
              <a:rPr lang="en-US" smtClean="0"/>
              <a:t>7/30/2025</a:t>
            </a:fld>
            <a:endParaRPr lang="en-US" dirty="0"/>
          </a:p>
        </p:txBody>
      </p:sp>
      <p:sp>
        <p:nvSpPr>
          <p:cNvPr id="5" name="Footer Placeholder 4">
            <a:extLst>
              <a:ext uri="{FF2B5EF4-FFF2-40B4-BE49-F238E27FC236}">
                <a16:creationId xmlns="" xmlns:a16="http://schemas.microsoft.com/office/drawing/2014/main"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7/30/2025</a:t>
            </a:fld>
            <a:endParaRPr lang="en-US" dirty="0"/>
          </a:p>
        </p:txBody>
      </p:sp>
      <p:sp>
        <p:nvSpPr>
          <p:cNvPr id="5" name="Footer Placeholder 4">
            <a:extLst>
              <a:ext uri="{FF2B5EF4-FFF2-40B4-BE49-F238E27FC236}">
                <a16:creationId xmlns="" xmlns:a16="http://schemas.microsoft.com/office/drawing/2014/main"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 xmlns:a16="http://schemas.microsoft.com/office/drawing/2014/main"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5D93965-B794-0D3F-19B2-6E5CEF590710}"/>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29A6F4B-4B22-0928-2DBA-1E63C9DE5B4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6745C555-155A-8408-E6E3-22A172F35158}"/>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 xmlns:a16="http://schemas.microsoft.com/office/drawing/2014/main" id="{2462335E-6BA0-9E39-D941-3E40EF2A0890}"/>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 xmlns:a16="http://schemas.microsoft.com/office/drawing/2014/main" id="{3352634E-F25A-906D-E090-61E107EA9685}"/>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F78D711A-98A9-0CA9-87DC-706B4F2660D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 xmlns:a16="http://schemas.microsoft.com/office/drawing/2014/main" id="{3863E5A6-EF6F-E241-ED54-B76BF010896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 xmlns:a16="http://schemas.microsoft.com/office/drawing/2014/main" id="{E4949A97-DC03-56A5-2E5A-3DD3913AA0EF}"/>
              </a:ext>
            </a:extLst>
          </p:cNvPr>
          <p:cNvSpPr txBox="1">
            <a:spLocks noGrp="1"/>
          </p:cNvSpPr>
          <p:nvPr/>
        </p:nvSpPr>
        <p:spPr>
          <a:xfrm>
            <a:off x="2187369" y="540327"/>
            <a:ext cx="9145650" cy="164531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b="1" dirty="0">
                <a:solidFill>
                  <a:schemeClr val="tx1"/>
                </a:solidFill>
              </a:rPr>
              <a:t>Langgraph</a:t>
            </a:r>
            <a:r>
              <a:rPr lang="en-IN" b="1" dirty="0"/>
              <a:t> </a:t>
            </a:r>
          </a:p>
          <a:p>
            <a:endParaRPr lang="en-US" sz="1800" dirty="0" smtClean="0">
              <a:solidFill>
                <a:schemeClr val="bg1">
                  <a:lumMod val="75000"/>
                </a:schemeClr>
              </a:solidFill>
              <a:latin typeface="Bahnschrift" pitchFamily="34" charset="0"/>
            </a:endParaRPr>
          </a:p>
          <a:p>
            <a:endParaRPr lang="en-US" sz="1800" dirty="0">
              <a:solidFill>
                <a:schemeClr val="bg1">
                  <a:lumMod val="75000"/>
                </a:schemeClr>
              </a:solidFill>
              <a:latin typeface="Bahnschrift" pitchFamily="34" charset="0"/>
            </a:endParaRPr>
          </a:p>
          <a:p>
            <a:r>
              <a:rPr lang="en-US" sz="1800" dirty="0" smtClean="0">
                <a:solidFill>
                  <a:schemeClr val="bg1">
                    <a:lumMod val="75000"/>
                  </a:schemeClr>
                </a:solidFill>
                <a:latin typeface="Bahnschrift" pitchFamily="34" charset="0"/>
              </a:rPr>
              <a:t>July 2025</a:t>
            </a:r>
            <a:endParaRPr sz="1800" dirty="0">
              <a:solidFill>
                <a:schemeClr val="bg1">
                  <a:lumMod val="75000"/>
                </a:schemeClr>
              </a:solidFill>
              <a:latin typeface="Bahnschrift" pitchFamily="34" charset="0"/>
            </a:endParaRPr>
          </a:p>
        </p:txBody>
      </p:sp>
      <p:pic>
        <p:nvPicPr>
          <p:cNvPr id="4" name="Picture 3" descr="A logo with lines in a black background&#10;&#10;Description automatically generated">
            <a:extLst>
              <a:ext uri="{FF2B5EF4-FFF2-40B4-BE49-F238E27FC236}">
                <a16:creationId xmlns="" xmlns:a16="http://schemas.microsoft.com/office/drawing/2014/main" id="{B769A9BB-68EA-F9F6-0ECB-37D6968A9D6F}"/>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 xmlns:a16="http://schemas.microsoft.com/office/drawing/2014/main" id="{2D627D9A-CDBE-20A9-3FA1-63D5E507D783}"/>
              </a:ext>
            </a:extLst>
          </p:cNvPr>
          <p:cNvSpPr>
            <a:spLocks noGrp="1"/>
          </p:cNvSpPr>
          <p:nvPr>
            <p:ph type="ftr" sz="quarter" idx="11"/>
          </p:nvPr>
        </p:nvSpPr>
        <p:spPr/>
        <p:txBody>
          <a:bodyPr/>
          <a:lstStyle/>
          <a:p>
            <a:r>
              <a:rPr lang="en-US" dirty="0"/>
              <a:t>Navigating the Future of Learning​</a:t>
            </a:r>
          </a:p>
        </p:txBody>
      </p:sp>
      <p:pic>
        <p:nvPicPr>
          <p:cNvPr id="13" name="Picture 12">
            <a:extLst>
              <a:ext uri="{FF2B5EF4-FFF2-40B4-BE49-F238E27FC236}">
                <a16:creationId xmlns="" xmlns:a16="http://schemas.microsoft.com/office/drawing/2014/main" id="{8E4B4487-5609-54AF-1FCA-AB3F6B737A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1782" y="3779506"/>
            <a:ext cx="3789475" cy="1467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876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626D0CFA-48B8-3E4B-1A49-D1519B52371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54FF0842-65B7-CA57-2F5A-D61967EF9A86}"/>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 xmlns:a16="http://schemas.microsoft.com/office/drawing/2014/main" id="{086E1CFB-A153-D93E-36A4-626934EA70A2}"/>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 xmlns:a16="http://schemas.microsoft.com/office/drawing/2014/main" id="{FD0E1369-B664-5A34-37EB-F2E23636CCE2}"/>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1416A07B-D1C1-CCF8-D7C5-0E48127EB26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 xmlns:a16="http://schemas.microsoft.com/office/drawing/2014/main" id="{E5C46304-707F-3EF8-C7C9-2F0B0A921B4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 xmlns:a16="http://schemas.microsoft.com/office/drawing/2014/main" id="{C9764481-C48B-F71F-0C2D-6C544B78BD03}"/>
              </a:ext>
            </a:extLst>
          </p:cNvPr>
          <p:cNvSpPr txBox="1">
            <a:spLocks noGrp="1"/>
          </p:cNvSpPr>
          <p:nvPr/>
        </p:nvSpPr>
        <p:spPr>
          <a:xfrm>
            <a:off x="2289667" y="999911"/>
            <a:ext cx="9903831" cy="1015073"/>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4600" b="1" dirty="0">
                <a:solidFill>
                  <a:schemeClr val="tx1"/>
                </a:solidFill>
              </a:rPr>
              <a:t>workflow </a:t>
            </a:r>
            <a:r>
              <a:rPr lang="en-IN" sz="4600" b="1" dirty="0" smtClean="0">
                <a:solidFill>
                  <a:schemeClr val="tx1"/>
                </a:solidFill>
              </a:rPr>
              <a:t>vs. </a:t>
            </a:r>
            <a:r>
              <a:rPr lang="en-IN" sz="4600" b="1" dirty="0">
                <a:solidFill>
                  <a:schemeClr val="tx1"/>
                </a:solidFill>
              </a:rPr>
              <a:t>agent</a:t>
            </a:r>
            <a:r>
              <a:rPr lang="en-US" sz="4600" b="1" dirty="0">
                <a:solidFill>
                  <a:schemeClr val="tx1"/>
                </a:solidFill>
              </a:rPr>
              <a:t> </a:t>
            </a:r>
            <a:endParaRPr sz="4600" b="1" dirty="0">
              <a:solidFill>
                <a:schemeClr val="tx1"/>
              </a:solidFill>
            </a:endParaRPr>
          </a:p>
        </p:txBody>
      </p:sp>
      <p:sp>
        <p:nvSpPr>
          <p:cNvPr id="16" name="Google Shape;144;p1">
            <a:extLst>
              <a:ext uri="{FF2B5EF4-FFF2-40B4-BE49-F238E27FC236}">
                <a16:creationId xmlns="" xmlns:a16="http://schemas.microsoft.com/office/drawing/2014/main" id="{BBED11E4-2954-95E1-DDA9-5E0CD86221C7}"/>
              </a:ext>
            </a:extLst>
          </p:cNvPr>
          <p:cNvSpPr txBox="1">
            <a:spLocks noGrp="1"/>
          </p:cNvSpPr>
          <p:nvPr/>
        </p:nvSpPr>
        <p:spPr>
          <a:xfrm>
            <a:off x="2427515" y="2380180"/>
            <a:ext cx="7718487" cy="29247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L="914400" marR="0" lvl="1" indent="-381000" algn="ctr" rtl="0">
              <a:lnSpc>
                <a:spcPct val="90000"/>
              </a:lnSpc>
              <a:spcBef>
                <a:spcPts val="600"/>
              </a:spcBef>
              <a:spcAft>
                <a:spcPts val="0"/>
              </a:spcAft>
              <a:buClr>
                <a:srgbClr val="92979C"/>
              </a:buClr>
              <a:buSzPts val="2400"/>
              <a:buFont typeface="Arial"/>
              <a:buNone/>
              <a:defRPr sz="2400" b="0" i="0" u="none" strike="noStrike" cap="none">
                <a:solidFill>
                  <a:srgbClr val="92979C"/>
                </a:solidFill>
                <a:latin typeface="Arial"/>
                <a:ea typeface="Arial"/>
                <a:cs typeface="Arial"/>
                <a:sym typeface="Arial"/>
              </a:defRPr>
            </a:lvl2pPr>
            <a:lvl3pPr marL="1371600" marR="0" lvl="2" indent="-355600" algn="ctr" rtl="0">
              <a:lnSpc>
                <a:spcPct val="90000"/>
              </a:lnSpc>
              <a:spcBef>
                <a:spcPts val="600"/>
              </a:spcBef>
              <a:spcAft>
                <a:spcPts val="0"/>
              </a:spcAft>
              <a:buClr>
                <a:srgbClr val="92979C"/>
              </a:buClr>
              <a:buSzPts val="2000"/>
              <a:buFont typeface="Arial"/>
              <a:buNone/>
              <a:defRPr sz="2000" b="0" i="0" u="none" strike="noStrike" cap="none">
                <a:solidFill>
                  <a:srgbClr val="92979C"/>
                </a:solidFill>
                <a:latin typeface="Arial"/>
                <a:ea typeface="Arial"/>
                <a:cs typeface="Arial"/>
                <a:sym typeface="Arial"/>
              </a:defRPr>
            </a:lvl3pPr>
            <a:lvl4pPr marL="1828800" marR="0" lvl="3"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4pPr>
            <a:lvl5pPr marL="2286000" marR="0" lvl="4"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5pPr>
            <a:lvl6pPr marL="2743200" marR="0" lvl="5"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6pPr>
            <a:lvl7pPr marL="3200400" marR="0" lvl="6"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7pPr>
            <a:lvl8pPr marL="3657600" marR="0" lvl="7"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8pPr>
            <a:lvl9pPr marL="4114800" marR="0" lvl="8"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9pPr>
          </a:lstStyle>
          <a:p>
            <a:pPr indent="-457200">
              <a:lnSpc>
                <a:spcPct val="100000"/>
              </a:lnSpc>
              <a:buFont typeface="Arial" panose="020B0604020202020204" pitchFamily="34" charset="0"/>
              <a:buChar char="•"/>
            </a:pPr>
            <a:r>
              <a:rPr lang="en-US" sz="2000" dirty="0">
                <a:latin typeface="Bahnschrift SemiLight" pitchFamily="34" charset="0"/>
              </a:rPr>
              <a:t>Basics </a:t>
            </a:r>
            <a:r>
              <a:rPr lang="en-US" sz="2000" dirty="0" smtClean="0">
                <a:latin typeface="Bahnschrift SemiLight" pitchFamily="34" charset="0"/>
              </a:rPr>
              <a:t>?</a:t>
            </a:r>
            <a:endParaRPr lang="en-US" sz="2000" dirty="0">
              <a:latin typeface="Bahnschrift SemiLight" pitchFamily="34" charset="0"/>
            </a:endParaRPr>
          </a:p>
          <a:p>
            <a:pPr lvl="1" indent="-457200" algn="l">
              <a:lnSpc>
                <a:spcPct val="100000"/>
              </a:lnSpc>
              <a:buFont typeface="Arial" pitchFamily="34" charset="0"/>
              <a:buChar char="•"/>
            </a:pPr>
            <a:r>
              <a:rPr lang="en-US" sz="2000" dirty="0" smtClean="0">
                <a:solidFill>
                  <a:schemeClr val="dk1"/>
                </a:solidFill>
                <a:latin typeface="Bahnschrift SemiLight" pitchFamily="34" charset="0"/>
              </a:rPr>
              <a:t>typeDictionary</a:t>
            </a:r>
          </a:p>
          <a:p>
            <a:pPr lvl="1" indent="-457200" algn="l">
              <a:lnSpc>
                <a:spcPct val="100000"/>
              </a:lnSpc>
              <a:buFont typeface="Arial" pitchFamily="34" charset="0"/>
              <a:buChar char="•"/>
            </a:pPr>
            <a:r>
              <a:rPr lang="en-US" sz="2000" dirty="0" smtClean="0">
                <a:solidFill>
                  <a:schemeClr val="dk1"/>
                </a:solidFill>
                <a:latin typeface="Bahnschrift SemiLight" pitchFamily="34" charset="0"/>
              </a:rPr>
              <a:t>Pydantic</a:t>
            </a:r>
            <a:endParaRPr lang="en-US" sz="2000" dirty="0" smtClean="0">
              <a:latin typeface="Bahnschrift SemiLight" pitchFamily="34" charset="0"/>
            </a:endParaRPr>
          </a:p>
          <a:p>
            <a:pPr indent="-457200">
              <a:lnSpc>
                <a:spcPct val="100000"/>
              </a:lnSpc>
              <a:buFont typeface="Arial" panose="020B0604020202020204" pitchFamily="34" charset="0"/>
              <a:buChar char="•"/>
            </a:pPr>
            <a:r>
              <a:rPr lang="en-US" sz="2000" dirty="0" smtClean="0">
                <a:latin typeface="Bahnschrift SemiLight" pitchFamily="34" charset="0"/>
              </a:rPr>
              <a:t>JsonOutputParser</a:t>
            </a:r>
          </a:p>
          <a:p>
            <a:pPr indent="-457200">
              <a:lnSpc>
                <a:spcPct val="100000"/>
              </a:lnSpc>
              <a:buFont typeface="Arial" panose="020B0604020202020204" pitchFamily="34" charset="0"/>
              <a:buChar char="•"/>
            </a:pPr>
            <a:r>
              <a:rPr lang="en-US" sz="2000" dirty="0" smtClean="0">
                <a:latin typeface="Bahnschrift SemiLight" pitchFamily="34" charset="0"/>
              </a:rPr>
              <a:t>StructuredoutputParser</a:t>
            </a:r>
          </a:p>
          <a:p>
            <a:pPr indent="-457200">
              <a:lnSpc>
                <a:spcPct val="100000"/>
              </a:lnSpc>
              <a:buFont typeface="Arial" panose="020B0604020202020204" pitchFamily="34" charset="0"/>
              <a:buChar char="•"/>
            </a:pPr>
            <a:r>
              <a:rPr lang="en-US" sz="2000" dirty="0" smtClean="0">
                <a:latin typeface="Bahnschrift SemiLight" pitchFamily="34" charset="0"/>
              </a:rPr>
              <a:t>Pydanticoutparser</a:t>
            </a:r>
          </a:p>
          <a:p>
            <a:pPr indent="-457200">
              <a:buFont typeface="Arial" panose="020B0604020202020204" pitchFamily="34" charset="0"/>
              <a:buChar char="•"/>
            </a:pPr>
            <a:endParaRPr lang="en-US" sz="2000" dirty="0">
              <a:latin typeface="Bahnschrift SemiLight" pitchFamily="34" charset="0"/>
            </a:endParaRPr>
          </a:p>
        </p:txBody>
      </p:sp>
      <p:pic>
        <p:nvPicPr>
          <p:cNvPr id="4" name="Picture 3" descr="A logo with lines in a black background&#10;&#10;Description automatically generated">
            <a:extLst>
              <a:ext uri="{FF2B5EF4-FFF2-40B4-BE49-F238E27FC236}">
                <a16:creationId xmlns="" xmlns:a16="http://schemas.microsoft.com/office/drawing/2014/main" id="{D2D9B059-AD2D-F678-3DA7-C8E036931FCD}"/>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 xmlns:a16="http://schemas.microsoft.com/office/drawing/2014/main" id="{4E035956-D152-CBA4-26F1-D6ED7ADD0543}"/>
              </a:ext>
            </a:extLst>
          </p:cNvPr>
          <p:cNvSpPr>
            <a:spLocks noGrp="1"/>
          </p:cNvSpPr>
          <p:nvPr>
            <p:ph type="ftr" sz="quarter" idx="11"/>
          </p:nvPr>
        </p:nvSpPr>
        <p:spPr/>
        <p:txBody>
          <a:bodyPr/>
          <a:lstStyle/>
          <a:p>
            <a:r>
              <a:rPr lang="en-US" dirty="0"/>
              <a:t>Navigating the Future of Learning​</a:t>
            </a:r>
          </a:p>
        </p:txBody>
      </p:sp>
    </p:spTree>
    <p:extLst>
      <p:ext uri="{BB962C8B-B14F-4D97-AF65-F5344CB8AC3E}">
        <p14:creationId xmlns:p14="http://schemas.microsoft.com/office/powerpoint/2010/main" val="2724362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96661"/>
            <a:ext cx="9531927" cy="538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1800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1329" y="43124"/>
            <a:ext cx="3604780" cy="6814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098473" y="750603"/>
            <a:ext cx="6486526" cy="646331"/>
          </a:xfrm>
          <a:prstGeom prst="rect">
            <a:avLst/>
          </a:prstGeom>
        </p:spPr>
        <p:txBody>
          <a:bodyPr wrap="square">
            <a:spAutoFit/>
          </a:bodyPr>
          <a:lstStyle/>
          <a:p>
            <a:r>
              <a:rPr lang="en-US" dirty="0" smtClean="0"/>
              <a:t>The </a:t>
            </a:r>
            <a:r>
              <a:rPr lang="en-US" dirty="0" smtClean="0">
                <a:latin typeface="Bahnschrift" pitchFamily="34" charset="0"/>
              </a:rPr>
              <a:t>Flowchart</a:t>
            </a:r>
            <a:r>
              <a:rPr lang="en-US" dirty="0" smtClean="0"/>
              <a:t> </a:t>
            </a:r>
            <a:r>
              <a:rPr lang="en-US" dirty="0"/>
              <a:t>which is showing it is not an </a:t>
            </a:r>
            <a:r>
              <a:rPr lang="en-US" dirty="0" smtClean="0"/>
              <a:t>agentic application </a:t>
            </a:r>
            <a:r>
              <a:rPr lang="en-US" dirty="0"/>
              <a:t>but it is workflow</a:t>
            </a:r>
            <a:endParaRPr lang="en-IN" dirty="0"/>
          </a:p>
        </p:txBody>
      </p:sp>
      <p:sp>
        <p:nvSpPr>
          <p:cNvPr id="3" name="Rectangle 2"/>
          <p:cNvSpPr/>
          <p:nvPr/>
        </p:nvSpPr>
        <p:spPr>
          <a:xfrm>
            <a:off x="4959926" y="2619565"/>
            <a:ext cx="7038109" cy="861774"/>
          </a:xfrm>
          <a:prstGeom prst="rect">
            <a:avLst/>
          </a:prstGeom>
          <a:ln>
            <a:solidFill>
              <a:srgbClr val="00D05E"/>
            </a:solidFill>
          </a:ln>
        </p:spPr>
        <p:txBody>
          <a:bodyPr wrap="square">
            <a:spAutoFit/>
          </a:bodyPr>
          <a:lstStyle/>
          <a:p>
            <a:r>
              <a:rPr lang="en-US" sz="1600" dirty="0"/>
              <a:t>above flow chart is already made and every time this flow chart is displayed in he same order and it will be executed in the same order and this flow chart is developed by developer that's why we called it </a:t>
            </a:r>
            <a:r>
              <a:rPr lang="en-US" dirty="0">
                <a:solidFill>
                  <a:schemeClr val="accent1"/>
                </a:solidFill>
              </a:rPr>
              <a:t>workflow</a:t>
            </a:r>
            <a:r>
              <a:rPr lang="en-US" dirty="0"/>
              <a:t> </a:t>
            </a:r>
            <a:r>
              <a:rPr lang="en-US" sz="1600" dirty="0"/>
              <a:t>not agent</a:t>
            </a:r>
            <a:endParaRPr lang="en-IN" sz="1600" dirty="0"/>
          </a:p>
        </p:txBody>
      </p:sp>
      <p:sp>
        <p:nvSpPr>
          <p:cNvPr id="5" name="Rectangle 4"/>
          <p:cNvSpPr/>
          <p:nvPr/>
        </p:nvSpPr>
        <p:spPr>
          <a:xfrm>
            <a:off x="4959925" y="3687818"/>
            <a:ext cx="7038109" cy="1107996"/>
          </a:xfrm>
          <a:prstGeom prst="rect">
            <a:avLst/>
          </a:prstGeom>
          <a:ln>
            <a:solidFill>
              <a:schemeClr val="accent6">
                <a:lumMod val="60000"/>
                <a:lumOff val="40000"/>
              </a:schemeClr>
            </a:solidFill>
          </a:ln>
        </p:spPr>
        <p:txBody>
          <a:bodyPr wrap="square">
            <a:spAutoFit/>
          </a:bodyPr>
          <a:lstStyle/>
          <a:p>
            <a:r>
              <a:rPr lang="en-US" sz="1600" dirty="0"/>
              <a:t>in case of </a:t>
            </a:r>
            <a:r>
              <a:rPr lang="en-US" dirty="0">
                <a:solidFill>
                  <a:schemeClr val="accent1"/>
                </a:solidFill>
              </a:rPr>
              <a:t>agent</a:t>
            </a:r>
            <a:r>
              <a:rPr lang="en-US" b="1" dirty="0">
                <a:solidFill>
                  <a:schemeClr val="accent1"/>
                </a:solidFill>
              </a:rPr>
              <a:t> </a:t>
            </a:r>
            <a:r>
              <a:rPr lang="en-US" sz="1600" dirty="0"/>
              <a:t>the complete flow chart will be made for agent and it will by dynamic.</a:t>
            </a:r>
          </a:p>
          <a:p>
            <a:r>
              <a:rPr lang="en-US" sz="1600" dirty="0"/>
              <a:t>first run there will be another flow chart and second run there will be another flow chart</a:t>
            </a:r>
            <a:endParaRPr lang="en-IN" sz="1600" dirty="0"/>
          </a:p>
        </p:txBody>
      </p:sp>
    </p:spTree>
    <p:extLst>
      <p:ext uri="{BB962C8B-B14F-4D97-AF65-F5344CB8AC3E}">
        <p14:creationId xmlns:p14="http://schemas.microsoft.com/office/powerpoint/2010/main" val="21556047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 name="Rectangle 2"/>
          <p:cNvSpPr/>
          <p:nvPr/>
        </p:nvSpPr>
        <p:spPr>
          <a:xfrm>
            <a:off x="2382981" y="1096926"/>
            <a:ext cx="9282546" cy="338554"/>
          </a:xfrm>
          <a:prstGeom prst="rect">
            <a:avLst/>
          </a:prstGeom>
        </p:spPr>
        <p:txBody>
          <a:bodyPr wrap="square">
            <a:spAutoFit/>
          </a:bodyPr>
          <a:lstStyle/>
          <a:p>
            <a:r>
              <a:rPr lang="en-US" sz="1600" dirty="0"/>
              <a:t>are system where llm and tool are orchestrated through predefined code path</a:t>
            </a:r>
          </a:p>
        </p:txBody>
      </p:sp>
      <p:grpSp>
        <p:nvGrpSpPr>
          <p:cNvPr id="10" name="Group 9"/>
          <p:cNvGrpSpPr/>
          <p:nvPr/>
        </p:nvGrpSpPr>
        <p:grpSpPr>
          <a:xfrm>
            <a:off x="1599548" y="381272"/>
            <a:ext cx="1559288" cy="369332"/>
            <a:chOff x="1599548" y="381272"/>
            <a:chExt cx="1559288" cy="369332"/>
          </a:xfrm>
        </p:grpSpPr>
        <p:sp>
          <p:nvSpPr>
            <p:cNvPr id="2" name="Rectangle 1"/>
            <p:cNvSpPr/>
            <p:nvPr/>
          </p:nvSpPr>
          <p:spPr>
            <a:xfrm>
              <a:off x="1599548" y="381272"/>
              <a:ext cx="1168910" cy="369332"/>
            </a:xfrm>
            <a:prstGeom prst="rect">
              <a:avLst/>
            </a:prstGeom>
          </p:spPr>
          <p:txBody>
            <a:bodyPr wrap="none">
              <a:spAutoFit/>
            </a:bodyPr>
            <a:lstStyle/>
            <a:p>
              <a:r>
                <a:rPr lang="en-IN" dirty="0">
                  <a:latin typeface="Bahnschrift" pitchFamily="34" charset="0"/>
                </a:rPr>
                <a:t>Workflow</a:t>
              </a:r>
            </a:p>
          </p:txBody>
        </p:sp>
        <p:cxnSp>
          <p:nvCxnSpPr>
            <p:cNvPr id="5" name="Straight Connector 4"/>
            <p:cNvCxnSpPr/>
            <p:nvPr/>
          </p:nvCxnSpPr>
          <p:spPr>
            <a:xfrm>
              <a:off x="1599548" y="750604"/>
              <a:ext cx="155928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1603337" y="2925253"/>
            <a:ext cx="2525318" cy="369332"/>
            <a:chOff x="1603337" y="2925253"/>
            <a:chExt cx="2525318" cy="369332"/>
          </a:xfrm>
        </p:grpSpPr>
        <p:sp>
          <p:nvSpPr>
            <p:cNvPr id="11" name="Rectangle 10"/>
            <p:cNvSpPr/>
            <p:nvPr/>
          </p:nvSpPr>
          <p:spPr>
            <a:xfrm>
              <a:off x="1642744" y="2925253"/>
              <a:ext cx="2446504" cy="369332"/>
            </a:xfrm>
            <a:prstGeom prst="rect">
              <a:avLst/>
            </a:prstGeom>
          </p:spPr>
          <p:txBody>
            <a:bodyPr wrap="none">
              <a:spAutoFit/>
            </a:bodyPr>
            <a:lstStyle/>
            <a:p>
              <a:r>
                <a:rPr lang="en-IN" dirty="0" smtClean="0">
                  <a:latin typeface="Bahnschrift" pitchFamily="34" charset="0"/>
                </a:rPr>
                <a:t>Agentic </a:t>
              </a:r>
              <a:r>
                <a:rPr lang="en-IN" dirty="0">
                  <a:latin typeface="Bahnschrift" pitchFamily="34" charset="0"/>
                </a:rPr>
                <a:t>AI </a:t>
              </a:r>
              <a:r>
                <a:rPr lang="en-IN" dirty="0" smtClean="0">
                  <a:latin typeface="Bahnschrift" pitchFamily="34" charset="0"/>
                </a:rPr>
                <a:t>Application</a:t>
              </a:r>
              <a:endParaRPr lang="en-IN" dirty="0">
                <a:latin typeface="Bahnschrift" pitchFamily="34" charset="0"/>
              </a:endParaRPr>
            </a:p>
          </p:txBody>
        </p:sp>
        <p:cxnSp>
          <p:nvCxnSpPr>
            <p:cNvPr id="14" name="Straight Connector 13"/>
            <p:cNvCxnSpPr/>
            <p:nvPr/>
          </p:nvCxnSpPr>
          <p:spPr>
            <a:xfrm>
              <a:off x="1603337" y="3294585"/>
              <a:ext cx="252531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5" name="Rectangle 14"/>
          <p:cNvSpPr/>
          <p:nvPr/>
        </p:nvSpPr>
        <p:spPr>
          <a:xfrm>
            <a:off x="1981199" y="3549225"/>
            <a:ext cx="9684327" cy="584775"/>
          </a:xfrm>
          <a:prstGeom prst="rect">
            <a:avLst/>
          </a:prstGeom>
        </p:spPr>
        <p:txBody>
          <a:bodyPr wrap="square">
            <a:spAutoFit/>
          </a:bodyPr>
          <a:lstStyle/>
          <a:p>
            <a:r>
              <a:rPr lang="en-US" sz="1600" dirty="0"/>
              <a:t>on the </a:t>
            </a:r>
            <a:r>
              <a:rPr lang="en-US" sz="1600" dirty="0" smtClean="0"/>
              <a:t>other </a:t>
            </a:r>
            <a:r>
              <a:rPr lang="en-US" sz="1600" dirty="0"/>
              <a:t>hand ,agent are those system where </a:t>
            </a:r>
            <a:r>
              <a:rPr lang="en-US" sz="1600" dirty="0" smtClean="0"/>
              <a:t>llm </a:t>
            </a:r>
            <a:r>
              <a:rPr lang="en-US" sz="1600" dirty="0"/>
              <a:t>dynamically direct their own process and tool usage ,maintaining control over how the </a:t>
            </a:r>
            <a:r>
              <a:rPr lang="en-US" sz="1600" dirty="0" smtClean="0"/>
              <a:t>accomplish task</a:t>
            </a:r>
            <a:endParaRPr lang="en-IN" sz="1600" dirty="0"/>
          </a:p>
        </p:txBody>
      </p:sp>
    </p:spTree>
    <p:extLst>
      <p:ext uri="{BB962C8B-B14F-4D97-AF65-F5344CB8AC3E}">
        <p14:creationId xmlns:p14="http://schemas.microsoft.com/office/powerpoint/2010/main" val="2383298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4228965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16070861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Tree>
    <p:extLst>
      <p:ext uri="{BB962C8B-B14F-4D97-AF65-F5344CB8AC3E}">
        <p14:creationId xmlns:p14="http://schemas.microsoft.com/office/powerpoint/2010/main" val="9556393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22899</TotalTime>
  <Words>233</Words>
  <Application>Microsoft Office PowerPoint</Application>
  <PresentationFormat>Custom</PresentationFormat>
  <Paragraphs>47</Paragraphs>
  <Slides>8</Slides>
  <Notes>6</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975</cp:revision>
  <dcterms:created xsi:type="dcterms:W3CDTF">2024-01-26T15:11:46Z</dcterms:created>
  <dcterms:modified xsi:type="dcterms:W3CDTF">2025-07-30T06:26:39Z</dcterms:modified>
</cp:coreProperties>
</file>