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453" r:id="rId2"/>
    <p:sldId id="440" r:id="rId3"/>
    <p:sldId id="463" r:id="rId4"/>
    <p:sldId id="467" r:id="rId5"/>
    <p:sldId id="468" r:id="rId6"/>
    <p:sldId id="466" r:id="rId7"/>
    <p:sldId id="465" r:id="rId8"/>
    <p:sldId id="464" r:id="rId9"/>
    <p:sldId id="422" r:id="rId10"/>
    <p:sldId id="45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pendix" id="{F7019FAC-E7A5-43E9-B9F1-CAF1DA55EE0C}">
          <p14:sldIdLst>
            <p14:sldId id="453"/>
          </p14:sldIdLst>
        </p14:section>
        <p14:section name="HumanInLoop" id="{715A6233-8BF5-4DAC-B82E-82249394E205}">
          <p14:sldIdLst>
            <p14:sldId id="440"/>
            <p14:sldId id="463"/>
            <p14:sldId id="467"/>
            <p14:sldId id="468"/>
            <p14:sldId id="466"/>
            <p14:sldId id="465"/>
            <p14:sldId id="464"/>
          </p14:sldIdLst>
        </p14:section>
        <p14:section name="Command object" id="{05022809-0706-400D-8FB6-E1413D633C5E}">
          <p14:sldIdLst>
            <p14:sldId id="422"/>
            <p14:sldId id="454"/>
          </p14:sldIdLst>
        </p14:section>
      </p14:sectionLst>
    </p:ex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C2FF"/>
    <a:srgbClr val="FF4519"/>
    <a:srgbClr val="00D05E"/>
    <a:srgbClr val="00CC99"/>
    <a:srgbClr val="FF0066"/>
    <a:srgbClr val="CC3300"/>
    <a:srgbClr val="FF3399"/>
    <a:srgbClr val="FF66FF"/>
    <a:srgbClr val="D7C055"/>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9639D9-3454-46DB-98F0-5734C90B24A8}" v="162" dt="2024-02-29T03:48:59.932"/>
    <p1510:client id="{51280DD5-E729-4BD7-8A9F-98443B307215}" v="2" dt="2024-02-29T02:44:09.918"/>
    <p1510:client id="{F06999DA-40BE-4997-8D18-97380D22DED5}" v="101" dt="2024-02-29T15:35:34.92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633" autoAdjust="0"/>
    <p:restoredTop sz="86073" autoAdjust="0"/>
  </p:normalViewPr>
  <p:slideViewPr>
    <p:cSldViewPr snapToGrid="0">
      <p:cViewPr>
        <p:scale>
          <a:sx n="80" d="100"/>
          <a:sy n="80" d="100"/>
        </p:scale>
        <p:origin x="-258" y="4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58C147-18C2-4D33-BF56-E30CA9229223}" type="datetimeFigureOut">
              <a:rPr lang="en-IN" smtClean="0"/>
              <a:t>02-04-2026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A3E4B8-F9DF-4F9A-BB59-93920507C31C}" type="slidenum">
              <a:rPr lang="en-IN" smtClean="0"/>
              <a:t>‹#›</a:t>
            </a:fld>
            <a:endParaRPr lang="en-IN" dirty="0"/>
          </a:p>
        </p:txBody>
      </p:sp>
    </p:spTree>
    <p:extLst>
      <p:ext uri="{BB962C8B-B14F-4D97-AF65-F5344CB8AC3E}">
        <p14:creationId xmlns:p14="http://schemas.microsoft.com/office/powerpoint/2010/main" val="1417987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4662A70-DFBD-127F-D5CC-9B0F1A56272C}"/>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6F420B84-9022-B7D2-9C67-0FDA0433D49D}"/>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3AC76129-7A35-2EDC-3B76-87ED8A841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 xmlns:a16="http://schemas.microsoft.com/office/drawing/2014/main" id="{2BF5D66A-BD02-F7EA-3FAB-C98B27E37E51}"/>
              </a:ext>
            </a:extLst>
          </p:cNvPr>
          <p:cNvSpPr>
            <a:spLocks noGrp="1"/>
          </p:cNvSpPr>
          <p:nvPr>
            <p:ph type="sldNum" sz="quarter" idx="5"/>
          </p:nvPr>
        </p:nvSpPr>
        <p:spPr/>
        <p:txBody>
          <a:bodyPr/>
          <a:lstStyle/>
          <a:p>
            <a:fld id="{37A3E4B8-F9DF-4F9A-BB59-93920507C31C}" type="slidenum">
              <a:rPr lang="en-IN" smtClean="0"/>
              <a:t>2</a:t>
            </a:fld>
            <a:endParaRPr lang="en-IN" dirty="0"/>
          </a:p>
        </p:txBody>
      </p:sp>
    </p:spTree>
    <p:extLst>
      <p:ext uri="{BB962C8B-B14F-4D97-AF65-F5344CB8AC3E}">
        <p14:creationId xmlns:p14="http://schemas.microsoft.com/office/powerpoint/2010/main" val="18470044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4662A70-DFBD-127F-D5CC-9B0F1A56272C}"/>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6F420B84-9022-B7D2-9C67-0FDA0433D49D}"/>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3AC76129-7A35-2EDC-3B76-87ED8A841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 xmlns:a16="http://schemas.microsoft.com/office/drawing/2014/main" id="{2BF5D66A-BD02-F7EA-3FAB-C98B27E37E51}"/>
              </a:ext>
            </a:extLst>
          </p:cNvPr>
          <p:cNvSpPr>
            <a:spLocks noGrp="1"/>
          </p:cNvSpPr>
          <p:nvPr>
            <p:ph type="sldNum" sz="quarter" idx="5"/>
          </p:nvPr>
        </p:nvSpPr>
        <p:spPr/>
        <p:txBody>
          <a:bodyPr/>
          <a:lstStyle/>
          <a:p>
            <a:fld id="{37A3E4B8-F9DF-4F9A-BB59-93920507C31C}" type="slidenum">
              <a:rPr lang="en-IN" smtClean="0"/>
              <a:t>3</a:t>
            </a:fld>
            <a:endParaRPr lang="en-IN" dirty="0"/>
          </a:p>
        </p:txBody>
      </p:sp>
    </p:spTree>
    <p:extLst>
      <p:ext uri="{BB962C8B-B14F-4D97-AF65-F5344CB8AC3E}">
        <p14:creationId xmlns:p14="http://schemas.microsoft.com/office/powerpoint/2010/main" val="18470044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4662A70-DFBD-127F-D5CC-9B0F1A56272C}"/>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6F420B84-9022-B7D2-9C67-0FDA0433D49D}"/>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3AC76129-7A35-2EDC-3B76-87ED8A841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 xmlns:a16="http://schemas.microsoft.com/office/drawing/2014/main" id="{2BF5D66A-BD02-F7EA-3FAB-C98B27E37E51}"/>
              </a:ext>
            </a:extLst>
          </p:cNvPr>
          <p:cNvSpPr>
            <a:spLocks noGrp="1"/>
          </p:cNvSpPr>
          <p:nvPr>
            <p:ph type="sldNum" sz="quarter" idx="5"/>
          </p:nvPr>
        </p:nvSpPr>
        <p:spPr/>
        <p:txBody>
          <a:bodyPr/>
          <a:lstStyle/>
          <a:p>
            <a:fld id="{37A3E4B8-F9DF-4F9A-BB59-93920507C31C}" type="slidenum">
              <a:rPr lang="en-IN" smtClean="0"/>
              <a:t>4</a:t>
            </a:fld>
            <a:endParaRPr lang="en-IN" dirty="0"/>
          </a:p>
        </p:txBody>
      </p:sp>
    </p:spTree>
    <p:extLst>
      <p:ext uri="{BB962C8B-B14F-4D97-AF65-F5344CB8AC3E}">
        <p14:creationId xmlns:p14="http://schemas.microsoft.com/office/powerpoint/2010/main" val="18470044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4662A70-DFBD-127F-D5CC-9B0F1A56272C}"/>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6F420B84-9022-B7D2-9C67-0FDA0433D49D}"/>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3AC76129-7A35-2EDC-3B76-87ED8A841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 xmlns:a16="http://schemas.microsoft.com/office/drawing/2014/main" id="{2BF5D66A-BD02-F7EA-3FAB-C98B27E37E51}"/>
              </a:ext>
            </a:extLst>
          </p:cNvPr>
          <p:cNvSpPr>
            <a:spLocks noGrp="1"/>
          </p:cNvSpPr>
          <p:nvPr>
            <p:ph type="sldNum" sz="quarter" idx="5"/>
          </p:nvPr>
        </p:nvSpPr>
        <p:spPr/>
        <p:txBody>
          <a:bodyPr/>
          <a:lstStyle/>
          <a:p>
            <a:fld id="{37A3E4B8-F9DF-4F9A-BB59-93920507C31C}" type="slidenum">
              <a:rPr lang="en-IN" smtClean="0"/>
              <a:t>5</a:t>
            </a:fld>
            <a:endParaRPr lang="en-IN" dirty="0"/>
          </a:p>
        </p:txBody>
      </p:sp>
    </p:spTree>
    <p:extLst>
      <p:ext uri="{BB962C8B-B14F-4D97-AF65-F5344CB8AC3E}">
        <p14:creationId xmlns:p14="http://schemas.microsoft.com/office/powerpoint/2010/main" val="18470044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4662A70-DFBD-127F-D5CC-9B0F1A56272C}"/>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6F420B84-9022-B7D2-9C67-0FDA0433D49D}"/>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3AC76129-7A35-2EDC-3B76-87ED8A841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 xmlns:a16="http://schemas.microsoft.com/office/drawing/2014/main" id="{2BF5D66A-BD02-F7EA-3FAB-C98B27E37E51}"/>
              </a:ext>
            </a:extLst>
          </p:cNvPr>
          <p:cNvSpPr>
            <a:spLocks noGrp="1"/>
          </p:cNvSpPr>
          <p:nvPr>
            <p:ph type="sldNum" sz="quarter" idx="5"/>
          </p:nvPr>
        </p:nvSpPr>
        <p:spPr/>
        <p:txBody>
          <a:bodyPr/>
          <a:lstStyle/>
          <a:p>
            <a:fld id="{37A3E4B8-F9DF-4F9A-BB59-93920507C31C}" type="slidenum">
              <a:rPr lang="en-IN" smtClean="0"/>
              <a:t>6</a:t>
            </a:fld>
            <a:endParaRPr lang="en-IN" dirty="0"/>
          </a:p>
        </p:txBody>
      </p:sp>
    </p:spTree>
    <p:extLst>
      <p:ext uri="{BB962C8B-B14F-4D97-AF65-F5344CB8AC3E}">
        <p14:creationId xmlns:p14="http://schemas.microsoft.com/office/powerpoint/2010/main" val="18470044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4662A70-DFBD-127F-D5CC-9B0F1A56272C}"/>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6F420B84-9022-B7D2-9C67-0FDA0433D49D}"/>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3AC76129-7A35-2EDC-3B76-87ED8A841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 xmlns:a16="http://schemas.microsoft.com/office/drawing/2014/main" id="{2BF5D66A-BD02-F7EA-3FAB-C98B27E37E51}"/>
              </a:ext>
            </a:extLst>
          </p:cNvPr>
          <p:cNvSpPr>
            <a:spLocks noGrp="1"/>
          </p:cNvSpPr>
          <p:nvPr>
            <p:ph type="sldNum" sz="quarter" idx="5"/>
          </p:nvPr>
        </p:nvSpPr>
        <p:spPr/>
        <p:txBody>
          <a:bodyPr/>
          <a:lstStyle/>
          <a:p>
            <a:fld id="{37A3E4B8-F9DF-4F9A-BB59-93920507C31C}" type="slidenum">
              <a:rPr lang="en-IN" smtClean="0"/>
              <a:t>7</a:t>
            </a:fld>
            <a:endParaRPr lang="en-IN" dirty="0"/>
          </a:p>
        </p:txBody>
      </p:sp>
    </p:spTree>
    <p:extLst>
      <p:ext uri="{BB962C8B-B14F-4D97-AF65-F5344CB8AC3E}">
        <p14:creationId xmlns:p14="http://schemas.microsoft.com/office/powerpoint/2010/main" val="18470044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4662A70-DFBD-127F-D5CC-9B0F1A56272C}"/>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6F420B84-9022-B7D2-9C67-0FDA0433D49D}"/>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3AC76129-7A35-2EDC-3B76-87ED8A841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 xmlns:a16="http://schemas.microsoft.com/office/drawing/2014/main" id="{2BF5D66A-BD02-F7EA-3FAB-C98B27E37E51}"/>
              </a:ext>
            </a:extLst>
          </p:cNvPr>
          <p:cNvSpPr>
            <a:spLocks noGrp="1"/>
          </p:cNvSpPr>
          <p:nvPr>
            <p:ph type="sldNum" sz="quarter" idx="5"/>
          </p:nvPr>
        </p:nvSpPr>
        <p:spPr/>
        <p:txBody>
          <a:bodyPr/>
          <a:lstStyle/>
          <a:p>
            <a:fld id="{37A3E4B8-F9DF-4F9A-BB59-93920507C31C}" type="slidenum">
              <a:rPr lang="en-IN" smtClean="0"/>
              <a:t>8</a:t>
            </a:fld>
            <a:endParaRPr lang="en-IN" dirty="0"/>
          </a:p>
        </p:txBody>
      </p:sp>
    </p:spTree>
    <p:extLst>
      <p:ext uri="{BB962C8B-B14F-4D97-AF65-F5344CB8AC3E}">
        <p14:creationId xmlns:p14="http://schemas.microsoft.com/office/powerpoint/2010/main" val="18470044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4662A70-DFBD-127F-D5CC-9B0F1A56272C}"/>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6F420B84-9022-B7D2-9C67-0FDA0433D49D}"/>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3AC76129-7A35-2EDC-3B76-87ED8A841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 xmlns:a16="http://schemas.microsoft.com/office/drawing/2014/main" id="{2BF5D66A-BD02-F7EA-3FAB-C98B27E37E51}"/>
              </a:ext>
            </a:extLst>
          </p:cNvPr>
          <p:cNvSpPr>
            <a:spLocks noGrp="1"/>
          </p:cNvSpPr>
          <p:nvPr>
            <p:ph type="sldNum" sz="quarter" idx="5"/>
          </p:nvPr>
        </p:nvSpPr>
        <p:spPr/>
        <p:txBody>
          <a:bodyPr/>
          <a:lstStyle/>
          <a:p>
            <a:fld id="{37A3E4B8-F9DF-4F9A-BB59-93920507C31C}" type="slidenum">
              <a:rPr lang="en-IN" smtClean="0"/>
              <a:t>9</a:t>
            </a:fld>
            <a:endParaRPr lang="en-IN" dirty="0"/>
          </a:p>
        </p:txBody>
      </p:sp>
    </p:spTree>
    <p:extLst>
      <p:ext uri="{BB962C8B-B14F-4D97-AF65-F5344CB8AC3E}">
        <p14:creationId xmlns:p14="http://schemas.microsoft.com/office/powerpoint/2010/main" val="18470044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4662A70-DFBD-127F-D5CC-9B0F1A56272C}"/>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6F420B84-9022-B7D2-9C67-0FDA0433D49D}"/>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3AC76129-7A35-2EDC-3B76-87ED8A841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 xmlns:a16="http://schemas.microsoft.com/office/drawing/2014/main" id="{2BF5D66A-BD02-F7EA-3FAB-C98B27E37E51}"/>
              </a:ext>
            </a:extLst>
          </p:cNvPr>
          <p:cNvSpPr>
            <a:spLocks noGrp="1"/>
          </p:cNvSpPr>
          <p:nvPr>
            <p:ph type="sldNum" sz="quarter" idx="5"/>
          </p:nvPr>
        </p:nvSpPr>
        <p:spPr/>
        <p:txBody>
          <a:bodyPr/>
          <a:lstStyle/>
          <a:p>
            <a:fld id="{37A3E4B8-F9DF-4F9A-BB59-93920507C31C}" type="slidenum">
              <a:rPr lang="en-IN" smtClean="0"/>
              <a:t>10</a:t>
            </a:fld>
            <a:endParaRPr lang="en-IN" dirty="0"/>
          </a:p>
        </p:txBody>
      </p:sp>
    </p:spTree>
    <p:extLst>
      <p:ext uri="{BB962C8B-B14F-4D97-AF65-F5344CB8AC3E}">
        <p14:creationId xmlns:p14="http://schemas.microsoft.com/office/powerpoint/2010/main" val="18470044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AFE4333-EDCB-768D-D694-4FA374C887C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 xmlns:a16="http://schemas.microsoft.com/office/drawing/2014/main" id="{6FB8F6BA-A771-5199-B454-4137B42B82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 xmlns:a16="http://schemas.microsoft.com/office/drawing/2014/main" id="{AB8C62A8-5E14-FA7C-D2D9-A91C5617AEE2}"/>
              </a:ext>
            </a:extLst>
          </p:cNvPr>
          <p:cNvSpPr>
            <a:spLocks noGrp="1"/>
          </p:cNvSpPr>
          <p:nvPr>
            <p:ph type="dt" sz="half" idx="10"/>
          </p:nvPr>
        </p:nvSpPr>
        <p:spPr/>
        <p:txBody>
          <a:bodyPr/>
          <a:lstStyle/>
          <a:p>
            <a:fld id="{617C7221-54BD-4A63-8AE7-749436A8A0E0}" type="datetime1">
              <a:rPr lang="en-US" smtClean="0"/>
              <a:t>4/2/2026</a:t>
            </a:fld>
            <a:endParaRPr lang="en-US" dirty="0"/>
          </a:p>
        </p:txBody>
      </p:sp>
      <p:sp>
        <p:nvSpPr>
          <p:cNvPr id="5" name="Footer Placeholder 4">
            <a:extLst>
              <a:ext uri="{FF2B5EF4-FFF2-40B4-BE49-F238E27FC236}">
                <a16:creationId xmlns="" xmlns:a16="http://schemas.microsoft.com/office/drawing/2014/main" id="{EA5CADB1-111D-22D3-EDB1-E043DC323ABF}"/>
              </a:ext>
            </a:extLst>
          </p:cNvPr>
          <p:cNvSpPr>
            <a:spLocks noGrp="1"/>
          </p:cNvSpPr>
          <p:nvPr>
            <p:ph type="ftr" sz="quarter" idx="11"/>
          </p:nvPr>
        </p:nvSpPr>
        <p:spPr/>
        <p:txBody>
          <a:bodyPr/>
          <a:lstStyle/>
          <a:p>
            <a:r>
              <a:rPr lang="en-US" dirty="0"/>
              <a:t>Navigating the Future of Learning​</a:t>
            </a:r>
          </a:p>
        </p:txBody>
      </p:sp>
      <p:sp>
        <p:nvSpPr>
          <p:cNvPr id="6" name="Slide Number Placeholder 5">
            <a:extLst>
              <a:ext uri="{FF2B5EF4-FFF2-40B4-BE49-F238E27FC236}">
                <a16:creationId xmlns="" xmlns:a16="http://schemas.microsoft.com/office/drawing/2014/main" id="{D733105E-4498-96A3-0C5F-A5E579283B92}"/>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26000954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EAE6418-E00D-D82B-5A6A-A2532DB41F1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 xmlns:a16="http://schemas.microsoft.com/office/drawing/2014/main" id="{F63E6B97-B778-7455-F70C-FD8D34E3F3D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 xmlns:a16="http://schemas.microsoft.com/office/drawing/2014/main" id="{34537FB2-C318-A7C1-BABA-0AC6FA5B35AC}"/>
              </a:ext>
            </a:extLst>
          </p:cNvPr>
          <p:cNvSpPr>
            <a:spLocks noGrp="1"/>
          </p:cNvSpPr>
          <p:nvPr>
            <p:ph type="dt" sz="half" idx="10"/>
          </p:nvPr>
        </p:nvSpPr>
        <p:spPr/>
        <p:txBody>
          <a:bodyPr/>
          <a:lstStyle/>
          <a:p>
            <a:fld id="{15296570-B1EA-4487-BE32-F708B8E167B2}" type="datetime1">
              <a:rPr lang="en-US" smtClean="0"/>
              <a:t>4/2/2026</a:t>
            </a:fld>
            <a:endParaRPr lang="en-US" dirty="0"/>
          </a:p>
        </p:txBody>
      </p:sp>
      <p:sp>
        <p:nvSpPr>
          <p:cNvPr id="5" name="Footer Placeholder 4">
            <a:extLst>
              <a:ext uri="{FF2B5EF4-FFF2-40B4-BE49-F238E27FC236}">
                <a16:creationId xmlns="" xmlns:a16="http://schemas.microsoft.com/office/drawing/2014/main" id="{914FC2A1-527D-0AA9-D04D-3D2766CE0E10}"/>
              </a:ext>
            </a:extLst>
          </p:cNvPr>
          <p:cNvSpPr>
            <a:spLocks noGrp="1"/>
          </p:cNvSpPr>
          <p:nvPr>
            <p:ph type="ftr" sz="quarter" idx="11"/>
          </p:nvPr>
        </p:nvSpPr>
        <p:spPr/>
        <p:txBody>
          <a:bodyPr/>
          <a:lstStyle/>
          <a:p>
            <a:r>
              <a:rPr lang="en-US" dirty="0"/>
              <a:t>Navigating the Future of Learning​</a:t>
            </a:r>
          </a:p>
        </p:txBody>
      </p:sp>
      <p:sp>
        <p:nvSpPr>
          <p:cNvPr id="6" name="Slide Number Placeholder 5">
            <a:extLst>
              <a:ext uri="{FF2B5EF4-FFF2-40B4-BE49-F238E27FC236}">
                <a16:creationId xmlns="" xmlns:a16="http://schemas.microsoft.com/office/drawing/2014/main" id="{81000CB2-5293-8DFA-B3B2-A0B592B46511}"/>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28063955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EC1FA87-C082-E0DD-3D37-67F1640E676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 xmlns:a16="http://schemas.microsoft.com/office/drawing/2014/main" id="{1B5F515E-EB4A-D143-3D90-D5CB688823B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 xmlns:a16="http://schemas.microsoft.com/office/drawing/2014/main" id="{88B15D29-75FB-CFE9-A973-A208274B95BA}"/>
              </a:ext>
            </a:extLst>
          </p:cNvPr>
          <p:cNvSpPr>
            <a:spLocks noGrp="1"/>
          </p:cNvSpPr>
          <p:nvPr>
            <p:ph type="dt" sz="half" idx="10"/>
          </p:nvPr>
        </p:nvSpPr>
        <p:spPr/>
        <p:txBody>
          <a:bodyPr/>
          <a:lstStyle/>
          <a:p>
            <a:fld id="{4F9442CB-DE38-41A3-9AEC-FC7F477AE398}" type="datetime1">
              <a:rPr lang="en-US" smtClean="0"/>
              <a:t>4/2/2026</a:t>
            </a:fld>
            <a:endParaRPr lang="en-US" dirty="0"/>
          </a:p>
        </p:txBody>
      </p:sp>
      <p:sp>
        <p:nvSpPr>
          <p:cNvPr id="5" name="Footer Placeholder 4">
            <a:extLst>
              <a:ext uri="{FF2B5EF4-FFF2-40B4-BE49-F238E27FC236}">
                <a16:creationId xmlns="" xmlns:a16="http://schemas.microsoft.com/office/drawing/2014/main" id="{E9168659-4604-1E12-A046-E65E9BFA0D3E}"/>
              </a:ext>
            </a:extLst>
          </p:cNvPr>
          <p:cNvSpPr>
            <a:spLocks noGrp="1"/>
          </p:cNvSpPr>
          <p:nvPr>
            <p:ph type="ftr" sz="quarter" idx="11"/>
          </p:nvPr>
        </p:nvSpPr>
        <p:spPr/>
        <p:txBody>
          <a:bodyPr/>
          <a:lstStyle/>
          <a:p>
            <a:r>
              <a:rPr lang="en-US" dirty="0"/>
              <a:t>Navigating the Future of Learning​</a:t>
            </a:r>
          </a:p>
        </p:txBody>
      </p:sp>
      <p:sp>
        <p:nvSpPr>
          <p:cNvPr id="6" name="Slide Number Placeholder 5">
            <a:extLst>
              <a:ext uri="{FF2B5EF4-FFF2-40B4-BE49-F238E27FC236}">
                <a16:creationId xmlns="" xmlns:a16="http://schemas.microsoft.com/office/drawing/2014/main" id="{86A55C1A-5CB6-A517-F4CC-78B642B353A1}"/>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4085473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F354BD7-8381-6AF7-2A34-97F11643219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 xmlns:a16="http://schemas.microsoft.com/office/drawing/2014/main" id="{745D5CF0-745C-8F39-DDFC-095163A6D86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 xmlns:a16="http://schemas.microsoft.com/office/drawing/2014/main" id="{D6F0486A-0B81-6F67-77F7-3933C250588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 xmlns:a16="http://schemas.microsoft.com/office/drawing/2014/main" id="{D29CEC8B-FF84-E5F1-CD4B-B7DEE25F0DBA}"/>
              </a:ext>
            </a:extLst>
          </p:cNvPr>
          <p:cNvSpPr>
            <a:spLocks noGrp="1"/>
          </p:cNvSpPr>
          <p:nvPr>
            <p:ph type="dt" sz="half" idx="10"/>
          </p:nvPr>
        </p:nvSpPr>
        <p:spPr/>
        <p:txBody>
          <a:bodyPr/>
          <a:lstStyle/>
          <a:p>
            <a:fld id="{4259B145-4D2C-4B0D-B0F3-3793104D85F9}" type="datetime1">
              <a:rPr lang="en-US" smtClean="0"/>
              <a:t>4/2/2026</a:t>
            </a:fld>
            <a:endParaRPr lang="en-US" dirty="0"/>
          </a:p>
        </p:txBody>
      </p:sp>
      <p:sp>
        <p:nvSpPr>
          <p:cNvPr id="6" name="Footer Placeholder 5">
            <a:extLst>
              <a:ext uri="{FF2B5EF4-FFF2-40B4-BE49-F238E27FC236}">
                <a16:creationId xmlns="" xmlns:a16="http://schemas.microsoft.com/office/drawing/2014/main" id="{083D1157-B890-E7C2-8551-9CFA55DF17F2}"/>
              </a:ext>
            </a:extLst>
          </p:cNvPr>
          <p:cNvSpPr>
            <a:spLocks noGrp="1"/>
          </p:cNvSpPr>
          <p:nvPr>
            <p:ph type="ftr" sz="quarter" idx="11"/>
          </p:nvPr>
        </p:nvSpPr>
        <p:spPr/>
        <p:txBody>
          <a:bodyPr/>
          <a:lstStyle/>
          <a:p>
            <a:r>
              <a:rPr lang="en-US" dirty="0"/>
              <a:t>Navigating the Future of Learning​</a:t>
            </a:r>
          </a:p>
        </p:txBody>
      </p:sp>
      <p:sp>
        <p:nvSpPr>
          <p:cNvPr id="7" name="Slide Number Placeholder 6">
            <a:extLst>
              <a:ext uri="{FF2B5EF4-FFF2-40B4-BE49-F238E27FC236}">
                <a16:creationId xmlns="" xmlns:a16="http://schemas.microsoft.com/office/drawing/2014/main" id="{A6834098-4893-052D-13DF-57AA3726911C}"/>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15038450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195ED4B-5B6D-B5E5-67B7-D97BFC6B16D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 xmlns:a16="http://schemas.microsoft.com/office/drawing/2014/main" id="{28083AD3-D8DD-C9C8-4A8D-6E90DEEDCC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 xmlns:a16="http://schemas.microsoft.com/office/drawing/2014/main" id="{F610F8FC-1E86-8328-5873-1F1FD4540F2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 xmlns:a16="http://schemas.microsoft.com/office/drawing/2014/main" id="{7171E56A-9B29-8C99-0F9B-DFA73577B4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 xmlns:a16="http://schemas.microsoft.com/office/drawing/2014/main" id="{31551D20-42E2-AA82-6A29-ED75844F6FA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 xmlns:a16="http://schemas.microsoft.com/office/drawing/2014/main" id="{12806B38-A61F-CFF2-455E-2A0DB1CBD281}"/>
              </a:ext>
            </a:extLst>
          </p:cNvPr>
          <p:cNvSpPr>
            <a:spLocks noGrp="1"/>
          </p:cNvSpPr>
          <p:nvPr>
            <p:ph type="dt" sz="half" idx="10"/>
          </p:nvPr>
        </p:nvSpPr>
        <p:spPr/>
        <p:txBody>
          <a:bodyPr/>
          <a:lstStyle/>
          <a:p>
            <a:fld id="{041CBCE3-C8C5-4329-ADE4-5F8D67D78882}" type="datetime1">
              <a:rPr lang="en-US" smtClean="0"/>
              <a:t>4/2/2026</a:t>
            </a:fld>
            <a:endParaRPr lang="en-US" dirty="0"/>
          </a:p>
        </p:txBody>
      </p:sp>
      <p:sp>
        <p:nvSpPr>
          <p:cNvPr id="8" name="Footer Placeholder 7">
            <a:extLst>
              <a:ext uri="{FF2B5EF4-FFF2-40B4-BE49-F238E27FC236}">
                <a16:creationId xmlns="" xmlns:a16="http://schemas.microsoft.com/office/drawing/2014/main" id="{0A1ADB39-BBED-F460-3284-9B01BBA78120}"/>
              </a:ext>
            </a:extLst>
          </p:cNvPr>
          <p:cNvSpPr>
            <a:spLocks noGrp="1"/>
          </p:cNvSpPr>
          <p:nvPr>
            <p:ph type="ftr" sz="quarter" idx="11"/>
          </p:nvPr>
        </p:nvSpPr>
        <p:spPr/>
        <p:txBody>
          <a:bodyPr/>
          <a:lstStyle/>
          <a:p>
            <a:r>
              <a:rPr lang="en-US" dirty="0"/>
              <a:t>Navigating the Future of Learning​</a:t>
            </a:r>
          </a:p>
        </p:txBody>
      </p:sp>
      <p:sp>
        <p:nvSpPr>
          <p:cNvPr id="9" name="Slide Number Placeholder 8">
            <a:extLst>
              <a:ext uri="{FF2B5EF4-FFF2-40B4-BE49-F238E27FC236}">
                <a16:creationId xmlns="" xmlns:a16="http://schemas.microsoft.com/office/drawing/2014/main" id="{BAE78CB4-F5B2-2F08-FCB4-B7EFC7D9B5DD}"/>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17420971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207DB33-3161-3CA7-5DA9-9AEFA7BE3D99}"/>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 xmlns:a16="http://schemas.microsoft.com/office/drawing/2014/main" id="{1B459199-60FE-8A27-4D17-58FA57F038D5}"/>
              </a:ext>
            </a:extLst>
          </p:cNvPr>
          <p:cNvSpPr>
            <a:spLocks noGrp="1"/>
          </p:cNvSpPr>
          <p:nvPr>
            <p:ph type="dt" sz="half" idx="10"/>
          </p:nvPr>
        </p:nvSpPr>
        <p:spPr/>
        <p:txBody>
          <a:bodyPr/>
          <a:lstStyle/>
          <a:p>
            <a:fld id="{EA95BDD6-391D-4D68-9A24-8E7CE46A4DC4}" type="datetime1">
              <a:rPr lang="en-US" smtClean="0"/>
              <a:t>4/2/2026</a:t>
            </a:fld>
            <a:endParaRPr lang="en-US" dirty="0"/>
          </a:p>
        </p:txBody>
      </p:sp>
      <p:sp>
        <p:nvSpPr>
          <p:cNvPr id="4" name="Footer Placeholder 3">
            <a:extLst>
              <a:ext uri="{FF2B5EF4-FFF2-40B4-BE49-F238E27FC236}">
                <a16:creationId xmlns="" xmlns:a16="http://schemas.microsoft.com/office/drawing/2014/main" id="{9B5772E0-839B-C3B1-7E64-0C8677352A57}"/>
              </a:ext>
            </a:extLst>
          </p:cNvPr>
          <p:cNvSpPr>
            <a:spLocks noGrp="1"/>
          </p:cNvSpPr>
          <p:nvPr>
            <p:ph type="ftr" sz="quarter" idx="11"/>
          </p:nvPr>
        </p:nvSpPr>
        <p:spPr/>
        <p:txBody>
          <a:bodyPr/>
          <a:lstStyle/>
          <a:p>
            <a:r>
              <a:rPr lang="en-US" dirty="0"/>
              <a:t>Navigating the Future of Learning​</a:t>
            </a:r>
          </a:p>
        </p:txBody>
      </p:sp>
      <p:sp>
        <p:nvSpPr>
          <p:cNvPr id="5" name="Slide Number Placeholder 4">
            <a:extLst>
              <a:ext uri="{FF2B5EF4-FFF2-40B4-BE49-F238E27FC236}">
                <a16:creationId xmlns="" xmlns:a16="http://schemas.microsoft.com/office/drawing/2014/main" id="{4F5A1759-598D-988C-8124-2E5044B1744E}"/>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14612738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F271F3F0-F2B3-F675-7BAB-1AD2134ACD0F}"/>
              </a:ext>
            </a:extLst>
          </p:cNvPr>
          <p:cNvSpPr>
            <a:spLocks noGrp="1"/>
          </p:cNvSpPr>
          <p:nvPr>
            <p:ph type="dt" sz="half" idx="10"/>
          </p:nvPr>
        </p:nvSpPr>
        <p:spPr/>
        <p:txBody>
          <a:bodyPr/>
          <a:lstStyle/>
          <a:p>
            <a:fld id="{1B3E1E7A-3F60-43E8-97A9-E03FDFF3291A}" type="datetime1">
              <a:rPr lang="en-US" smtClean="0"/>
              <a:t>4/2/2026</a:t>
            </a:fld>
            <a:endParaRPr lang="en-US" dirty="0"/>
          </a:p>
        </p:txBody>
      </p:sp>
      <p:sp>
        <p:nvSpPr>
          <p:cNvPr id="3" name="Footer Placeholder 2">
            <a:extLst>
              <a:ext uri="{FF2B5EF4-FFF2-40B4-BE49-F238E27FC236}">
                <a16:creationId xmlns="" xmlns:a16="http://schemas.microsoft.com/office/drawing/2014/main" id="{1A44FB0A-DFB7-0737-F37C-440DCA486D73}"/>
              </a:ext>
            </a:extLst>
          </p:cNvPr>
          <p:cNvSpPr>
            <a:spLocks noGrp="1"/>
          </p:cNvSpPr>
          <p:nvPr>
            <p:ph type="ftr" sz="quarter" idx="11"/>
          </p:nvPr>
        </p:nvSpPr>
        <p:spPr/>
        <p:txBody>
          <a:bodyPr/>
          <a:lstStyle/>
          <a:p>
            <a:r>
              <a:rPr lang="en-US" dirty="0"/>
              <a:t>Navigating the Future of Learning​</a:t>
            </a:r>
          </a:p>
        </p:txBody>
      </p:sp>
      <p:sp>
        <p:nvSpPr>
          <p:cNvPr id="4" name="Slide Number Placeholder 3">
            <a:extLst>
              <a:ext uri="{FF2B5EF4-FFF2-40B4-BE49-F238E27FC236}">
                <a16:creationId xmlns="" xmlns:a16="http://schemas.microsoft.com/office/drawing/2014/main" id="{9E497C01-947E-5E24-DB3F-90342EF0A210}"/>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31046257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8F41832-2691-E74A-0F3A-2DE9A6E44D8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 xmlns:a16="http://schemas.microsoft.com/office/drawing/2014/main" id="{C94BD6CD-D7DC-A4E9-FD78-EA239F4F55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 xmlns:a16="http://schemas.microsoft.com/office/drawing/2014/main" id="{54C0C722-544A-95F1-1DAD-FAD83B6633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 xmlns:a16="http://schemas.microsoft.com/office/drawing/2014/main" id="{215BCDEF-8A4D-1FA5-888F-D5A3A2CEE9D4}"/>
              </a:ext>
            </a:extLst>
          </p:cNvPr>
          <p:cNvSpPr>
            <a:spLocks noGrp="1"/>
          </p:cNvSpPr>
          <p:nvPr>
            <p:ph type="dt" sz="half" idx="10"/>
          </p:nvPr>
        </p:nvSpPr>
        <p:spPr/>
        <p:txBody>
          <a:bodyPr/>
          <a:lstStyle/>
          <a:p>
            <a:fld id="{041F2EE0-C06F-41F5-AFE0-7056E3A01EDC}" type="datetime1">
              <a:rPr lang="en-US" smtClean="0"/>
              <a:t>4/2/2026</a:t>
            </a:fld>
            <a:endParaRPr lang="en-US" dirty="0"/>
          </a:p>
        </p:txBody>
      </p:sp>
      <p:sp>
        <p:nvSpPr>
          <p:cNvPr id="6" name="Footer Placeholder 5">
            <a:extLst>
              <a:ext uri="{FF2B5EF4-FFF2-40B4-BE49-F238E27FC236}">
                <a16:creationId xmlns="" xmlns:a16="http://schemas.microsoft.com/office/drawing/2014/main" id="{81C4BD8F-AAAC-F32F-ABC2-37A3D3BC6296}"/>
              </a:ext>
            </a:extLst>
          </p:cNvPr>
          <p:cNvSpPr>
            <a:spLocks noGrp="1"/>
          </p:cNvSpPr>
          <p:nvPr>
            <p:ph type="ftr" sz="quarter" idx="11"/>
          </p:nvPr>
        </p:nvSpPr>
        <p:spPr/>
        <p:txBody>
          <a:bodyPr/>
          <a:lstStyle/>
          <a:p>
            <a:r>
              <a:rPr lang="en-US" dirty="0"/>
              <a:t>Navigating the Future of Learning​</a:t>
            </a:r>
          </a:p>
        </p:txBody>
      </p:sp>
      <p:sp>
        <p:nvSpPr>
          <p:cNvPr id="7" name="Slide Number Placeholder 6">
            <a:extLst>
              <a:ext uri="{FF2B5EF4-FFF2-40B4-BE49-F238E27FC236}">
                <a16:creationId xmlns="" xmlns:a16="http://schemas.microsoft.com/office/drawing/2014/main" id="{3DA79EF9-CB21-BEC5-2A25-591C945DD131}"/>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16712768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7BACBD3-5050-C329-F415-3714918842F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 xmlns:a16="http://schemas.microsoft.com/office/drawing/2014/main" id="{C4B2BE8C-8AFF-7B97-17DD-E10D476C82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 xmlns:a16="http://schemas.microsoft.com/office/drawing/2014/main" id="{B6B1A6C9-352E-F0FC-857A-200063A76E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 xmlns:a16="http://schemas.microsoft.com/office/drawing/2014/main" id="{996AEC32-A02D-AF36-A64E-290A392B42FC}"/>
              </a:ext>
            </a:extLst>
          </p:cNvPr>
          <p:cNvSpPr>
            <a:spLocks noGrp="1"/>
          </p:cNvSpPr>
          <p:nvPr>
            <p:ph type="dt" sz="half" idx="10"/>
          </p:nvPr>
        </p:nvSpPr>
        <p:spPr/>
        <p:txBody>
          <a:bodyPr/>
          <a:lstStyle/>
          <a:p>
            <a:fld id="{93A105E1-88D0-4311-A599-0C8A6973053A}" type="datetime1">
              <a:rPr lang="en-US" smtClean="0"/>
              <a:t>4/2/2026</a:t>
            </a:fld>
            <a:endParaRPr lang="en-US" dirty="0"/>
          </a:p>
        </p:txBody>
      </p:sp>
      <p:sp>
        <p:nvSpPr>
          <p:cNvPr id="6" name="Footer Placeholder 5">
            <a:extLst>
              <a:ext uri="{FF2B5EF4-FFF2-40B4-BE49-F238E27FC236}">
                <a16:creationId xmlns="" xmlns:a16="http://schemas.microsoft.com/office/drawing/2014/main" id="{26B0ECF5-F111-F43D-1DD0-2623EE225A1F}"/>
              </a:ext>
            </a:extLst>
          </p:cNvPr>
          <p:cNvSpPr>
            <a:spLocks noGrp="1"/>
          </p:cNvSpPr>
          <p:nvPr>
            <p:ph type="ftr" sz="quarter" idx="11"/>
          </p:nvPr>
        </p:nvSpPr>
        <p:spPr/>
        <p:txBody>
          <a:bodyPr/>
          <a:lstStyle/>
          <a:p>
            <a:r>
              <a:rPr lang="en-US" dirty="0"/>
              <a:t>Navigating the Future of Learning​</a:t>
            </a:r>
          </a:p>
        </p:txBody>
      </p:sp>
      <p:sp>
        <p:nvSpPr>
          <p:cNvPr id="7" name="Slide Number Placeholder 6">
            <a:extLst>
              <a:ext uri="{FF2B5EF4-FFF2-40B4-BE49-F238E27FC236}">
                <a16:creationId xmlns="" xmlns:a16="http://schemas.microsoft.com/office/drawing/2014/main" id="{A3ED8375-499D-DCA7-5D7B-91DD95B7F87A}"/>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41605119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AE933A4-C03D-26A7-C451-392D04E6A237}"/>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 xmlns:a16="http://schemas.microsoft.com/office/drawing/2014/main" id="{C339E290-0E60-50DC-3A6D-AFC921C4E83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 xmlns:a16="http://schemas.microsoft.com/office/drawing/2014/main" id="{B1DDBB31-5065-A920-BCE3-A6379F318E85}"/>
              </a:ext>
            </a:extLst>
          </p:cNvPr>
          <p:cNvSpPr>
            <a:spLocks noGrp="1"/>
          </p:cNvSpPr>
          <p:nvPr>
            <p:ph type="dt" sz="half" idx="10"/>
          </p:nvPr>
        </p:nvSpPr>
        <p:spPr/>
        <p:txBody>
          <a:bodyPr/>
          <a:lstStyle/>
          <a:p>
            <a:fld id="{159EA562-091E-45D6-BEDF-3C68FB2023F1}" type="datetime1">
              <a:rPr lang="en-US" smtClean="0"/>
              <a:t>4/2/2026</a:t>
            </a:fld>
            <a:endParaRPr lang="en-US" dirty="0"/>
          </a:p>
        </p:txBody>
      </p:sp>
      <p:sp>
        <p:nvSpPr>
          <p:cNvPr id="5" name="Footer Placeholder 4">
            <a:extLst>
              <a:ext uri="{FF2B5EF4-FFF2-40B4-BE49-F238E27FC236}">
                <a16:creationId xmlns="" xmlns:a16="http://schemas.microsoft.com/office/drawing/2014/main" id="{8650F398-CC52-3E67-DDF6-C862313CC410}"/>
              </a:ext>
            </a:extLst>
          </p:cNvPr>
          <p:cNvSpPr>
            <a:spLocks noGrp="1"/>
          </p:cNvSpPr>
          <p:nvPr>
            <p:ph type="ftr" sz="quarter" idx="11"/>
          </p:nvPr>
        </p:nvSpPr>
        <p:spPr/>
        <p:txBody>
          <a:bodyPr/>
          <a:lstStyle/>
          <a:p>
            <a:r>
              <a:rPr lang="en-US" dirty="0"/>
              <a:t>Navigating the Future of Learning​</a:t>
            </a:r>
          </a:p>
        </p:txBody>
      </p:sp>
      <p:sp>
        <p:nvSpPr>
          <p:cNvPr id="6" name="Slide Number Placeholder 5">
            <a:extLst>
              <a:ext uri="{FF2B5EF4-FFF2-40B4-BE49-F238E27FC236}">
                <a16:creationId xmlns="" xmlns:a16="http://schemas.microsoft.com/office/drawing/2014/main" id="{4272AE45-AD9E-08FA-1F71-75DFC9E00C85}"/>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2718351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0AF91D67-8C5B-5055-B5D2-6BAAE7E9503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 xmlns:a16="http://schemas.microsoft.com/office/drawing/2014/main" id="{04D31080-7646-1B9C-C36F-D2F6BB87473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 xmlns:a16="http://schemas.microsoft.com/office/drawing/2014/main" id="{BDA404C4-6EA5-D815-E9B2-7CDBB94E9D0D}"/>
              </a:ext>
            </a:extLst>
          </p:cNvPr>
          <p:cNvSpPr>
            <a:spLocks noGrp="1"/>
          </p:cNvSpPr>
          <p:nvPr>
            <p:ph type="dt" sz="half" idx="10"/>
          </p:nvPr>
        </p:nvSpPr>
        <p:spPr/>
        <p:txBody>
          <a:bodyPr/>
          <a:lstStyle/>
          <a:p>
            <a:fld id="{DDF14D94-52B8-43E9-A8F3-BD9E24437DA3}" type="datetime1">
              <a:rPr lang="en-US" smtClean="0"/>
              <a:t>4/2/2026</a:t>
            </a:fld>
            <a:endParaRPr lang="en-US" dirty="0"/>
          </a:p>
        </p:txBody>
      </p:sp>
      <p:sp>
        <p:nvSpPr>
          <p:cNvPr id="5" name="Footer Placeholder 4">
            <a:extLst>
              <a:ext uri="{FF2B5EF4-FFF2-40B4-BE49-F238E27FC236}">
                <a16:creationId xmlns="" xmlns:a16="http://schemas.microsoft.com/office/drawing/2014/main" id="{97EFDD0D-44E3-A86F-6F17-A722DA9F5AB5}"/>
              </a:ext>
            </a:extLst>
          </p:cNvPr>
          <p:cNvSpPr>
            <a:spLocks noGrp="1"/>
          </p:cNvSpPr>
          <p:nvPr>
            <p:ph type="ftr" sz="quarter" idx="11"/>
          </p:nvPr>
        </p:nvSpPr>
        <p:spPr/>
        <p:txBody>
          <a:bodyPr/>
          <a:lstStyle/>
          <a:p>
            <a:r>
              <a:rPr lang="en-US" dirty="0"/>
              <a:t>Navigating the Future of Learning​</a:t>
            </a:r>
          </a:p>
        </p:txBody>
      </p:sp>
      <p:sp>
        <p:nvSpPr>
          <p:cNvPr id="6" name="Slide Number Placeholder 5">
            <a:extLst>
              <a:ext uri="{FF2B5EF4-FFF2-40B4-BE49-F238E27FC236}">
                <a16:creationId xmlns="" xmlns:a16="http://schemas.microsoft.com/office/drawing/2014/main" id="{83E417A5-F8F0-AA31-71DF-34D6584981BA}"/>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32997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39A89A0B-DE9F-F1C6-643E-DCA32D53C3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 xmlns:a16="http://schemas.microsoft.com/office/drawing/2014/main" id="{3953DDAA-3094-DBCE-F38B-123FB91FDD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 xmlns:a16="http://schemas.microsoft.com/office/drawing/2014/main" id="{8AF0BF9E-5E8A-1649-84DC-281A5BAAC4C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BC827E-01D8-46AF-B9E0-11E08B19BA59}" type="datetime1">
              <a:rPr lang="en-US" smtClean="0"/>
              <a:t>4/2/2026</a:t>
            </a:fld>
            <a:endParaRPr lang="en-US" dirty="0"/>
          </a:p>
        </p:txBody>
      </p:sp>
      <p:sp>
        <p:nvSpPr>
          <p:cNvPr id="5" name="Footer Placeholder 4">
            <a:extLst>
              <a:ext uri="{FF2B5EF4-FFF2-40B4-BE49-F238E27FC236}">
                <a16:creationId xmlns="" xmlns:a16="http://schemas.microsoft.com/office/drawing/2014/main" id="{5BDEDD1E-16D6-9C67-B90A-3F23927ED3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Navigating the Future of Learning​</a:t>
            </a:r>
          </a:p>
        </p:txBody>
      </p:sp>
      <p:sp>
        <p:nvSpPr>
          <p:cNvPr id="6" name="Slide Number Placeholder 5">
            <a:extLst>
              <a:ext uri="{FF2B5EF4-FFF2-40B4-BE49-F238E27FC236}">
                <a16:creationId xmlns="" xmlns:a16="http://schemas.microsoft.com/office/drawing/2014/main" id="{B5FC0268-EDD9-BFDA-9A07-5241871BF4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3362F8-88F8-1F49-86F0-D11B2D99FEE0}" type="slidenum">
              <a:rPr lang="en-US" smtClean="0"/>
              <a:t>‹#›</a:t>
            </a:fld>
            <a:endParaRPr lang="en-US" dirty="0"/>
          </a:p>
        </p:txBody>
      </p:sp>
    </p:spTree>
    <p:extLst>
      <p:ext uri="{BB962C8B-B14F-4D97-AF65-F5344CB8AC3E}">
        <p14:creationId xmlns:p14="http://schemas.microsoft.com/office/powerpoint/2010/main" val="20553676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cxnSp>
        <p:nvCxnSpPr>
          <p:cNvPr id="3" name="Straight Connector 2"/>
          <p:cNvCxnSpPr/>
          <p:nvPr/>
        </p:nvCxnSpPr>
        <p:spPr>
          <a:xfrm>
            <a:off x="5821509" y="1224076"/>
            <a:ext cx="13648" cy="532227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1126638" y="1038851"/>
            <a:ext cx="10936408"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3" name="Google Shape;143;p1">
            <a:extLst>
              <a:ext uri="{FF2B5EF4-FFF2-40B4-BE49-F238E27FC236}">
                <a16:creationId xmlns:a16="http://schemas.microsoft.com/office/drawing/2014/main" xmlns="" id="{E4949A97-DC03-56A5-2E5A-3DD3913AA0EF}"/>
              </a:ext>
            </a:extLst>
          </p:cNvPr>
          <p:cNvSpPr txBox="1">
            <a:spLocks noGrp="1"/>
          </p:cNvSpPr>
          <p:nvPr/>
        </p:nvSpPr>
        <p:spPr>
          <a:xfrm>
            <a:off x="1401287" y="193757"/>
            <a:ext cx="4951915" cy="1113692"/>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343F49"/>
              </a:buClr>
              <a:buSzPts val="5400"/>
              <a:buFont typeface="Arial"/>
              <a:buNone/>
              <a:defRPr sz="5400" b="0" i="0" u="none" strike="noStrike" cap="none">
                <a:solidFill>
                  <a:srgbClr val="343F4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it-IT" sz="4400" b="1" dirty="0" smtClean="0">
                <a:solidFill>
                  <a:schemeClr val="tx1"/>
                </a:solidFill>
                <a:latin typeface="Segoe UI Black" pitchFamily="34" charset="0"/>
                <a:ea typeface="Segoe UI Black" pitchFamily="34" charset="0"/>
              </a:rPr>
              <a:t>Guardrails</a:t>
            </a:r>
            <a:endParaRPr lang="it-IT" sz="4400" b="1" dirty="0" smtClean="0">
              <a:solidFill>
                <a:schemeClr val="tx1"/>
              </a:solidFill>
              <a:latin typeface="Segoe UI Black" pitchFamily="34" charset="0"/>
              <a:ea typeface="Segoe UI Black" pitchFamily="34" charset="0"/>
            </a:endParaRPr>
          </a:p>
          <a:p>
            <a:endParaRPr lang="it-IT" sz="4000" b="1" dirty="0">
              <a:solidFill>
                <a:schemeClr val="tx1"/>
              </a:solidFill>
            </a:endParaRPr>
          </a:p>
        </p:txBody>
      </p:sp>
      <p:pic>
        <p:nvPicPr>
          <p:cNvPr id="2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0" y="1"/>
            <a:ext cx="1253546" cy="1038850"/>
          </a:xfrm>
          <a:prstGeom prst="rect">
            <a:avLst/>
          </a:prstGeom>
          <a:noFill/>
          <a:ln>
            <a:noFill/>
          </a:ln>
          <a:effectLst>
            <a:outerShdw dist="35921" dir="2700000" algn="ctr" rotWithShape="0">
              <a:schemeClr val="bg2"/>
            </a:outerShdw>
            <a:softEdge rad="317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 name="Picture 24">
            <a:extLst>
              <a:ext uri="{FF2B5EF4-FFF2-40B4-BE49-F238E27FC236}">
                <a16:creationId xmlns:a16="http://schemas.microsoft.com/office/drawing/2014/main" xmlns="" id="{8E4B4487-5609-54AF-1FCA-AB3F6B737A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40480" y="68926"/>
            <a:ext cx="2422566" cy="93841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4809077" y="659589"/>
            <a:ext cx="1265090" cy="338554"/>
          </a:xfrm>
          <a:prstGeom prst="rect">
            <a:avLst/>
          </a:prstGeom>
          <a:solidFill>
            <a:schemeClr val="bg1"/>
          </a:solidFill>
        </p:spPr>
        <p:txBody>
          <a:bodyPr wrap="none" rtlCol="0">
            <a:spAutoFit/>
          </a:bodyPr>
          <a:lstStyle/>
          <a:p>
            <a:r>
              <a:rPr lang="it-IT" sz="1600" b="1" dirty="0" smtClean="0">
                <a:latin typeface="Segoe UI Black" pitchFamily="34" charset="0"/>
                <a:ea typeface="Segoe UI Black" pitchFamily="34" charset="0"/>
              </a:rPr>
              <a:t>Langgraph</a:t>
            </a:r>
            <a:endParaRPr lang="en-IN" sz="1600" dirty="0">
              <a:latin typeface="Arial Rounded MT Bold" pitchFamily="34" charset="0"/>
            </a:endParaRPr>
          </a:p>
        </p:txBody>
      </p:sp>
      <p:grpSp>
        <p:nvGrpSpPr>
          <p:cNvPr id="10" name="Group 9"/>
          <p:cNvGrpSpPr/>
          <p:nvPr/>
        </p:nvGrpSpPr>
        <p:grpSpPr>
          <a:xfrm>
            <a:off x="1508962" y="1746132"/>
            <a:ext cx="3103981" cy="1827507"/>
            <a:chOff x="1505836" y="2190509"/>
            <a:chExt cx="2476651" cy="1827507"/>
          </a:xfrm>
        </p:grpSpPr>
        <p:grpSp>
          <p:nvGrpSpPr>
            <p:cNvPr id="2" name="Group 1"/>
            <p:cNvGrpSpPr/>
            <p:nvPr/>
          </p:nvGrpSpPr>
          <p:grpSpPr>
            <a:xfrm>
              <a:off x="1506797" y="2190509"/>
              <a:ext cx="2475690" cy="915184"/>
              <a:chOff x="1506797" y="2190509"/>
              <a:chExt cx="2475690" cy="915184"/>
            </a:xfrm>
          </p:grpSpPr>
          <p:sp>
            <p:nvSpPr>
              <p:cNvPr id="27" name="TextBox 26"/>
              <p:cNvSpPr txBox="1"/>
              <p:nvPr/>
            </p:nvSpPr>
            <p:spPr>
              <a:xfrm>
                <a:off x="1506797" y="2190509"/>
                <a:ext cx="2474729" cy="307777"/>
              </a:xfrm>
              <a:prstGeom prst="rect">
                <a:avLst/>
              </a:prstGeom>
              <a:solidFill>
                <a:schemeClr val="accent1">
                  <a:lumMod val="20000"/>
                  <a:lumOff val="80000"/>
                </a:schemeClr>
              </a:solidFill>
              <a:ln>
                <a:solidFill>
                  <a:schemeClr val="bg1">
                    <a:lumMod val="75000"/>
                  </a:schemeClr>
                </a:solidFill>
              </a:ln>
            </p:spPr>
            <p:txBody>
              <a:bodyPr wrap="square" rtlCol="0">
                <a:spAutoFit/>
              </a:bodyPr>
              <a:lstStyle/>
              <a:p>
                <a:endParaRPr lang="en-IN" sz="1400" dirty="0">
                  <a:latin typeface="Bahnschrift Light" pitchFamily="34" charset="0"/>
                  <a:ea typeface="Arial Unicode MS" pitchFamily="34" charset="-128"/>
                  <a:cs typeface="Arial Unicode MS" pitchFamily="34" charset="-128"/>
                </a:endParaRPr>
              </a:p>
            </p:txBody>
          </p:sp>
          <p:grpSp>
            <p:nvGrpSpPr>
              <p:cNvPr id="15" name="Group 14"/>
              <p:cNvGrpSpPr/>
              <p:nvPr/>
            </p:nvGrpSpPr>
            <p:grpSpPr>
              <a:xfrm>
                <a:off x="1507758" y="2492039"/>
                <a:ext cx="2474729" cy="613654"/>
                <a:chOff x="1522476" y="1942475"/>
                <a:chExt cx="2474729" cy="613654"/>
              </a:xfrm>
            </p:grpSpPr>
            <p:sp>
              <p:nvSpPr>
                <p:cNvPr id="16" name="TextBox 15"/>
                <p:cNvSpPr txBox="1"/>
                <p:nvPr/>
              </p:nvSpPr>
              <p:spPr>
                <a:xfrm>
                  <a:off x="1522476" y="1942475"/>
                  <a:ext cx="2474729" cy="307777"/>
                </a:xfrm>
                <a:prstGeom prst="rect">
                  <a:avLst/>
                </a:prstGeom>
                <a:solidFill>
                  <a:schemeClr val="accent1">
                    <a:lumMod val="20000"/>
                    <a:lumOff val="80000"/>
                  </a:schemeClr>
                </a:solidFill>
                <a:ln>
                  <a:solidFill>
                    <a:schemeClr val="bg1">
                      <a:lumMod val="75000"/>
                    </a:schemeClr>
                  </a:solidFill>
                </a:ln>
              </p:spPr>
              <p:txBody>
                <a:bodyPr wrap="square" rtlCol="0">
                  <a:spAutoFit/>
                </a:bodyPr>
                <a:lstStyle/>
                <a:p>
                  <a:endParaRPr lang="en-IN" sz="1400" dirty="0">
                    <a:latin typeface="Bahnschrift Light" pitchFamily="34" charset="0"/>
                    <a:ea typeface="Arial Unicode MS" pitchFamily="34" charset="-128"/>
                    <a:cs typeface="Arial Unicode MS" pitchFamily="34" charset="-128"/>
                  </a:endParaRPr>
                </a:p>
              </p:txBody>
            </p:sp>
            <p:sp>
              <p:nvSpPr>
                <p:cNvPr id="19" name="TextBox 18"/>
                <p:cNvSpPr txBox="1"/>
                <p:nvPr/>
              </p:nvSpPr>
              <p:spPr>
                <a:xfrm>
                  <a:off x="1522476" y="2248352"/>
                  <a:ext cx="2474729" cy="307777"/>
                </a:xfrm>
                <a:prstGeom prst="rect">
                  <a:avLst/>
                </a:prstGeom>
                <a:solidFill>
                  <a:schemeClr val="accent1">
                    <a:lumMod val="20000"/>
                    <a:lumOff val="80000"/>
                  </a:schemeClr>
                </a:solidFill>
                <a:ln>
                  <a:solidFill>
                    <a:schemeClr val="bg1">
                      <a:lumMod val="75000"/>
                    </a:schemeClr>
                  </a:solidFill>
                </a:ln>
              </p:spPr>
              <p:txBody>
                <a:bodyPr wrap="square" rtlCol="0">
                  <a:spAutoFit/>
                </a:bodyPr>
                <a:lstStyle/>
                <a:p>
                  <a:endParaRPr lang="en-IN" sz="1400" dirty="0">
                    <a:latin typeface="Bahnschrift Light" pitchFamily="34" charset="0"/>
                    <a:ea typeface="Arial Unicode MS" pitchFamily="34" charset="-128"/>
                    <a:cs typeface="Arial Unicode MS" pitchFamily="34" charset="-128"/>
                  </a:endParaRPr>
                </a:p>
              </p:txBody>
            </p:sp>
          </p:grpSp>
        </p:grpSp>
        <p:grpSp>
          <p:nvGrpSpPr>
            <p:cNvPr id="20" name="Group 19"/>
            <p:cNvGrpSpPr/>
            <p:nvPr/>
          </p:nvGrpSpPr>
          <p:grpSpPr>
            <a:xfrm>
              <a:off x="1505836" y="3105693"/>
              <a:ext cx="2476651" cy="912323"/>
              <a:chOff x="1507758" y="2193370"/>
              <a:chExt cx="2476651" cy="912323"/>
            </a:xfrm>
          </p:grpSpPr>
          <p:sp>
            <p:nvSpPr>
              <p:cNvPr id="21" name="TextBox 20"/>
              <p:cNvSpPr txBox="1"/>
              <p:nvPr/>
            </p:nvSpPr>
            <p:spPr>
              <a:xfrm>
                <a:off x="1509680" y="2193370"/>
                <a:ext cx="2474729" cy="307777"/>
              </a:xfrm>
              <a:prstGeom prst="rect">
                <a:avLst/>
              </a:prstGeom>
              <a:solidFill>
                <a:schemeClr val="accent1">
                  <a:lumMod val="20000"/>
                  <a:lumOff val="80000"/>
                </a:schemeClr>
              </a:solidFill>
              <a:ln w="3175">
                <a:solidFill>
                  <a:schemeClr val="bg1">
                    <a:lumMod val="75000"/>
                  </a:schemeClr>
                </a:solidFill>
              </a:ln>
            </p:spPr>
            <p:txBody>
              <a:bodyPr wrap="square" rtlCol="0">
                <a:spAutoFit/>
              </a:bodyPr>
              <a:lstStyle/>
              <a:p>
                <a:endParaRPr lang="en-IN" sz="1400" dirty="0">
                  <a:latin typeface="Bahnschrift Light" pitchFamily="34" charset="0"/>
                  <a:ea typeface="Arial Unicode MS" pitchFamily="34" charset="-128"/>
                  <a:cs typeface="Arial Unicode MS" pitchFamily="34" charset="-128"/>
                </a:endParaRPr>
              </a:p>
            </p:txBody>
          </p:sp>
          <p:grpSp>
            <p:nvGrpSpPr>
              <p:cNvPr id="22" name="Group 21"/>
              <p:cNvGrpSpPr/>
              <p:nvPr/>
            </p:nvGrpSpPr>
            <p:grpSpPr>
              <a:xfrm>
                <a:off x="1507758" y="2492039"/>
                <a:ext cx="2474729" cy="613654"/>
                <a:chOff x="1522476" y="1942475"/>
                <a:chExt cx="2474729" cy="613654"/>
              </a:xfrm>
            </p:grpSpPr>
            <p:sp>
              <p:nvSpPr>
                <p:cNvPr id="28" name="TextBox 27"/>
                <p:cNvSpPr txBox="1"/>
                <p:nvPr/>
              </p:nvSpPr>
              <p:spPr>
                <a:xfrm>
                  <a:off x="1522476" y="1942475"/>
                  <a:ext cx="2474729" cy="307777"/>
                </a:xfrm>
                <a:prstGeom prst="rect">
                  <a:avLst/>
                </a:prstGeom>
                <a:solidFill>
                  <a:schemeClr val="accent1">
                    <a:lumMod val="20000"/>
                    <a:lumOff val="80000"/>
                  </a:schemeClr>
                </a:solidFill>
                <a:ln>
                  <a:solidFill>
                    <a:schemeClr val="bg1">
                      <a:lumMod val="75000"/>
                    </a:schemeClr>
                  </a:solidFill>
                </a:ln>
              </p:spPr>
              <p:txBody>
                <a:bodyPr wrap="square" rtlCol="0">
                  <a:spAutoFit/>
                </a:bodyPr>
                <a:lstStyle/>
                <a:p>
                  <a:endParaRPr lang="en-IN" sz="1400" dirty="0">
                    <a:latin typeface="Bahnschrift Light" pitchFamily="34" charset="0"/>
                    <a:ea typeface="Arial Unicode MS" pitchFamily="34" charset="-128"/>
                    <a:cs typeface="Arial Unicode MS" pitchFamily="34" charset="-128"/>
                  </a:endParaRPr>
                </a:p>
              </p:txBody>
            </p:sp>
            <p:sp>
              <p:nvSpPr>
                <p:cNvPr id="29" name="TextBox 28"/>
                <p:cNvSpPr txBox="1"/>
                <p:nvPr/>
              </p:nvSpPr>
              <p:spPr>
                <a:xfrm>
                  <a:off x="1522476" y="2248352"/>
                  <a:ext cx="2474729" cy="307777"/>
                </a:xfrm>
                <a:prstGeom prst="rect">
                  <a:avLst/>
                </a:prstGeom>
                <a:solidFill>
                  <a:schemeClr val="accent1">
                    <a:lumMod val="20000"/>
                    <a:lumOff val="80000"/>
                  </a:schemeClr>
                </a:solidFill>
                <a:ln>
                  <a:solidFill>
                    <a:schemeClr val="bg1">
                      <a:lumMod val="75000"/>
                    </a:schemeClr>
                  </a:solidFill>
                </a:ln>
              </p:spPr>
              <p:txBody>
                <a:bodyPr wrap="square" rtlCol="0">
                  <a:spAutoFit/>
                </a:bodyPr>
                <a:lstStyle/>
                <a:p>
                  <a:endParaRPr lang="en-IN" sz="1400" dirty="0">
                    <a:latin typeface="Bahnschrift Light" pitchFamily="34" charset="0"/>
                    <a:ea typeface="Arial Unicode MS" pitchFamily="34" charset="-128"/>
                    <a:cs typeface="Arial Unicode MS" pitchFamily="34" charset="-128"/>
                  </a:endParaRPr>
                </a:p>
              </p:txBody>
            </p:sp>
          </p:grpSp>
        </p:grpSp>
      </p:grpSp>
    </p:spTree>
    <p:extLst>
      <p:ext uri="{BB962C8B-B14F-4D97-AF65-F5344CB8AC3E}">
        <p14:creationId xmlns:p14="http://schemas.microsoft.com/office/powerpoint/2010/main" val="203186947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5CE01EE-9B82-1A8D-6A71-28923D9F4DBF}"/>
            </a:ext>
          </a:extLst>
        </p:cNvPr>
        <p:cNvGrpSpPr/>
        <p:nvPr/>
      </p:nvGrpSpPr>
      <p:grpSpPr>
        <a:xfrm>
          <a:off x="0" y="0"/>
          <a:ext cx="0" cy="0"/>
          <a:chOff x="0" y="0"/>
          <a:chExt cx="0" cy="0"/>
        </a:xfrm>
      </p:grpSpPr>
      <p:sp>
        <p:nvSpPr>
          <p:cNvPr id="33" name="Footer Placeholder 32">
            <a:extLst>
              <a:ext uri="{FF2B5EF4-FFF2-40B4-BE49-F238E27FC236}">
                <a16:creationId xmlns="" xmlns:a16="http://schemas.microsoft.com/office/drawing/2014/main" id="{9EFE9F1A-54D1-5FC8-F649-AA565950307F}"/>
              </a:ext>
            </a:extLst>
          </p:cNvPr>
          <p:cNvSpPr>
            <a:spLocks noGrp="1"/>
          </p:cNvSpPr>
          <p:nvPr>
            <p:ph type="ftr" sz="quarter" idx="11"/>
          </p:nvPr>
        </p:nvSpPr>
        <p:spPr/>
        <p:txBody>
          <a:bodyPr/>
          <a:lstStyle/>
          <a:p>
            <a:r>
              <a:rPr lang="en-US" dirty="0"/>
              <a:t>Navigating the Future of Learning​</a:t>
            </a:r>
          </a:p>
        </p:txBody>
      </p:sp>
      <p:grpSp>
        <p:nvGrpSpPr>
          <p:cNvPr id="5" name="Group 4"/>
          <p:cNvGrpSpPr/>
          <p:nvPr/>
        </p:nvGrpSpPr>
        <p:grpSpPr>
          <a:xfrm>
            <a:off x="143679" y="281363"/>
            <a:ext cx="2353861" cy="338554"/>
            <a:chOff x="1218815" y="283983"/>
            <a:chExt cx="2353861" cy="338554"/>
          </a:xfrm>
          <a:solidFill>
            <a:srgbClr val="0070C0"/>
          </a:solidFill>
        </p:grpSpPr>
        <p:sp>
          <p:nvSpPr>
            <p:cNvPr id="2" name="Rectangle 1"/>
            <p:cNvSpPr/>
            <p:nvPr/>
          </p:nvSpPr>
          <p:spPr>
            <a:xfrm>
              <a:off x="1404540" y="283983"/>
              <a:ext cx="1952779" cy="338554"/>
            </a:xfrm>
            <a:prstGeom prst="rect">
              <a:avLst/>
            </a:prstGeom>
            <a:grpFill/>
          </p:spPr>
          <p:txBody>
            <a:bodyPr wrap="none">
              <a:spAutoFit/>
            </a:bodyPr>
            <a:lstStyle/>
            <a:p>
              <a:r>
                <a:rPr lang="en-IN" sz="1600" dirty="0" smtClean="0">
                  <a:solidFill>
                    <a:schemeClr val="bg1"/>
                  </a:solidFill>
                  <a:latin typeface="Bahnschrift" pitchFamily="34" charset="0"/>
                </a:rPr>
                <a:t>Human In The Loop</a:t>
              </a:r>
              <a:endParaRPr lang="en-IN" sz="1600" dirty="0">
                <a:solidFill>
                  <a:schemeClr val="bg1"/>
                </a:solidFill>
                <a:latin typeface="Bahnschrift" pitchFamily="34" charset="0"/>
              </a:endParaRPr>
            </a:p>
          </p:txBody>
        </p:sp>
        <p:cxnSp>
          <p:nvCxnSpPr>
            <p:cNvPr id="4" name="Straight Connector 3"/>
            <p:cNvCxnSpPr/>
            <p:nvPr/>
          </p:nvCxnSpPr>
          <p:spPr>
            <a:xfrm>
              <a:off x="1218815" y="292214"/>
              <a:ext cx="2353861" cy="0"/>
            </a:xfrm>
            <a:prstGeom prst="line">
              <a:avLst/>
            </a:prstGeom>
            <a:grpFill/>
            <a:ln w="28575">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3" name="Rectangle 2"/>
          <p:cNvSpPr/>
          <p:nvPr/>
        </p:nvSpPr>
        <p:spPr>
          <a:xfrm>
            <a:off x="465882" y="725058"/>
            <a:ext cx="11448614" cy="923330"/>
          </a:xfrm>
          <a:prstGeom prst="rect">
            <a:avLst/>
          </a:prstGeom>
        </p:spPr>
        <p:txBody>
          <a:bodyPr wrap="square">
            <a:spAutoFit/>
          </a:bodyPr>
          <a:lstStyle/>
          <a:p>
            <a:r>
              <a:rPr lang="en-US" dirty="0"/>
              <a:t>Guardrails are </a:t>
            </a:r>
            <a:r>
              <a:rPr lang="en-US" dirty="0">
                <a:solidFill>
                  <a:srgbClr val="0070C0"/>
                </a:solidFill>
              </a:rPr>
              <a:t>structured</a:t>
            </a:r>
            <a:r>
              <a:rPr lang="en-US" dirty="0"/>
              <a:t>, </a:t>
            </a:r>
            <a:r>
              <a:rPr lang="en-US" dirty="0">
                <a:solidFill>
                  <a:srgbClr val="0070C0"/>
                </a:solidFill>
              </a:rPr>
              <a:t>rule‑based controls </a:t>
            </a:r>
            <a:r>
              <a:rPr lang="en-US" dirty="0" smtClean="0"/>
              <a:t>that</a:t>
            </a:r>
            <a:r>
              <a:rPr lang="en-US" dirty="0" smtClean="0">
                <a:solidFill>
                  <a:srgbClr val="0070C0"/>
                </a:solidFill>
              </a:rPr>
              <a:t> </a:t>
            </a:r>
            <a:r>
              <a:rPr lang="en-US" dirty="0" smtClean="0"/>
              <a:t>embedded </a:t>
            </a:r>
            <a:r>
              <a:rPr lang="en-US" dirty="0"/>
              <a:t>within agentic AI systems to monitor inputs, limit behavior, and validate outputs. They serve as runtime checkpoints; filtering, sanitizing, or overriding when necessary to keep the content safe, aligned, and contextually appropriate.</a:t>
            </a:r>
            <a:endParaRPr lang="en-IN" dirty="0"/>
          </a:p>
        </p:txBody>
      </p:sp>
    </p:spTree>
    <p:extLst>
      <p:ext uri="{BB962C8B-B14F-4D97-AF65-F5344CB8AC3E}">
        <p14:creationId xmlns:p14="http://schemas.microsoft.com/office/powerpoint/2010/main" val="1689510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5CE01EE-9B82-1A8D-6A71-28923D9F4DBF}"/>
            </a:ext>
          </a:extLst>
        </p:cNvPr>
        <p:cNvGrpSpPr/>
        <p:nvPr/>
      </p:nvGrpSpPr>
      <p:grpSpPr>
        <a:xfrm>
          <a:off x="0" y="0"/>
          <a:ext cx="0" cy="0"/>
          <a:chOff x="0" y="0"/>
          <a:chExt cx="0" cy="0"/>
        </a:xfrm>
      </p:grpSpPr>
      <p:sp>
        <p:nvSpPr>
          <p:cNvPr id="2" name="Rectangle 1"/>
          <p:cNvSpPr/>
          <p:nvPr/>
        </p:nvSpPr>
        <p:spPr>
          <a:xfrm>
            <a:off x="163773" y="341394"/>
            <a:ext cx="5936775" cy="461665"/>
          </a:xfrm>
          <a:prstGeom prst="rect">
            <a:avLst/>
          </a:prstGeom>
        </p:spPr>
        <p:txBody>
          <a:bodyPr wrap="square">
            <a:spAutoFit/>
          </a:bodyPr>
          <a:lstStyle/>
          <a:p>
            <a:r>
              <a:rPr lang="en-US" sz="2400" b="1" dirty="0">
                <a:solidFill>
                  <a:srgbClr val="0070C0"/>
                </a:solidFill>
              </a:rPr>
              <a:t>Why Guardrails Matter in LLM Systems 🚧</a:t>
            </a:r>
          </a:p>
        </p:txBody>
      </p:sp>
      <p:sp>
        <p:nvSpPr>
          <p:cNvPr id="9" name="Rectangle 1"/>
          <p:cNvSpPr>
            <a:spLocks noChangeArrowheads="1"/>
          </p:cNvSpPr>
          <p:nvPr/>
        </p:nvSpPr>
        <p:spPr bwMode="auto">
          <a:xfrm>
            <a:off x="532263" y="1146218"/>
            <a:ext cx="11341289" cy="464742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fontAlgn="base">
              <a:spcBef>
                <a:spcPct val="0"/>
              </a:spcBef>
              <a:spcAft>
                <a:spcPct val="0"/>
              </a:spcAft>
            </a:pPr>
            <a:r>
              <a:rPr kumimoji="0" lang="en-US" b="0" i="1" u="none" strike="noStrike" cap="none" normalizeH="0" baseline="0" dirty="0" smtClean="0">
                <a:ln>
                  <a:noFill/>
                </a:ln>
                <a:solidFill>
                  <a:srgbClr val="242424"/>
                </a:solidFill>
                <a:effectLst/>
                <a:cs typeface="Arial" pitchFamily="34" charset="0"/>
              </a:rPr>
              <a:t>Some use-cases are mentioned below.</a:t>
            </a:r>
          </a:p>
          <a:p>
            <a:pPr fontAlgn="base">
              <a:spcBef>
                <a:spcPct val="0"/>
              </a:spcBef>
              <a:spcAft>
                <a:spcPct val="0"/>
              </a:spcAft>
            </a:pPr>
            <a:endParaRPr kumimoji="0" lang="en-US" sz="1400" b="0" i="0" u="none" strike="noStrike" cap="none" normalizeH="0" baseline="0" dirty="0" smtClean="0">
              <a:ln>
                <a:noFill/>
              </a:ln>
              <a:solidFill>
                <a:schemeClr val="tx1"/>
              </a:solidFill>
              <a:effectLst/>
              <a:cs typeface="Arial" pitchFamily="34" charset="0"/>
            </a:endParaRPr>
          </a:p>
          <a:p>
            <a:pPr eaLnBrk="0" fontAlgn="base" hangingPunct="0">
              <a:spcBef>
                <a:spcPct val="0"/>
              </a:spcBef>
              <a:spcAft>
                <a:spcPct val="0"/>
              </a:spcAft>
              <a:buFontTx/>
              <a:buChar char="•"/>
            </a:pPr>
            <a:r>
              <a:rPr kumimoji="0" lang="en-US" b="1" i="0" u="none" strike="noStrike" cap="none" normalizeH="0" baseline="0" dirty="0" smtClean="0">
                <a:ln>
                  <a:noFill/>
                </a:ln>
                <a:solidFill>
                  <a:srgbClr val="242424"/>
                </a:solidFill>
                <a:effectLst/>
                <a:cs typeface="Arial" pitchFamily="34" charset="0"/>
              </a:rPr>
              <a:t>Prevent harmful or biased content.</a:t>
            </a:r>
            <a:r>
              <a:rPr kumimoji="0" lang="en-US" b="0" i="0" u="none" strike="noStrike" cap="none" normalizeH="0" baseline="0" dirty="0" smtClean="0">
                <a:ln>
                  <a:noFill/>
                </a:ln>
                <a:solidFill>
                  <a:srgbClr val="242424"/>
                </a:solidFill>
                <a:effectLst/>
                <a:cs typeface="Arial" pitchFamily="34" charset="0"/>
              </a:rPr>
              <a:t/>
            </a:r>
            <a:br>
              <a:rPr kumimoji="0" lang="en-US" b="0" i="0" u="none" strike="noStrike" cap="none" normalizeH="0" baseline="0" dirty="0" smtClean="0">
                <a:ln>
                  <a:noFill/>
                </a:ln>
                <a:solidFill>
                  <a:srgbClr val="242424"/>
                </a:solidFill>
                <a:effectLst/>
                <a:cs typeface="Arial" pitchFamily="34" charset="0"/>
              </a:rPr>
            </a:br>
            <a:r>
              <a:rPr kumimoji="0" lang="en-US" b="0" i="0" u="none" strike="noStrike" cap="none" normalizeH="0" baseline="0" dirty="0" smtClean="0">
                <a:ln>
                  <a:noFill/>
                </a:ln>
                <a:solidFill>
                  <a:srgbClr val="242424"/>
                </a:solidFill>
                <a:effectLst/>
                <a:cs typeface="Arial" pitchFamily="34" charset="0"/>
              </a:rPr>
              <a:t>The LLMs might generate offensive or unsafe responses unintentionally. In such cases, output Guardrails help in detecting content violations like toxicity, fake claims, and restricted topics and automatically refuse them.</a:t>
            </a:r>
          </a:p>
          <a:p>
            <a:pPr eaLnBrk="0" fontAlgn="base" hangingPunct="0">
              <a:spcBef>
                <a:spcPct val="0"/>
              </a:spcBef>
              <a:spcAft>
                <a:spcPct val="0"/>
              </a:spcAft>
              <a:buFontTx/>
              <a:buChar char="•"/>
            </a:pPr>
            <a:endParaRPr kumimoji="0" lang="en-US" b="0" i="0" u="none" strike="noStrike" cap="none" normalizeH="0" baseline="0" dirty="0" smtClean="0">
              <a:ln>
                <a:noFill/>
              </a:ln>
              <a:solidFill>
                <a:srgbClr val="242424"/>
              </a:solidFill>
              <a:effectLst/>
              <a:cs typeface="Arial" pitchFamily="34" charset="0"/>
            </a:endParaRPr>
          </a:p>
          <a:p>
            <a:pPr eaLnBrk="0" fontAlgn="base" hangingPunct="0">
              <a:spcBef>
                <a:spcPct val="0"/>
              </a:spcBef>
              <a:spcAft>
                <a:spcPct val="0"/>
              </a:spcAft>
              <a:buFontTx/>
              <a:buChar char="•"/>
            </a:pPr>
            <a:r>
              <a:rPr kumimoji="0" lang="en-US" b="1" i="0" u="none" strike="noStrike" cap="none" normalizeH="0" baseline="0" dirty="0" smtClean="0">
                <a:ln>
                  <a:noFill/>
                </a:ln>
                <a:solidFill>
                  <a:srgbClr val="242424"/>
                </a:solidFill>
                <a:effectLst/>
                <a:cs typeface="Arial" pitchFamily="34" charset="0"/>
              </a:rPr>
              <a:t>Stop hallucinations (fake facts).</a:t>
            </a:r>
            <a:r>
              <a:rPr kumimoji="0" lang="en-US" b="0" i="0" u="none" strike="noStrike" cap="none" normalizeH="0" baseline="0" dirty="0" smtClean="0">
                <a:ln>
                  <a:noFill/>
                </a:ln>
                <a:solidFill>
                  <a:srgbClr val="242424"/>
                </a:solidFill>
                <a:effectLst/>
                <a:cs typeface="Arial" pitchFamily="34" charset="0"/>
              </a:rPr>
              <a:t/>
            </a:r>
            <a:br>
              <a:rPr kumimoji="0" lang="en-US" b="0" i="0" u="none" strike="noStrike" cap="none" normalizeH="0" baseline="0" dirty="0" smtClean="0">
                <a:ln>
                  <a:noFill/>
                </a:ln>
                <a:solidFill>
                  <a:srgbClr val="242424"/>
                </a:solidFill>
                <a:effectLst/>
                <a:cs typeface="Arial" pitchFamily="34" charset="0"/>
              </a:rPr>
            </a:br>
            <a:r>
              <a:rPr kumimoji="0" lang="en-US" b="0" i="0" u="none" strike="noStrike" cap="none" normalizeH="0" baseline="0" dirty="0" smtClean="0">
                <a:ln>
                  <a:noFill/>
                </a:ln>
                <a:solidFill>
                  <a:srgbClr val="242424"/>
                </a:solidFill>
                <a:effectLst/>
                <a:cs typeface="Arial" pitchFamily="34" charset="0"/>
              </a:rPr>
              <a:t>LLMs tend to generate random text that looks real but is fake when they don’t have the appropriate knowledge to respond with. Guardrails help flag or block this kind of misinformation by checking the groundedness of the response.</a:t>
            </a:r>
          </a:p>
          <a:p>
            <a:pPr eaLnBrk="0" fontAlgn="base" hangingPunct="0">
              <a:spcBef>
                <a:spcPct val="0"/>
              </a:spcBef>
              <a:spcAft>
                <a:spcPct val="0"/>
              </a:spcAft>
              <a:buFontTx/>
              <a:buChar char="•"/>
            </a:pPr>
            <a:endParaRPr kumimoji="0" lang="en-US" b="0" i="0" u="none" strike="noStrike" cap="none" normalizeH="0" baseline="0" dirty="0" smtClean="0">
              <a:ln>
                <a:noFill/>
              </a:ln>
              <a:solidFill>
                <a:srgbClr val="242424"/>
              </a:solidFill>
              <a:effectLst/>
              <a:cs typeface="Arial" pitchFamily="34" charset="0"/>
            </a:endParaRPr>
          </a:p>
          <a:p>
            <a:pPr eaLnBrk="0" fontAlgn="base" hangingPunct="0">
              <a:spcBef>
                <a:spcPct val="0"/>
              </a:spcBef>
              <a:spcAft>
                <a:spcPct val="0"/>
              </a:spcAft>
              <a:buFontTx/>
              <a:buChar char="•"/>
            </a:pPr>
            <a:r>
              <a:rPr kumimoji="0" lang="en-US" b="1" i="0" u="none" strike="noStrike" cap="none" normalizeH="0" baseline="0" dirty="0" smtClean="0">
                <a:ln>
                  <a:noFill/>
                </a:ln>
                <a:solidFill>
                  <a:srgbClr val="242424"/>
                </a:solidFill>
                <a:effectLst/>
                <a:cs typeface="Arial" pitchFamily="34" charset="0"/>
              </a:rPr>
              <a:t>Ensure legal and ethical compliance.</a:t>
            </a:r>
            <a:r>
              <a:rPr kumimoji="0" lang="en-US" b="0" i="0" u="none" strike="noStrike" cap="none" normalizeH="0" baseline="0" dirty="0" smtClean="0">
                <a:ln>
                  <a:noFill/>
                </a:ln>
                <a:solidFill>
                  <a:srgbClr val="242424"/>
                </a:solidFill>
                <a:effectLst/>
                <a:cs typeface="Arial" pitchFamily="34" charset="0"/>
              </a:rPr>
              <a:t/>
            </a:r>
            <a:br>
              <a:rPr kumimoji="0" lang="en-US" b="0" i="0" u="none" strike="noStrike" cap="none" normalizeH="0" baseline="0" dirty="0" smtClean="0">
                <a:ln>
                  <a:noFill/>
                </a:ln>
                <a:solidFill>
                  <a:srgbClr val="242424"/>
                </a:solidFill>
                <a:effectLst/>
                <a:cs typeface="Arial" pitchFamily="34" charset="0"/>
              </a:rPr>
            </a:br>
            <a:r>
              <a:rPr kumimoji="0" lang="en-US" b="0" i="0" u="none" strike="noStrike" cap="none" normalizeH="0" baseline="0" dirty="0" smtClean="0">
                <a:ln>
                  <a:noFill/>
                </a:ln>
                <a:solidFill>
                  <a:srgbClr val="242424"/>
                </a:solidFill>
                <a:effectLst/>
                <a:cs typeface="Arial" pitchFamily="34" charset="0"/>
              </a:rPr>
              <a:t>Guardrails help to ensure responses align with the policies, industry regulations, or brand tone. e.g., filtering out the illegal or medical guidance that violates compliance requirements.</a:t>
            </a:r>
          </a:p>
          <a:p>
            <a:pPr eaLnBrk="0" fontAlgn="base" hangingPunct="0">
              <a:spcBef>
                <a:spcPct val="0"/>
              </a:spcBef>
              <a:spcAft>
                <a:spcPct val="0"/>
              </a:spcAft>
              <a:buFontTx/>
              <a:buChar char="•"/>
            </a:pPr>
            <a:endParaRPr kumimoji="0" lang="en-US" b="0" i="0" u="none" strike="noStrike" cap="none" normalizeH="0" baseline="0" dirty="0" smtClean="0">
              <a:ln>
                <a:noFill/>
              </a:ln>
              <a:solidFill>
                <a:srgbClr val="242424"/>
              </a:solidFill>
              <a:effectLst/>
              <a:cs typeface="Arial" pitchFamily="34" charset="0"/>
            </a:endParaRPr>
          </a:p>
          <a:p>
            <a:pPr eaLnBrk="0" fontAlgn="base" hangingPunct="0">
              <a:spcBef>
                <a:spcPct val="0"/>
              </a:spcBef>
              <a:spcAft>
                <a:spcPct val="0"/>
              </a:spcAft>
              <a:buFontTx/>
              <a:buChar char="•"/>
            </a:pPr>
            <a:r>
              <a:rPr kumimoji="0" lang="en-US" b="1" i="0" u="none" strike="noStrike" cap="none" normalizeH="0" baseline="0" dirty="0" smtClean="0">
                <a:ln>
                  <a:noFill/>
                </a:ln>
                <a:solidFill>
                  <a:srgbClr val="242424"/>
                </a:solidFill>
                <a:effectLst/>
                <a:cs typeface="Arial" pitchFamily="34" charset="0"/>
              </a:rPr>
              <a:t>Reduce manipulation and jailbreak risks (e.g., prompt injection).</a:t>
            </a:r>
            <a:br>
              <a:rPr kumimoji="0" lang="en-US" b="1" i="0" u="none" strike="noStrike" cap="none" normalizeH="0" baseline="0" dirty="0" smtClean="0">
                <a:ln>
                  <a:noFill/>
                </a:ln>
                <a:solidFill>
                  <a:srgbClr val="242424"/>
                </a:solidFill>
                <a:effectLst/>
                <a:cs typeface="Arial" pitchFamily="34" charset="0"/>
              </a:rPr>
            </a:br>
            <a:r>
              <a:rPr kumimoji="0" lang="en-US" b="0" i="0" u="none" strike="noStrike" cap="none" normalizeH="0" baseline="0" dirty="0" smtClean="0">
                <a:ln>
                  <a:noFill/>
                </a:ln>
                <a:solidFill>
                  <a:srgbClr val="242424"/>
                </a:solidFill>
                <a:effectLst/>
                <a:cs typeface="Arial" pitchFamily="34" charset="0"/>
              </a:rPr>
              <a:t>Users may try jailbreak or injection prompts to override safety filters. Guardrails detect and block these attacks, keeping the system secure. If the user intent diverges from the domain of interest, the system redirects or refuses such requests.</a:t>
            </a: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252667343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5CE01EE-9B82-1A8D-6A71-28923D9F4DBF}"/>
            </a:ext>
          </a:extLst>
        </p:cNvPr>
        <p:cNvGrpSpPr/>
        <p:nvPr/>
      </p:nvGrpSpPr>
      <p:grpSpPr>
        <a:xfrm>
          <a:off x="0" y="0"/>
          <a:ext cx="0" cy="0"/>
          <a:chOff x="0" y="0"/>
          <a:chExt cx="0" cy="0"/>
        </a:xfrm>
      </p:grpSpPr>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8011" y="819397"/>
            <a:ext cx="8943487" cy="351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943117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5CE01EE-9B82-1A8D-6A71-28923D9F4DBF}"/>
            </a:ext>
          </a:extLst>
        </p:cNvPr>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6951" y="281158"/>
            <a:ext cx="6391337" cy="6043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534285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5CE01EE-9B82-1A8D-6A71-28923D9F4DBF}"/>
            </a:ext>
          </a:extLst>
        </p:cNvPr>
        <p:cNvGrpSpPr/>
        <p:nvPr/>
      </p:nvGrpSpPr>
      <p:grpSpPr>
        <a:xfrm>
          <a:off x="0" y="0"/>
          <a:ext cx="0" cy="0"/>
          <a:chOff x="0" y="0"/>
          <a:chExt cx="0" cy="0"/>
        </a:xfrm>
      </p:grpSpPr>
    </p:spTree>
    <p:extLst>
      <p:ext uri="{BB962C8B-B14F-4D97-AF65-F5344CB8AC3E}">
        <p14:creationId xmlns:p14="http://schemas.microsoft.com/office/powerpoint/2010/main" val="26524339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5CE01EE-9B82-1A8D-6A71-28923D9F4DBF}"/>
            </a:ext>
          </a:extLst>
        </p:cNvPr>
        <p:cNvGrpSpPr/>
        <p:nvPr/>
      </p:nvGrpSpPr>
      <p:grpSpPr>
        <a:xfrm>
          <a:off x="0" y="0"/>
          <a:ext cx="0" cy="0"/>
          <a:chOff x="0" y="0"/>
          <a:chExt cx="0" cy="0"/>
        </a:xfrm>
      </p:grpSpPr>
    </p:spTree>
    <p:extLst>
      <p:ext uri="{BB962C8B-B14F-4D97-AF65-F5344CB8AC3E}">
        <p14:creationId xmlns:p14="http://schemas.microsoft.com/office/powerpoint/2010/main" val="23427893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5CE01EE-9B82-1A8D-6A71-28923D9F4DBF}"/>
            </a:ext>
          </a:extLst>
        </p:cNvPr>
        <p:cNvGrpSpPr/>
        <p:nvPr/>
      </p:nvGrpSpPr>
      <p:grpSpPr>
        <a:xfrm>
          <a:off x="0" y="0"/>
          <a:ext cx="0" cy="0"/>
          <a:chOff x="0" y="0"/>
          <a:chExt cx="0" cy="0"/>
        </a:xfrm>
      </p:grpSpPr>
    </p:spTree>
    <p:extLst>
      <p:ext uri="{BB962C8B-B14F-4D97-AF65-F5344CB8AC3E}">
        <p14:creationId xmlns:p14="http://schemas.microsoft.com/office/powerpoint/2010/main" val="2289604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5CE01EE-9B82-1A8D-6A71-28923D9F4DBF}"/>
            </a:ext>
          </a:extLst>
        </p:cNvPr>
        <p:cNvGrpSpPr/>
        <p:nvPr/>
      </p:nvGrpSpPr>
      <p:grpSpPr>
        <a:xfrm>
          <a:off x="0" y="0"/>
          <a:ext cx="0" cy="0"/>
          <a:chOff x="0" y="0"/>
          <a:chExt cx="0" cy="0"/>
        </a:xfrm>
      </p:grpSpPr>
      <p:grpSp>
        <p:nvGrpSpPr>
          <p:cNvPr id="4" name="Group 3"/>
          <p:cNvGrpSpPr/>
          <p:nvPr/>
        </p:nvGrpSpPr>
        <p:grpSpPr>
          <a:xfrm>
            <a:off x="309467" y="314194"/>
            <a:ext cx="10390378" cy="463683"/>
            <a:chOff x="1401288" y="286921"/>
            <a:chExt cx="10390378" cy="463683"/>
          </a:xfrm>
        </p:grpSpPr>
        <p:sp>
          <p:nvSpPr>
            <p:cNvPr id="35" name="Title 1">
              <a:extLst>
                <a:ext uri="{FF2B5EF4-FFF2-40B4-BE49-F238E27FC236}">
                  <a16:creationId xmlns="" xmlns:a16="http://schemas.microsoft.com/office/drawing/2014/main" id="{8E4945F9-351B-FE06-B4C4-5E27ED97FD2B}"/>
                </a:ext>
              </a:extLst>
            </p:cNvPr>
            <p:cNvSpPr txBox="1">
              <a:spLocks/>
            </p:cNvSpPr>
            <p:nvPr/>
          </p:nvSpPr>
          <p:spPr>
            <a:xfrm>
              <a:off x="1593437" y="286921"/>
              <a:ext cx="3821002" cy="463683"/>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dirty="0" smtClean="0">
                  <a:solidFill>
                    <a:srgbClr val="0070C0"/>
                  </a:solidFill>
                  <a:latin typeface="Bahnschrift SemiBold" pitchFamily="34" charset="0"/>
                  <a:ea typeface="Cambria" pitchFamily="18" charset="0"/>
                  <a:cs typeface="Cascadia Mono SemiBold" pitchFamily="49" charset="0"/>
                </a:rPr>
                <a:t>Command Object</a:t>
              </a:r>
              <a:endParaRPr lang="en-IN" sz="2400" dirty="0">
                <a:solidFill>
                  <a:srgbClr val="0070C0"/>
                </a:solidFill>
                <a:latin typeface="Bahnschrift SemiBold" pitchFamily="34" charset="0"/>
                <a:ea typeface="Cambria" pitchFamily="18" charset="0"/>
                <a:cs typeface="Cascadia Mono SemiBold" pitchFamily="49" charset="0"/>
              </a:endParaRPr>
            </a:p>
          </p:txBody>
        </p:sp>
        <p:cxnSp>
          <p:nvCxnSpPr>
            <p:cNvPr id="3" name="Straight Connector 2"/>
            <p:cNvCxnSpPr/>
            <p:nvPr/>
          </p:nvCxnSpPr>
          <p:spPr>
            <a:xfrm>
              <a:off x="1401288" y="750604"/>
              <a:ext cx="10390378"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036783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5CE01EE-9B82-1A8D-6A71-28923D9F4DBF}"/>
            </a:ext>
          </a:extLst>
        </p:cNvPr>
        <p:cNvGrpSpPr/>
        <p:nvPr/>
      </p:nvGrpSpPr>
      <p:grpSpPr>
        <a:xfrm>
          <a:off x="0" y="0"/>
          <a:ext cx="0" cy="0"/>
          <a:chOff x="0" y="0"/>
          <a:chExt cx="0" cy="0"/>
        </a:xfrm>
      </p:grpSpPr>
    </p:spTree>
    <p:extLst>
      <p:ext uri="{BB962C8B-B14F-4D97-AF65-F5344CB8AC3E}">
        <p14:creationId xmlns:p14="http://schemas.microsoft.com/office/powerpoint/2010/main" val="15190530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24603</TotalTime>
  <Words>99</Words>
  <Application>Microsoft Office PowerPoint</Application>
  <PresentationFormat>Custom</PresentationFormat>
  <Paragraphs>28</Paragraphs>
  <Slides>10</Slides>
  <Notes>10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Naman Narula</dc:creator>
  <cp:lastModifiedBy>User</cp:lastModifiedBy>
  <cp:revision>1097</cp:revision>
  <dcterms:created xsi:type="dcterms:W3CDTF">2024-01-26T15:11:46Z</dcterms:created>
  <dcterms:modified xsi:type="dcterms:W3CDTF">2026-04-01T20:11:23Z</dcterms:modified>
</cp:coreProperties>
</file>