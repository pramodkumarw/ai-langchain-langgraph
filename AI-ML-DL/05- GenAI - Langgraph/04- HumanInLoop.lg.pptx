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453" r:id="rId2"/>
    <p:sldId id="460" r:id="rId3"/>
    <p:sldId id="440" r:id="rId4"/>
    <p:sldId id="445" r:id="rId5"/>
    <p:sldId id="444" r:id="rId6"/>
    <p:sldId id="449" r:id="rId7"/>
    <p:sldId id="442" r:id="rId8"/>
    <p:sldId id="451" r:id="rId9"/>
    <p:sldId id="462" r:id="rId10"/>
    <p:sldId id="461" r:id="rId11"/>
    <p:sldId id="456" r:id="rId12"/>
    <p:sldId id="463" r:id="rId13"/>
    <p:sldId id="422" r:id="rId14"/>
    <p:sldId id="454" r:id="rId15"/>
    <p:sldId id="457" r:id="rId16"/>
    <p:sldId id="458" r:id="rId17"/>
    <p:sldId id="466" r:id="rId18"/>
    <p:sldId id="467" r:id="rId19"/>
    <p:sldId id="470" r:id="rId20"/>
    <p:sldId id="468" r:id="rId21"/>
    <p:sldId id="469" r:id="rId22"/>
    <p:sldId id="459" r:id="rId23"/>
    <p:sldId id="471" r:id="rId24"/>
    <p:sldId id="47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pendix" id="{F7019FAC-E7A5-43E9-B9F1-CAF1DA55EE0C}">
          <p14:sldIdLst>
            <p14:sldId id="453"/>
          </p14:sldIdLst>
        </p14:section>
        <p14:section name="HumanInLoop" id="{715A6233-8BF5-4DAC-B82E-82249394E205}">
          <p14:sldIdLst>
            <p14:sldId id="460"/>
            <p14:sldId id="440"/>
            <p14:sldId id="445"/>
            <p14:sldId id="444"/>
            <p14:sldId id="449"/>
            <p14:sldId id="442"/>
            <p14:sldId id="451"/>
            <p14:sldId id="462"/>
            <p14:sldId id="461"/>
            <p14:sldId id="456"/>
            <p14:sldId id="463"/>
          </p14:sldIdLst>
        </p14:section>
        <p14:section name="Command object" id="{05022809-0706-400D-8FB6-E1413D633C5E}">
          <p14:sldIdLst>
            <p14:sldId id="422"/>
            <p14:sldId id="454"/>
          </p14:sldIdLst>
        </p14:section>
        <p14:section name="appover.py" id="{E820966E-7E53-4251-80A7-C86D8D979E0B}">
          <p14:sldIdLst>
            <p14:sldId id="457"/>
            <p14:sldId id="458"/>
            <p14:sldId id="466"/>
            <p14:sldId id="467"/>
          </p14:sldIdLst>
        </p14:section>
        <p14:section name="Multiturn Conservation" id="{CCEAE13B-C776-4F17-B03A-56A027641694}">
          <p14:sldIdLst>
            <p14:sldId id="470"/>
            <p14:sldId id="468"/>
            <p14:sldId id="469"/>
            <p14:sldId id="459"/>
            <p14:sldId id="471"/>
            <p14:sldId id="472"/>
          </p14:sldIdLst>
        </p14:section>
      </p14:sectionLst>
    </p:ex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C2FF"/>
    <a:srgbClr val="FF4519"/>
    <a:srgbClr val="00D05E"/>
    <a:srgbClr val="00CC99"/>
    <a:srgbClr val="FF0066"/>
    <a:srgbClr val="CC3300"/>
    <a:srgbClr val="FF3399"/>
    <a:srgbClr val="FF66FF"/>
    <a:srgbClr val="D7C055"/>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9639D9-3454-46DB-98F0-5734C90B24A8}" v="162" dt="2024-02-29T03:48:59.932"/>
    <p1510:client id="{51280DD5-E729-4BD7-8A9F-98443B307215}" v="2" dt="2024-02-29T02:44:09.918"/>
    <p1510:client id="{F06999DA-40BE-4997-8D18-97380D22DED5}" v="101" dt="2024-02-29T15:35:34.9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33" autoAdjust="0"/>
    <p:restoredTop sz="86073" autoAdjust="0"/>
  </p:normalViewPr>
  <p:slideViewPr>
    <p:cSldViewPr snapToGrid="0">
      <p:cViewPr>
        <p:scale>
          <a:sx n="70" d="100"/>
          <a:sy n="70" d="100"/>
        </p:scale>
        <p:origin x="-660" y="-18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58C147-18C2-4D33-BF56-E30CA9229223}" type="datetimeFigureOut">
              <a:rPr lang="en-IN" smtClean="0"/>
              <a:t>31-03-2026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3E4B8-F9DF-4F9A-BB59-93920507C31C}" type="slidenum">
              <a:rPr lang="en-IN" smtClean="0"/>
              <a:t>‹#›</a:t>
            </a:fld>
            <a:endParaRPr lang="en-IN" dirty="0"/>
          </a:p>
        </p:txBody>
      </p:sp>
    </p:spTree>
    <p:extLst>
      <p:ext uri="{BB962C8B-B14F-4D97-AF65-F5344CB8AC3E}">
        <p14:creationId xmlns:p14="http://schemas.microsoft.com/office/powerpoint/2010/main" val="1417987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3</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4</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5</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6</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7</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8</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9</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10</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11</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12</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13</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14</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15</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16</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17</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18</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19</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22</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23</a:t>
            </a:fld>
            <a:endParaRPr lang="en-IN" dirty="0"/>
          </a:p>
        </p:txBody>
      </p:sp>
    </p:spTree>
    <p:extLst>
      <p:ext uri="{BB962C8B-B14F-4D97-AF65-F5344CB8AC3E}">
        <p14:creationId xmlns:p14="http://schemas.microsoft.com/office/powerpoint/2010/main" val="18470044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662A70-DFBD-127F-D5CC-9B0F1A5627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F420B84-9022-B7D2-9C67-0FDA0433D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3AC76129-7A35-2EDC-3B76-87ED8A84114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xmlns="" id="{2BF5D66A-BD02-F7EA-3FAB-C98B27E37E51}"/>
              </a:ext>
            </a:extLst>
          </p:cNvPr>
          <p:cNvSpPr>
            <a:spLocks noGrp="1"/>
          </p:cNvSpPr>
          <p:nvPr>
            <p:ph type="sldNum" sz="quarter" idx="5"/>
          </p:nvPr>
        </p:nvSpPr>
        <p:spPr/>
        <p:txBody>
          <a:bodyPr/>
          <a:lstStyle/>
          <a:p>
            <a:fld id="{37A3E4B8-F9DF-4F9A-BB59-93920507C31C}" type="slidenum">
              <a:rPr lang="en-IN" smtClean="0"/>
              <a:t>24</a:t>
            </a:fld>
            <a:endParaRPr lang="en-IN" dirty="0"/>
          </a:p>
        </p:txBody>
      </p:sp>
    </p:spTree>
    <p:extLst>
      <p:ext uri="{BB962C8B-B14F-4D97-AF65-F5344CB8AC3E}">
        <p14:creationId xmlns:p14="http://schemas.microsoft.com/office/powerpoint/2010/main" val="1847004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FE4333-EDCB-768D-D694-4FA374C887C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xmlns="" id="{6FB8F6BA-A771-5199-B454-4137B42B82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xmlns="" id="{AB8C62A8-5E14-FA7C-D2D9-A91C5617AEE2}"/>
              </a:ext>
            </a:extLst>
          </p:cNvPr>
          <p:cNvSpPr>
            <a:spLocks noGrp="1"/>
          </p:cNvSpPr>
          <p:nvPr>
            <p:ph type="dt" sz="half" idx="10"/>
          </p:nvPr>
        </p:nvSpPr>
        <p:spPr/>
        <p:txBody>
          <a:bodyPr/>
          <a:lstStyle/>
          <a:p>
            <a:fld id="{617C7221-54BD-4A63-8AE7-749436A8A0E0}" type="datetime1">
              <a:rPr lang="en-US" smtClean="0"/>
              <a:t>3/31/2026</a:t>
            </a:fld>
            <a:endParaRPr lang="en-US" dirty="0"/>
          </a:p>
        </p:txBody>
      </p:sp>
      <p:sp>
        <p:nvSpPr>
          <p:cNvPr id="5" name="Footer Placeholder 4">
            <a:extLst>
              <a:ext uri="{FF2B5EF4-FFF2-40B4-BE49-F238E27FC236}">
                <a16:creationId xmlns:a16="http://schemas.microsoft.com/office/drawing/2014/main" xmlns="" id="{EA5CADB1-111D-22D3-EDB1-E043DC323ABF}"/>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a16="http://schemas.microsoft.com/office/drawing/2014/main" xmlns="" id="{D733105E-4498-96A3-0C5F-A5E579283B92}"/>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600095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AE6418-E00D-D82B-5A6A-A2532DB41F1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F63E6B97-B778-7455-F70C-FD8D34E3F3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34537FB2-C318-A7C1-BABA-0AC6FA5B35AC}"/>
              </a:ext>
            </a:extLst>
          </p:cNvPr>
          <p:cNvSpPr>
            <a:spLocks noGrp="1"/>
          </p:cNvSpPr>
          <p:nvPr>
            <p:ph type="dt" sz="half" idx="10"/>
          </p:nvPr>
        </p:nvSpPr>
        <p:spPr/>
        <p:txBody>
          <a:bodyPr/>
          <a:lstStyle/>
          <a:p>
            <a:fld id="{15296570-B1EA-4487-BE32-F708B8E167B2}" type="datetime1">
              <a:rPr lang="en-US" smtClean="0"/>
              <a:t>3/31/2026</a:t>
            </a:fld>
            <a:endParaRPr lang="en-US" dirty="0"/>
          </a:p>
        </p:txBody>
      </p:sp>
      <p:sp>
        <p:nvSpPr>
          <p:cNvPr id="5" name="Footer Placeholder 4">
            <a:extLst>
              <a:ext uri="{FF2B5EF4-FFF2-40B4-BE49-F238E27FC236}">
                <a16:creationId xmlns:a16="http://schemas.microsoft.com/office/drawing/2014/main" xmlns="" id="{914FC2A1-527D-0AA9-D04D-3D2766CE0E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a16="http://schemas.microsoft.com/office/drawing/2014/main" xmlns="" id="{81000CB2-5293-8DFA-B3B2-A0B592B4651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80639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C1FA87-C082-E0DD-3D37-67F1640E676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xmlns="" id="{1B5F515E-EB4A-D143-3D90-D5CB688823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xmlns="" id="{88B15D29-75FB-CFE9-A973-A208274B95BA}"/>
              </a:ext>
            </a:extLst>
          </p:cNvPr>
          <p:cNvSpPr>
            <a:spLocks noGrp="1"/>
          </p:cNvSpPr>
          <p:nvPr>
            <p:ph type="dt" sz="half" idx="10"/>
          </p:nvPr>
        </p:nvSpPr>
        <p:spPr/>
        <p:txBody>
          <a:bodyPr/>
          <a:lstStyle/>
          <a:p>
            <a:fld id="{4F9442CB-DE38-41A3-9AEC-FC7F477AE398}" type="datetime1">
              <a:rPr lang="en-US" smtClean="0"/>
              <a:t>3/31/2026</a:t>
            </a:fld>
            <a:endParaRPr lang="en-US" dirty="0"/>
          </a:p>
        </p:txBody>
      </p:sp>
      <p:sp>
        <p:nvSpPr>
          <p:cNvPr id="5" name="Footer Placeholder 4">
            <a:extLst>
              <a:ext uri="{FF2B5EF4-FFF2-40B4-BE49-F238E27FC236}">
                <a16:creationId xmlns:a16="http://schemas.microsoft.com/office/drawing/2014/main" xmlns="" id="{E9168659-4604-1E12-A046-E65E9BFA0D3E}"/>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a16="http://schemas.microsoft.com/office/drawing/2014/main" xmlns="" id="{86A55C1A-5CB6-A517-F4CC-78B642B353A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085473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354BD7-8381-6AF7-2A34-97F11643219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745D5CF0-745C-8F39-DDFC-095163A6D86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xmlns="" id="{D6F0486A-0B81-6F67-77F7-3933C250588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xmlns="" id="{D29CEC8B-FF84-E5F1-CD4B-B7DEE25F0DBA}"/>
              </a:ext>
            </a:extLst>
          </p:cNvPr>
          <p:cNvSpPr>
            <a:spLocks noGrp="1"/>
          </p:cNvSpPr>
          <p:nvPr>
            <p:ph type="dt" sz="half" idx="10"/>
          </p:nvPr>
        </p:nvSpPr>
        <p:spPr/>
        <p:txBody>
          <a:bodyPr/>
          <a:lstStyle/>
          <a:p>
            <a:fld id="{4259B145-4D2C-4B0D-B0F3-3793104D85F9}" type="datetime1">
              <a:rPr lang="en-US" smtClean="0"/>
              <a:t>3/31/2026</a:t>
            </a:fld>
            <a:endParaRPr lang="en-US" dirty="0"/>
          </a:p>
        </p:txBody>
      </p:sp>
      <p:sp>
        <p:nvSpPr>
          <p:cNvPr id="6" name="Footer Placeholder 5">
            <a:extLst>
              <a:ext uri="{FF2B5EF4-FFF2-40B4-BE49-F238E27FC236}">
                <a16:creationId xmlns:a16="http://schemas.microsoft.com/office/drawing/2014/main" xmlns="" id="{083D1157-B890-E7C2-8551-9CFA55DF17F2}"/>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a16="http://schemas.microsoft.com/office/drawing/2014/main" xmlns="" id="{A6834098-4893-052D-13DF-57AA3726911C}"/>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503845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95ED4B-5B6D-B5E5-67B7-D97BFC6B16D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28083AD3-D8DD-C9C8-4A8D-6E90DEEDCC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xmlns="" id="{F610F8FC-1E86-8328-5873-1F1FD4540F2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xmlns="" id="{7171E56A-9B29-8C99-0F9B-DFA73577B4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xmlns="" id="{31551D20-42E2-AA82-6A29-ED75844F6FA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xmlns="" id="{12806B38-A61F-CFF2-455E-2A0DB1CBD281}"/>
              </a:ext>
            </a:extLst>
          </p:cNvPr>
          <p:cNvSpPr>
            <a:spLocks noGrp="1"/>
          </p:cNvSpPr>
          <p:nvPr>
            <p:ph type="dt" sz="half" idx="10"/>
          </p:nvPr>
        </p:nvSpPr>
        <p:spPr/>
        <p:txBody>
          <a:bodyPr/>
          <a:lstStyle/>
          <a:p>
            <a:fld id="{041CBCE3-C8C5-4329-ADE4-5F8D67D78882}" type="datetime1">
              <a:rPr lang="en-US" smtClean="0"/>
              <a:t>3/31/2026</a:t>
            </a:fld>
            <a:endParaRPr lang="en-US" dirty="0"/>
          </a:p>
        </p:txBody>
      </p:sp>
      <p:sp>
        <p:nvSpPr>
          <p:cNvPr id="8" name="Footer Placeholder 7">
            <a:extLst>
              <a:ext uri="{FF2B5EF4-FFF2-40B4-BE49-F238E27FC236}">
                <a16:creationId xmlns:a16="http://schemas.microsoft.com/office/drawing/2014/main" xmlns="" id="{0A1ADB39-BBED-F460-3284-9B01BBA78120}"/>
              </a:ext>
            </a:extLst>
          </p:cNvPr>
          <p:cNvSpPr>
            <a:spLocks noGrp="1"/>
          </p:cNvSpPr>
          <p:nvPr>
            <p:ph type="ftr" sz="quarter" idx="11"/>
          </p:nvPr>
        </p:nvSpPr>
        <p:spPr/>
        <p:txBody>
          <a:bodyPr/>
          <a:lstStyle/>
          <a:p>
            <a:r>
              <a:rPr lang="en-US" dirty="0"/>
              <a:t>Navigating the Future of Learning​</a:t>
            </a:r>
          </a:p>
        </p:txBody>
      </p:sp>
      <p:sp>
        <p:nvSpPr>
          <p:cNvPr id="9" name="Slide Number Placeholder 8">
            <a:extLst>
              <a:ext uri="{FF2B5EF4-FFF2-40B4-BE49-F238E27FC236}">
                <a16:creationId xmlns:a16="http://schemas.microsoft.com/office/drawing/2014/main" xmlns="" id="{BAE78CB4-F5B2-2F08-FCB4-B7EFC7D9B5DD}"/>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742097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07DB33-3161-3CA7-5DA9-9AEFA7BE3D9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xmlns="" id="{1B459199-60FE-8A27-4D17-58FA57F038D5}"/>
              </a:ext>
            </a:extLst>
          </p:cNvPr>
          <p:cNvSpPr>
            <a:spLocks noGrp="1"/>
          </p:cNvSpPr>
          <p:nvPr>
            <p:ph type="dt" sz="half" idx="10"/>
          </p:nvPr>
        </p:nvSpPr>
        <p:spPr/>
        <p:txBody>
          <a:bodyPr/>
          <a:lstStyle/>
          <a:p>
            <a:fld id="{EA95BDD6-391D-4D68-9A24-8E7CE46A4DC4}" type="datetime1">
              <a:rPr lang="en-US" smtClean="0"/>
              <a:t>3/31/2026</a:t>
            </a:fld>
            <a:endParaRPr lang="en-US" dirty="0"/>
          </a:p>
        </p:txBody>
      </p:sp>
      <p:sp>
        <p:nvSpPr>
          <p:cNvPr id="4" name="Footer Placeholder 3">
            <a:extLst>
              <a:ext uri="{FF2B5EF4-FFF2-40B4-BE49-F238E27FC236}">
                <a16:creationId xmlns:a16="http://schemas.microsoft.com/office/drawing/2014/main" xmlns="" id="{9B5772E0-839B-C3B1-7E64-0C8677352A57}"/>
              </a:ext>
            </a:extLst>
          </p:cNvPr>
          <p:cNvSpPr>
            <a:spLocks noGrp="1"/>
          </p:cNvSpPr>
          <p:nvPr>
            <p:ph type="ftr" sz="quarter" idx="11"/>
          </p:nvPr>
        </p:nvSpPr>
        <p:spPr/>
        <p:txBody>
          <a:bodyPr/>
          <a:lstStyle/>
          <a:p>
            <a:r>
              <a:rPr lang="en-US" dirty="0"/>
              <a:t>Navigating the Future of Learning​</a:t>
            </a:r>
          </a:p>
        </p:txBody>
      </p:sp>
      <p:sp>
        <p:nvSpPr>
          <p:cNvPr id="5" name="Slide Number Placeholder 4">
            <a:extLst>
              <a:ext uri="{FF2B5EF4-FFF2-40B4-BE49-F238E27FC236}">
                <a16:creationId xmlns:a16="http://schemas.microsoft.com/office/drawing/2014/main" xmlns="" id="{4F5A1759-598D-988C-8124-2E5044B1744E}"/>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461273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F271F3F0-F2B3-F675-7BAB-1AD2134ACD0F}"/>
              </a:ext>
            </a:extLst>
          </p:cNvPr>
          <p:cNvSpPr>
            <a:spLocks noGrp="1"/>
          </p:cNvSpPr>
          <p:nvPr>
            <p:ph type="dt" sz="half" idx="10"/>
          </p:nvPr>
        </p:nvSpPr>
        <p:spPr/>
        <p:txBody>
          <a:bodyPr/>
          <a:lstStyle/>
          <a:p>
            <a:fld id="{1B3E1E7A-3F60-43E8-97A9-E03FDFF3291A}" type="datetime1">
              <a:rPr lang="en-US" smtClean="0"/>
              <a:t>3/31/2026</a:t>
            </a:fld>
            <a:endParaRPr lang="en-US" dirty="0"/>
          </a:p>
        </p:txBody>
      </p:sp>
      <p:sp>
        <p:nvSpPr>
          <p:cNvPr id="3" name="Footer Placeholder 2">
            <a:extLst>
              <a:ext uri="{FF2B5EF4-FFF2-40B4-BE49-F238E27FC236}">
                <a16:creationId xmlns:a16="http://schemas.microsoft.com/office/drawing/2014/main" xmlns="" id="{1A44FB0A-DFB7-0737-F37C-440DCA486D73}"/>
              </a:ext>
            </a:extLst>
          </p:cNvPr>
          <p:cNvSpPr>
            <a:spLocks noGrp="1"/>
          </p:cNvSpPr>
          <p:nvPr>
            <p:ph type="ftr" sz="quarter" idx="11"/>
          </p:nvPr>
        </p:nvSpPr>
        <p:spPr/>
        <p:txBody>
          <a:bodyPr/>
          <a:lstStyle/>
          <a:p>
            <a:r>
              <a:rPr lang="en-US" dirty="0"/>
              <a:t>Navigating the Future of Learning​</a:t>
            </a:r>
          </a:p>
        </p:txBody>
      </p:sp>
      <p:sp>
        <p:nvSpPr>
          <p:cNvPr id="4" name="Slide Number Placeholder 3">
            <a:extLst>
              <a:ext uri="{FF2B5EF4-FFF2-40B4-BE49-F238E27FC236}">
                <a16:creationId xmlns:a16="http://schemas.microsoft.com/office/drawing/2014/main" xmlns="" id="{9E497C01-947E-5E24-DB3F-90342EF0A210}"/>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104625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F41832-2691-E74A-0F3A-2DE9A6E44D8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C94BD6CD-D7DC-A4E9-FD78-EA239F4F55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xmlns="" id="{54C0C722-544A-95F1-1DAD-FAD83B6633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xmlns="" id="{215BCDEF-8A4D-1FA5-888F-D5A3A2CEE9D4}"/>
              </a:ext>
            </a:extLst>
          </p:cNvPr>
          <p:cNvSpPr>
            <a:spLocks noGrp="1"/>
          </p:cNvSpPr>
          <p:nvPr>
            <p:ph type="dt" sz="half" idx="10"/>
          </p:nvPr>
        </p:nvSpPr>
        <p:spPr/>
        <p:txBody>
          <a:bodyPr/>
          <a:lstStyle/>
          <a:p>
            <a:fld id="{041F2EE0-C06F-41F5-AFE0-7056E3A01EDC}" type="datetime1">
              <a:rPr lang="en-US" smtClean="0"/>
              <a:t>3/31/2026</a:t>
            </a:fld>
            <a:endParaRPr lang="en-US" dirty="0"/>
          </a:p>
        </p:txBody>
      </p:sp>
      <p:sp>
        <p:nvSpPr>
          <p:cNvPr id="6" name="Footer Placeholder 5">
            <a:extLst>
              <a:ext uri="{FF2B5EF4-FFF2-40B4-BE49-F238E27FC236}">
                <a16:creationId xmlns:a16="http://schemas.microsoft.com/office/drawing/2014/main" xmlns="" id="{81C4BD8F-AAAC-F32F-ABC2-37A3D3BC6296}"/>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a16="http://schemas.microsoft.com/office/drawing/2014/main" xmlns="" id="{3DA79EF9-CB21-BEC5-2A25-591C945DD13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671276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BACBD3-5050-C329-F415-3714918842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xmlns="" id="{C4B2BE8C-8AFF-7B97-17DD-E10D476C82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xmlns="" id="{B6B1A6C9-352E-F0FC-857A-200063A76E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xmlns="" id="{996AEC32-A02D-AF36-A64E-290A392B42FC}"/>
              </a:ext>
            </a:extLst>
          </p:cNvPr>
          <p:cNvSpPr>
            <a:spLocks noGrp="1"/>
          </p:cNvSpPr>
          <p:nvPr>
            <p:ph type="dt" sz="half" idx="10"/>
          </p:nvPr>
        </p:nvSpPr>
        <p:spPr/>
        <p:txBody>
          <a:bodyPr/>
          <a:lstStyle/>
          <a:p>
            <a:fld id="{93A105E1-88D0-4311-A599-0C8A6973053A}" type="datetime1">
              <a:rPr lang="en-US" smtClean="0"/>
              <a:t>3/31/2026</a:t>
            </a:fld>
            <a:endParaRPr lang="en-US" dirty="0"/>
          </a:p>
        </p:txBody>
      </p:sp>
      <p:sp>
        <p:nvSpPr>
          <p:cNvPr id="6" name="Footer Placeholder 5">
            <a:extLst>
              <a:ext uri="{FF2B5EF4-FFF2-40B4-BE49-F238E27FC236}">
                <a16:creationId xmlns:a16="http://schemas.microsoft.com/office/drawing/2014/main" xmlns="" id="{26B0ECF5-F111-F43D-1DD0-2623EE225A1F}"/>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a16="http://schemas.microsoft.com/office/drawing/2014/main" xmlns="" id="{A3ED8375-499D-DCA7-5D7B-91DD95B7F87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160511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E933A4-C03D-26A7-C451-392D04E6A23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xmlns="" id="{C339E290-0E60-50DC-3A6D-AFC921C4E83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B1DDBB31-5065-A920-BCE3-A6379F318E85}"/>
              </a:ext>
            </a:extLst>
          </p:cNvPr>
          <p:cNvSpPr>
            <a:spLocks noGrp="1"/>
          </p:cNvSpPr>
          <p:nvPr>
            <p:ph type="dt" sz="half" idx="10"/>
          </p:nvPr>
        </p:nvSpPr>
        <p:spPr/>
        <p:txBody>
          <a:bodyPr/>
          <a:lstStyle/>
          <a:p>
            <a:fld id="{159EA562-091E-45D6-BEDF-3C68FB2023F1}" type="datetime1">
              <a:rPr lang="en-US" smtClean="0"/>
              <a:t>3/31/2026</a:t>
            </a:fld>
            <a:endParaRPr lang="en-US" dirty="0"/>
          </a:p>
        </p:txBody>
      </p:sp>
      <p:sp>
        <p:nvSpPr>
          <p:cNvPr id="5" name="Footer Placeholder 4">
            <a:extLst>
              <a:ext uri="{FF2B5EF4-FFF2-40B4-BE49-F238E27FC236}">
                <a16:creationId xmlns:a16="http://schemas.microsoft.com/office/drawing/2014/main" xmlns="" id="{8650F398-CC52-3E67-DDF6-C862313CC4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a16="http://schemas.microsoft.com/office/drawing/2014/main" xmlns="" id="{4272AE45-AD9E-08FA-1F71-75DFC9E00C85}"/>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718351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AF91D67-8C5B-5055-B5D2-6BAAE7E9503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xmlns="" id="{04D31080-7646-1B9C-C36F-D2F6BB87473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BDA404C4-6EA5-D815-E9B2-7CDBB94E9D0D}"/>
              </a:ext>
            </a:extLst>
          </p:cNvPr>
          <p:cNvSpPr>
            <a:spLocks noGrp="1"/>
          </p:cNvSpPr>
          <p:nvPr>
            <p:ph type="dt" sz="half" idx="10"/>
          </p:nvPr>
        </p:nvSpPr>
        <p:spPr/>
        <p:txBody>
          <a:bodyPr/>
          <a:lstStyle/>
          <a:p>
            <a:fld id="{DDF14D94-52B8-43E9-A8F3-BD9E24437DA3}" type="datetime1">
              <a:rPr lang="en-US" smtClean="0"/>
              <a:t>3/31/2026</a:t>
            </a:fld>
            <a:endParaRPr lang="en-US" dirty="0"/>
          </a:p>
        </p:txBody>
      </p:sp>
      <p:sp>
        <p:nvSpPr>
          <p:cNvPr id="5" name="Footer Placeholder 4">
            <a:extLst>
              <a:ext uri="{FF2B5EF4-FFF2-40B4-BE49-F238E27FC236}">
                <a16:creationId xmlns:a16="http://schemas.microsoft.com/office/drawing/2014/main" xmlns="" id="{97EFDD0D-44E3-A86F-6F17-A722DA9F5AB5}"/>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a16="http://schemas.microsoft.com/office/drawing/2014/main" xmlns="" id="{83E417A5-F8F0-AA31-71DF-34D6584981B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2997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9A89A0B-DE9F-F1C6-643E-DCA32D53C3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3953DDAA-3094-DBCE-F38B-123FB91FDD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8AF0BF9E-5E8A-1649-84DC-281A5BAAC4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BC827E-01D8-46AF-B9E0-11E08B19BA59}" type="datetime1">
              <a:rPr lang="en-US" smtClean="0"/>
              <a:t>3/31/2026</a:t>
            </a:fld>
            <a:endParaRPr lang="en-US" dirty="0"/>
          </a:p>
        </p:txBody>
      </p:sp>
      <p:sp>
        <p:nvSpPr>
          <p:cNvPr id="5" name="Footer Placeholder 4">
            <a:extLst>
              <a:ext uri="{FF2B5EF4-FFF2-40B4-BE49-F238E27FC236}">
                <a16:creationId xmlns:a16="http://schemas.microsoft.com/office/drawing/2014/main" xmlns="" id="{5BDEDD1E-16D6-9C67-B90A-3F23927ED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Navigating the Future of Learning​</a:t>
            </a:r>
          </a:p>
        </p:txBody>
      </p:sp>
      <p:sp>
        <p:nvSpPr>
          <p:cNvPr id="6" name="Slide Number Placeholder 5">
            <a:extLst>
              <a:ext uri="{FF2B5EF4-FFF2-40B4-BE49-F238E27FC236}">
                <a16:creationId xmlns:a16="http://schemas.microsoft.com/office/drawing/2014/main" xmlns="" id="{B5FC0268-EDD9-BFDA-9A07-5241871BF4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3362F8-88F8-1F49-86F0-D11B2D99FEE0}" type="slidenum">
              <a:rPr lang="en-US" smtClean="0"/>
              <a:t>‹#›</a:t>
            </a:fld>
            <a:endParaRPr lang="en-US" dirty="0"/>
          </a:p>
        </p:txBody>
      </p:sp>
    </p:spTree>
    <p:extLst>
      <p:ext uri="{BB962C8B-B14F-4D97-AF65-F5344CB8AC3E}">
        <p14:creationId xmlns:p14="http://schemas.microsoft.com/office/powerpoint/2010/main" val="2055367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cxnSp>
        <p:nvCxnSpPr>
          <p:cNvPr id="3" name="Straight Connector 2"/>
          <p:cNvCxnSpPr/>
          <p:nvPr/>
        </p:nvCxnSpPr>
        <p:spPr>
          <a:xfrm>
            <a:off x="5821509" y="1224076"/>
            <a:ext cx="13648" cy="532227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126638" y="1038851"/>
            <a:ext cx="10936408"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3" name="Google Shape;143;p1">
            <a:extLst>
              <a:ext uri="{FF2B5EF4-FFF2-40B4-BE49-F238E27FC236}">
                <a16:creationId xmlns="" xmlns:a16="http://schemas.microsoft.com/office/drawing/2014/main" id="{E4949A97-DC03-56A5-2E5A-3DD3913AA0EF}"/>
              </a:ext>
            </a:extLst>
          </p:cNvPr>
          <p:cNvSpPr txBox="1">
            <a:spLocks noGrp="1"/>
          </p:cNvSpPr>
          <p:nvPr/>
        </p:nvSpPr>
        <p:spPr>
          <a:xfrm>
            <a:off x="1401287" y="193757"/>
            <a:ext cx="4951915" cy="1113692"/>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5400"/>
              <a:buFont typeface="Arial"/>
              <a:buNone/>
              <a:defRPr sz="54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it-IT" sz="4400" b="1" dirty="0" smtClean="0">
                <a:solidFill>
                  <a:schemeClr val="tx1"/>
                </a:solidFill>
                <a:latin typeface="Segoe UI Black" pitchFamily="34" charset="0"/>
                <a:ea typeface="Segoe UI Black" pitchFamily="34" charset="0"/>
              </a:rPr>
              <a:t>HumanInLoop</a:t>
            </a:r>
          </a:p>
          <a:p>
            <a:endParaRPr lang="it-IT" sz="4000" b="1" dirty="0">
              <a:solidFill>
                <a:schemeClr val="tx1"/>
              </a:solidFill>
            </a:endParaRPr>
          </a:p>
        </p:txBody>
      </p:sp>
      <p:pic>
        <p:nvPicPr>
          <p:cNvPr id="2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0" y="1"/>
            <a:ext cx="1253546" cy="1038850"/>
          </a:xfrm>
          <a:prstGeom prst="rect">
            <a:avLst/>
          </a:prstGeom>
          <a:noFill/>
          <a:ln>
            <a:noFill/>
          </a:ln>
          <a:effectLst>
            <a:outerShdw dist="35921" dir="2700000" algn="ctr" rotWithShape="0">
              <a:schemeClr val="bg2"/>
            </a:outerShdw>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24">
            <a:extLst>
              <a:ext uri="{FF2B5EF4-FFF2-40B4-BE49-F238E27FC236}">
                <a16:creationId xmlns="" xmlns:a16="http://schemas.microsoft.com/office/drawing/2014/main" id="{8E4B4487-5609-54AF-1FCA-AB3F6B737A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40480" y="68926"/>
            <a:ext cx="2422566" cy="93841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809077" y="659589"/>
            <a:ext cx="1265090" cy="338554"/>
          </a:xfrm>
          <a:prstGeom prst="rect">
            <a:avLst/>
          </a:prstGeom>
          <a:solidFill>
            <a:schemeClr val="bg1"/>
          </a:solidFill>
        </p:spPr>
        <p:txBody>
          <a:bodyPr wrap="none" rtlCol="0">
            <a:spAutoFit/>
          </a:bodyPr>
          <a:lstStyle/>
          <a:p>
            <a:r>
              <a:rPr lang="it-IT" sz="1600" b="1" dirty="0" smtClean="0">
                <a:latin typeface="Segoe UI Black" pitchFamily="34" charset="0"/>
                <a:ea typeface="Segoe UI Black" pitchFamily="34" charset="0"/>
              </a:rPr>
              <a:t>Langgraph</a:t>
            </a:r>
            <a:endParaRPr lang="en-IN" sz="1600" dirty="0">
              <a:latin typeface="Arial Rounded MT Bold" pitchFamily="34" charset="0"/>
            </a:endParaRPr>
          </a:p>
        </p:txBody>
      </p:sp>
      <p:grpSp>
        <p:nvGrpSpPr>
          <p:cNvPr id="10" name="Group 9"/>
          <p:cNvGrpSpPr/>
          <p:nvPr/>
        </p:nvGrpSpPr>
        <p:grpSpPr>
          <a:xfrm>
            <a:off x="1508962" y="1746132"/>
            <a:ext cx="3103981" cy="1827507"/>
            <a:chOff x="1505836" y="2190509"/>
            <a:chExt cx="2476651" cy="1827507"/>
          </a:xfrm>
        </p:grpSpPr>
        <p:grpSp>
          <p:nvGrpSpPr>
            <p:cNvPr id="2" name="Group 1"/>
            <p:cNvGrpSpPr/>
            <p:nvPr/>
          </p:nvGrpSpPr>
          <p:grpSpPr>
            <a:xfrm>
              <a:off x="1506797" y="2190509"/>
              <a:ext cx="2475690" cy="915184"/>
              <a:chOff x="1506797" y="2190509"/>
              <a:chExt cx="2475690" cy="915184"/>
            </a:xfrm>
          </p:grpSpPr>
          <p:sp>
            <p:nvSpPr>
              <p:cNvPr id="27" name="TextBox 26"/>
              <p:cNvSpPr txBox="1"/>
              <p:nvPr/>
            </p:nvSpPr>
            <p:spPr>
              <a:xfrm>
                <a:off x="1506797" y="2190509"/>
                <a:ext cx="2474729" cy="307777"/>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r>
                  <a:rPr lang="en-US" sz="1400" dirty="0">
                    <a:latin typeface="Bahnschrift Light" pitchFamily="34" charset="0"/>
                    <a:ea typeface="Arial Unicode MS" pitchFamily="34" charset="-128"/>
                    <a:cs typeface="Arial Unicode MS" pitchFamily="34" charset="-128"/>
                  </a:rPr>
                  <a:t>Human in the Loop</a:t>
                </a:r>
                <a:endParaRPr lang="en-IN" sz="1400" dirty="0">
                  <a:latin typeface="Bahnschrift Light" pitchFamily="34" charset="0"/>
                  <a:ea typeface="Arial Unicode MS" pitchFamily="34" charset="-128"/>
                  <a:cs typeface="Arial Unicode MS" pitchFamily="34" charset="-128"/>
                </a:endParaRPr>
              </a:p>
            </p:txBody>
          </p:sp>
          <p:grpSp>
            <p:nvGrpSpPr>
              <p:cNvPr id="15" name="Group 14"/>
              <p:cNvGrpSpPr/>
              <p:nvPr/>
            </p:nvGrpSpPr>
            <p:grpSpPr>
              <a:xfrm>
                <a:off x="1507758" y="2492039"/>
                <a:ext cx="2474729" cy="613654"/>
                <a:chOff x="1522476" y="1942475"/>
                <a:chExt cx="2474729" cy="613654"/>
              </a:xfrm>
            </p:grpSpPr>
            <p:sp>
              <p:nvSpPr>
                <p:cNvPr id="16" name="TextBox 15"/>
                <p:cNvSpPr txBox="1"/>
                <p:nvPr/>
              </p:nvSpPr>
              <p:spPr>
                <a:xfrm>
                  <a:off x="1522476" y="1942475"/>
                  <a:ext cx="2474729" cy="307777"/>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r>
                    <a:rPr lang="en-US" sz="1400" dirty="0" smtClean="0">
                      <a:latin typeface="Bahnschrift Light" pitchFamily="34" charset="0"/>
                      <a:ea typeface="Arial Unicode MS" pitchFamily="34" charset="-128"/>
                      <a:cs typeface="Arial Unicode MS" pitchFamily="34" charset="-128"/>
                    </a:rPr>
                    <a:t>Command Object </a:t>
                  </a:r>
                  <a:endParaRPr lang="en-IN" sz="1400" dirty="0">
                    <a:latin typeface="Bahnschrift Light" pitchFamily="34" charset="0"/>
                    <a:ea typeface="Arial Unicode MS" pitchFamily="34" charset="-128"/>
                    <a:cs typeface="Arial Unicode MS" pitchFamily="34" charset="-128"/>
                  </a:endParaRPr>
                </a:p>
              </p:txBody>
            </p:sp>
            <p:sp>
              <p:nvSpPr>
                <p:cNvPr id="19" name="TextBox 18"/>
                <p:cNvSpPr txBox="1"/>
                <p:nvPr/>
              </p:nvSpPr>
              <p:spPr>
                <a:xfrm>
                  <a:off x="1522476" y="2248352"/>
                  <a:ext cx="2474729" cy="307777"/>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r>
                    <a:rPr lang="en-US" sz="1400" dirty="0" smtClean="0">
                      <a:latin typeface="Bahnschrift Light" pitchFamily="34" charset="0"/>
                      <a:ea typeface="Arial Unicode MS" pitchFamily="34" charset="-128"/>
                      <a:cs typeface="Arial Unicode MS" pitchFamily="34" charset="-128"/>
                    </a:rPr>
                    <a:t>Approver.py</a:t>
                  </a:r>
                  <a:endParaRPr lang="en-IN" sz="1400" dirty="0">
                    <a:latin typeface="Bahnschrift Light" pitchFamily="34" charset="0"/>
                    <a:ea typeface="Arial Unicode MS" pitchFamily="34" charset="-128"/>
                    <a:cs typeface="Arial Unicode MS" pitchFamily="34" charset="-128"/>
                  </a:endParaRPr>
                </a:p>
              </p:txBody>
            </p:sp>
          </p:grpSp>
        </p:grpSp>
        <p:grpSp>
          <p:nvGrpSpPr>
            <p:cNvPr id="20" name="Group 19"/>
            <p:cNvGrpSpPr/>
            <p:nvPr/>
          </p:nvGrpSpPr>
          <p:grpSpPr>
            <a:xfrm>
              <a:off x="1505836" y="3105693"/>
              <a:ext cx="2476651" cy="912323"/>
              <a:chOff x="1507758" y="2193370"/>
              <a:chExt cx="2476651" cy="912323"/>
            </a:xfrm>
          </p:grpSpPr>
          <p:sp>
            <p:nvSpPr>
              <p:cNvPr id="21" name="TextBox 20"/>
              <p:cNvSpPr txBox="1"/>
              <p:nvPr/>
            </p:nvSpPr>
            <p:spPr>
              <a:xfrm>
                <a:off x="1509680" y="2193370"/>
                <a:ext cx="2474729" cy="307777"/>
              </a:xfrm>
              <a:prstGeom prst="rect">
                <a:avLst/>
              </a:prstGeom>
              <a:solidFill>
                <a:schemeClr val="accent1">
                  <a:lumMod val="20000"/>
                  <a:lumOff val="80000"/>
                </a:schemeClr>
              </a:solidFill>
              <a:ln w="3175">
                <a:solidFill>
                  <a:schemeClr val="bg1">
                    <a:lumMod val="75000"/>
                  </a:schemeClr>
                </a:solidFill>
              </a:ln>
            </p:spPr>
            <p:txBody>
              <a:bodyPr wrap="square" rtlCol="0">
                <a:spAutoFit/>
              </a:bodyPr>
              <a:lstStyle/>
              <a:p>
                <a:r>
                  <a:rPr lang="en-US" sz="1400" dirty="0" smtClean="0">
                    <a:latin typeface="Bahnschrift Light" pitchFamily="34" charset="0"/>
                    <a:ea typeface="Arial Unicode MS" pitchFamily="34" charset="-128"/>
                    <a:cs typeface="Arial Unicode MS" pitchFamily="34" charset="-128"/>
                  </a:rPr>
                  <a:t>Multiturn Conservation.py</a:t>
                </a:r>
                <a:endParaRPr lang="en-IN" sz="1400" dirty="0">
                  <a:latin typeface="Bahnschrift Light" pitchFamily="34" charset="0"/>
                  <a:ea typeface="Arial Unicode MS" pitchFamily="34" charset="-128"/>
                  <a:cs typeface="Arial Unicode MS" pitchFamily="34" charset="-128"/>
                </a:endParaRPr>
              </a:p>
            </p:txBody>
          </p:sp>
          <p:grpSp>
            <p:nvGrpSpPr>
              <p:cNvPr id="22" name="Group 21"/>
              <p:cNvGrpSpPr/>
              <p:nvPr/>
            </p:nvGrpSpPr>
            <p:grpSpPr>
              <a:xfrm>
                <a:off x="1507758" y="2492039"/>
                <a:ext cx="2474729" cy="613654"/>
                <a:chOff x="1522476" y="1942475"/>
                <a:chExt cx="2474729" cy="613654"/>
              </a:xfrm>
            </p:grpSpPr>
            <p:sp>
              <p:nvSpPr>
                <p:cNvPr id="28" name="TextBox 27"/>
                <p:cNvSpPr txBox="1"/>
                <p:nvPr/>
              </p:nvSpPr>
              <p:spPr>
                <a:xfrm>
                  <a:off x="1522476" y="1942475"/>
                  <a:ext cx="2474729" cy="307777"/>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endParaRPr lang="en-IN" sz="1400" dirty="0">
                    <a:latin typeface="Bahnschrift Light" pitchFamily="34" charset="0"/>
                    <a:ea typeface="Arial Unicode MS" pitchFamily="34" charset="-128"/>
                    <a:cs typeface="Arial Unicode MS" pitchFamily="34" charset="-128"/>
                  </a:endParaRPr>
                </a:p>
              </p:txBody>
            </p:sp>
            <p:sp>
              <p:nvSpPr>
                <p:cNvPr id="29" name="TextBox 28"/>
                <p:cNvSpPr txBox="1"/>
                <p:nvPr/>
              </p:nvSpPr>
              <p:spPr>
                <a:xfrm>
                  <a:off x="1522476" y="2248352"/>
                  <a:ext cx="2474729" cy="307777"/>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endParaRPr lang="en-IN" sz="1400" dirty="0">
                    <a:latin typeface="Bahnschrift Light" pitchFamily="34" charset="0"/>
                    <a:ea typeface="Arial Unicode MS" pitchFamily="34" charset="-128"/>
                    <a:cs typeface="Arial Unicode MS" pitchFamily="34" charset="-128"/>
                  </a:endParaRPr>
                </a:p>
              </p:txBody>
            </p:sp>
          </p:grpSp>
        </p:grpSp>
      </p:grpSp>
    </p:spTree>
    <p:extLst>
      <p:ext uri="{BB962C8B-B14F-4D97-AF65-F5344CB8AC3E}">
        <p14:creationId xmlns:p14="http://schemas.microsoft.com/office/powerpoint/2010/main" val="20318694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smtClean="0"/>
              <a:t>Navigating the Future of Learning​</a:t>
            </a:r>
            <a:endParaRPr lang="en-US" dirty="0"/>
          </a:p>
        </p:txBody>
      </p:sp>
      <p:grpSp>
        <p:nvGrpSpPr>
          <p:cNvPr id="21" name="Group 20"/>
          <p:cNvGrpSpPr/>
          <p:nvPr/>
        </p:nvGrpSpPr>
        <p:grpSpPr>
          <a:xfrm>
            <a:off x="1686296" y="232385"/>
            <a:ext cx="9710692" cy="2468375"/>
            <a:chOff x="1686296" y="232385"/>
            <a:chExt cx="9710692" cy="2468375"/>
          </a:xfrm>
        </p:grpSpPr>
        <p:grpSp>
          <p:nvGrpSpPr>
            <p:cNvPr id="17" name="Group 16"/>
            <p:cNvGrpSpPr/>
            <p:nvPr/>
          </p:nvGrpSpPr>
          <p:grpSpPr>
            <a:xfrm>
              <a:off x="1686296" y="232385"/>
              <a:ext cx="9710692" cy="1975933"/>
              <a:chOff x="1686296" y="232385"/>
              <a:chExt cx="9710692" cy="1975933"/>
            </a:xfrm>
          </p:grpSpPr>
          <p:grpSp>
            <p:nvGrpSpPr>
              <p:cNvPr id="14" name="Group 13"/>
              <p:cNvGrpSpPr/>
              <p:nvPr/>
            </p:nvGrpSpPr>
            <p:grpSpPr>
              <a:xfrm>
                <a:off x="1686296" y="232385"/>
                <a:ext cx="9710692" cy="1822044"/>
                <a:chOff x="1686296" y="232385"/>
                <a:chExt cx="9710692" cy="1822044"/>
              </a:xfrm>
            </p:grpSpPr>
            <p:sp>
              <p:nvSpPr>
                <p:cNvPr id="6" name="TextBox 5"/>
                <p:cNvSpPr txBox="1"/>
                <p:nvPr/>
              </p:nvSpPr>
              <p:spPr>
                <a:xfrm>
                  <a:off x="4726379" y="1126899"/>
                  <a:ext cx="6670609" cy="307777"/>
                </a:xfrm>
                <a:prstGeom prst="rect">
                  <a:avLst/>
                </a:prstGeom>
                <a:noFill/>
              </p:spPr>
              <p:txBody>
                <a:bodyPr wrap="none" rtlCol="0">
                  <a:spAutoFit/>
                </a:bodyPr>
                <a:lstStyle/>
                <a:p>
                  <a:r>
                    <a:rPr lang="en-US" sz="1400" dirty="0" smtClean="0"/>
                    <a:t>Addition of human checkpoint at specific point in between the LLM Workflow(pipeline)</a:t>
                  </a:r>
                  <a:endParaRPr lang="en-IN" sz="1400" dirty="0"/>
                </a:p>
              </p:txBody>
            </p:sp>
            <p:grpSp>
              <p:nvGrpSpPr>
                <p:cNvPr id="11" name="Group 10"/>
                <p:cNvGrpSpPr/>
                <p:nvPr/>
              </p:nvGrpSpPr>
              <p:grpSpPr>
                <a:xfrm>
                  <a:off x="1686296" y="232385"/>
                  <a:ext cx="1900052" cy="1822044"/>
                  <a:chOff x="1353787" y="815406"/>
                  <a:chExt cx="1900052" cy="1822044"/>
                </a:xfrm>
              </p:grpSpPr>
              <p:sp>
                <p:nvSpPr>
                  <p:cNvPr id="9" name="Flowchart: Connector 8"/>
                  <p:cNvSpPr/>
                  <p:nvPr/>
                </p:nvSpPr>
                <p:spPr>
                  <a:xfrm>
                    <a:off x="1353787" y="815406"/>
                    <a:ext cx="1900052" cy="1822044"/>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Rectangle 9"/>
                  <p:cNvSpPr/>
                  <p:nvPr/>
                </p:nvSpPr>
                <p:spPr>
                  <a:xfrm>
                    <a:off x="1438031" y="1568668"/>
                    <a:ext cx="1731564" cy="307777"/>
                  </a:xfrm>
                  <a:prstGeom prst="rect">
                    <a:avLst/>
                  </a:prstGeom>
                  <a:solidFill>
                    <a:schemeClr val="accent1"/>
                  </a:solidFill>
                </p:spPr>
                <p:txBody>
                  <a:bodyPr wrap="none">
                    <a:spAutoFit/>
                  </a:bodyPr>
                  <a:lstStyle/>
                  <a:p>
                    <a:r>
                      <a:rPr lang="en-IN" sz="1400" dirty="0" smtClean="0">
                        <a:solidFill>
                          <a:schemeClr val="bg1">
                            <a:lumMod val="95000"/>
                          </a:schemeClr>
                        </a:solidFill>
                        <a:latin typeface="Bahnschrift" pitchFamily="34" charset="0"/>
                      </a:rPr>
                      <a:t>Human In The Loop</a:t>
                    </a:r>
                    <a:endParaRPr lang="en-IN" sz="1400" dirty="0">
                      <a:solidFill>
                        <a:schemeClr val="bg1">
                          <a:lumMod val="95000"/>
                        </a:schemeClr>
                      </a:solidFill>
                      <a:latin typeface="Bahnschrift" pitchFamily="34" charset="0"/>
                    </a:endParaRPr>
                  </a:p>
                </p:txBody>
              </p:sp>
            </p:grpSp>
            <p:cxnSp>
              <p:nvCxnSpPr>
                <p:cNvPr id="13" name="Straight Arrow Connector 12"/>
                <p:cNvCxnSpPr/>
                <p:nvPr/>
              </p:nvCxnSpPr>
              <p:spPr>
                <a:xfrm>
                  <a:off x="3586348" y="985647"/>
                  <a:ext cx="1140031" cy="30364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cxnSp>
            <p:nvCxnSpPr>
              <p:cNvPr id="16" name="Straight Arrow Connector 15"/>
              <p:cNvCxnSpPr>
                <a:endCxn id="18" idx="1"/>
              </p:cNvCxnSpPr>
              <p:nvPr/>
            </p:nvCxnSpPr>
            <p:spPr>
              <a:xfrm>
                <a:off x="3099460" y="1929738"/>
                <a:ext cx="1520041" cy="27858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18" name="TextBox 17"/>
            <p:cNvSpPr txBox="1"/>
            <p:nvPr/>
          </p:nvSpPr>
          <p:spPr>
            <a:xfrm>
              <a:off x="4619501" y="2054429"/>
              <a:ext cx="1845442" cy="307777"/>
            </a:xfrm>
            <a:prstGeom prst="rect">
              <a:avLst/>
            </a:prstGeom>
            <a:solidFill>
              <a:schemeClr val="accent6">
                <a:lumMod val="20000"/>
                <a:lumOff val="80000"/>
              </a:schemeClr>
            </a:solidFill>
          </p:spPr>
          <p:txBody>
            <a:bodyPr wrap="none" rtlCol="0">
              <a:spAutoFit/>
            </a:bodyPr>
            <a:lstStyle/>
            <a:p>
              <a:pPr marL="285750" indent="-285750">
                <a:buFont typeface="Wingdings" pitchFamily="2" charset="2"/>
                <a:buChar char="§"/>
              </a:pPr>
              <a:r>
                <a:rPr lang="en-US" sz="1400" dirty="0"/>
                <a:t>Review Tool calling</a:t>
              </a:r>
              <a:endParaRPr lang="en-IN" sz="1400" dirty="0"/>
            </a:p>
          </p:txBody>
        </p:sp>
        <p:sp>
          <p:nvSpPr>
            <p:cNvPr id="19" name="TextBox 18"/>
            <p:cNvSpPr txBox="1"/>
            <p:nvPr/>
          </p:nvSpPr>
          <p:spPr>
            <a:xfrm>
              <a:off x="4619501" y="2392983"/>
              <a:ext cx="2106218" cy="307777"/>
            </a:xfrm>
            <a:prstGeom prst="rect">
              <a:avLst/>
            </a:prstGeom>
            <a:solidFill>
              <a:schemeClr val="accent5">
                <a:lumMod val="20000"/>
                <a:lumOff val="80000"/>
              </a:schemeClr>
            </a:solidFill>
          </p:spPr>
          <p:txBody>
            <a:bodyPr wrap="none" rtlCol="0">
              <a:spAutoFit/>
            </a:bodyPr>
            <a:lstStyle/>
            <a:p>
              <a:pPr marL="285750" indent="-285750">
                <a:buFont typeface="Wingdings" pitchFamily="2" charset="2"/>
                <a:buChar char="§"/>
              </a:pPr>
              <a:r>
                <a:rPr lang="en-US" sz="1400" dirty="0"/>
                <a:t>Validating LLM Output</a:t>
              </a:r>
              <a:endParaRPr lang="en-IN" sz="1400" dirty="0"/>
            </a:p>
          </p:txBody>
        </p:sp>
      </p:grpSp>
    </p:spTree>
    <p:extLst>
      <p:ext uri="{BB962C8B-B14F-4D97-AF65-F5344CB8AC3E}">
        <p14:creationId xmlns:p14="http://schemas.microsoft.com/office/powerpoint/2010/main" val="17464567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sp>
        <p:nvSpPr>
          <p:cNvPr id="33" name="Footer Placeholder 32">
            <a:extLst>
              <a:ext uri="{FF2B5EF4-FFF2-40B4-BE49-F238E27FC236}">
                <a16:creationId xmlns:a16="http://schemas.microsoft.com/office/drawing/2014/main" xmlns="" id="{9EFE9F1A-54D1-5FC8-F649-AA565950307F}"/>
              </a:ext>
            </a:extLst>
          </p:cNvPr>
          <p:cNvSpPr>
            <a:spLocks noGrp="1"/>
          </p:cNvSpPr>
          <p:nvPr>
            <p:ph type="ftr" sz="quarter" idx="11"/>
          </p:nvPr>
        </p:nvSpPr>
        <p:spPr/>
        <p:txBody>
          <a:bodyPr/>
          <a:lstStyle/>
          <a:p>
            <a:r>
              <a:rPr lang="en-US" dirty="0"/>
              <a:t>Navigating the Future of Learning​</a:t>
            </a:r>
          </a:p>
        </p:txBody>
      </p:sp>
      <p:grpSp>
        <p:nvGrpSpPr>
          <p:cNvPr id="5" name="Group 4"/>
          <p:cNvGrpSpPr/>
          <p:nvPr/>
        </p:nvGrpSpPr>
        <p:grpSpPr>
          <a:xfrm>
            <a:off x="143679" y="281363"/>
            <a:ext cx="2599898" cy="307777"/>
            <a:chOff x="1218815" y="283983"/>
            <a:chExt cx="2599898" cy="307777"/>
          </a:xfrm>
          <a:solidFill>
            <a:srgbClr val="0070C0"/>
          </a:solidFill>
        </p:grpSpPr>
        <p:sp>
          <p:nvSpPr>
            <p:cNvPr id="2" name="Rectangle 1"/>
            <p:cNvSpPr/>
            <p:nvPr/>
          </p:nvSpPr>
          <p:spPr>
            <a:xfrm>
              <a:off x="1541017" y="283983"/>
              <a:ext cx="1731564" cy="307777"/>
            </a:xfrm>
            <a:prstGeom prst="rect">
              <a:avLst/>
            </a:prstGeom>
            <a:grpFill/>
          </p:spPr>
          <p:txBody>
            <a:bodyPr wrap="none">
              <a:spAutoFit/>
            </a:bodyPr>
            <a:lstStyle/>
            <a:p>
              <a:r>
                <a:rPr lang="en-IN" sz="1400" dirty="0" smtClean="0">
                  <a:solidFill>
                    <a:schemeClr val="bg1"/>
                  </a:solidFill>
                  <a:latin typeface="Bahnschrift" pitchFamily="34" charset="0"/>
                </a:rPr>
                <a:t>Human In The Loop</a:t>
              </a:r>
              <a:endParaRPr lang="en-IN" sz="1400" dirty="0">
                <a:solidFill>
                  <a:schemeClr val="bg1"/>
                </a:solidFill>
                <a:latin typeface="Bahnschrift" pitchFamily="34" charset="0"/>
              </a:endParaRPr>
            </a:p>
          </p:txBody>
        </p:sp>
        <p:cxnSp>
          <p:nvCxnSpPr>
            <p:cNvPr id="4" name="Straight Connector 3"/>
            <p:cNvCxnSpPr/>
            <p:nvPr/>
          </p:nvCxnSpPr>
          <p:spPr>
            <a:xfrm>
              <a:off x="1218815" y="292214"/>
              <a:ext cx="2599898" cy="0"/>
            </a:xfrm>
            <a:prstGeom prst="line">
              <a:avLst/>
            </a:prstGeom>
            <a:grpFill/>
            <a:ln w="2857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381185" y="916125"/>
            <a:ext cx="11074815" cy="830997"/>
          </a:xfrm>
          <a:prstGeom prst="rect">
            <a:avLst/>
          </a:prstGeom>
        </p:spPr>
        <p:txBody>
          <a:bodyPr wrap="square">
            <a:spAutoFit/>
          </a:bodyPr>
          <a:lstStyle/>
          <a:p>
            <a:r>
              <a:rPr lang="en-US" sz="1600" dirty="0">
                <a:solidFill>
                  <a:srgbClr val="FF0066"/>
                </a:solidFill>
                <a:latin typeface="Bahnschrift" pitchFamily="34" charset="0"/>
              </a:rPr>
              <a:t>Human-In-The-Loop</a:t>
            </a:r>
            <a:r>
              <a:rPr lang="en-US" sz="1600" dirty="0">
                <a:solidFill>
                  <a:srgbClr val="FF0066"/>
                </a:solidFill>
              </a:rPr>
              <a:t> M</a:t>
            </a:r>
            <a:r>
              <a:rPr lang="en-US" sz="1600" dirty="0" smtClean="0">
                <a:solidFill>
                  <a:srgbClr val="FF0066"/>
                </a:solidFill>
              </a:rPr>
              <a:t>iddleware </a:t>
            </a:r>
            <a:r>
              <a:rPr lang="en-US" sz="1600" dirty="0"/>
              <a:t>allow us to add  human intervention at any point in an automated process. This is especially useful when a model proposes an action that might require review—for example, writing to a file or executing SQL—the middleware can pause execution and wait for a decision</a:t>
            </a:r>
            <a:endParaRPr lang="en-IN" sz="1600" dirty="0"/>
          </a:p>
        </p:txBody>
      </p:sp>
      <p:sp>
        <p:nvSpPr>
          <p:cNvPr id="11" name="Rectangle 10"/>
          <p:cNvSpPr/>
          <p:nvPr/>
        </p:nvSpPr>
        <p:spPr>
          <a:xfrm>
            <a:off x="768436" y="2237690"/>
            <a:ext cx="6096000" cy="369332"/>
          </a:xfrm>
          <a:prstGeom prst="rect">
            <a:avLst/>
          </a:prstGeom>
        </p:spPr>
        <p:txBody>
          <a:bodyPr>
            <a:spAutoFit/>
          </a:bodyPr>
          <a:lstStyle/>
          <a:p>
            <a:r>
              <a:rPr lang="en-IN" dirty="0" smtClean="0">
                <a:solidFill>
                  <a:srgbClr val="FF66FF"/>
                </a:solidFill>
                <a:latin typeface="Bahnschrift SemiLight" pitchFamily="34" charset="0"/>
              </a:rPr>
              <a:t>Use-cases</a:t>
            </a:r>
            <a:endParaRPr lang="en-IN" dirty="0">
              <a:solidFill>
                <a:srgbClr val="FF66FF"/>
              </a:solidFill>
              <a:latin typeface="Bahnschrift SemiLight" pitchFamily="34" charset="0"/>
            </a:endParaRPr>
          </a:p>
        </p:txBody>
      </p:sp>
      <p:grpSp>
        <p:nvGrpSpPr>
          <p:cNvPr id="17" name="Group 16"/>
          <p:cNvGrpSpPr/>
          <p:nvPr/>
        </p:nvGrpSpPr>
        <p:grpSpPr>
          <a:xfrm>
            <a:off x="848520" y="2740129"/>
            <a:ext cx="10296000" cy="1221698"/>
            <a:chOff x="1920114" y="2903603"/>
            <a:chExt cx="10296000" cy="1221698"/>
          </a:xfrm>
        </p:grpSpPr>
        <p:grpSp>
          <p:nvGrpSpPr>
            <p:cNvPr id="14" name="Group 13"/>
            <p:cNvGrpSpPr/>
            <p:nvPr/>
          </p:nvGrpSpPr>
          <p:grpSpPr>
            <a:xfrm>
              <a:off x="1920116" y="2903603"/>
              <a:ext cx="10285860" cy="307777"/>
              <a:chOff x="1920116" y="2903603"/>
              <a:chExt cx="10285860" cy="307777"/>
            </a:xfrm>
          </p:grpSpPr>
          <p:sp>
            <p:nvSpPr>
              <p:cNvPr id="12" name="Rectangle 11"/>
              <p:cNvSpPr/>
              <p:nvPr/>
            </p:nvSpPr>
            <p:spPr>
              <a:xfrm>
                <a:off x="1920116" y="2903603"/>
                <a:ext cx="2122697" cy="307777"/>
              </a:xfrm>
              <a:prstGeom prst="rect">
                <a:avLst/>
              </a:prstGeom>
              <a:solidFill>
                <a:schemeClr val="accent1">
                  <a:lumMod val="20000"/>
                  <a:lumOff val="80000"/>
                </a:schemeClr>
              </a:solidFill>
              <a:ln>
                <a:solidFill>
                  <a:schemeClr val="accent1"/>
                </a:solidFill>
              </a:ln>
            </p:spPr>
            <p:txBody>
              <a:bodyPr wrap="none">
                <a:spAutoFit/>
              </a:bodyPr>
              <a:lstStyle/>
              <a:p>
                <a:pPr marL="285750" indent="-285750">
                  <a:buFont typeface="Wingdings" pitchFamily="2" charset="2"/>
                  <a:buChar char="§"/>
                </a:pPr>
                <a:r>
                  <a:rPr lang="en-IN" sz="1400" dirty="0">
                    <a:latin typeface="Bahnschrift" pitchFamily="34" charset="0"/>
                  </a:rPr>
                  <a:t>Reviewing tool </a:t>
                </a:r>
                <a:r>
                  <a:rPr lang="en-IN" sz="1400" dirty="0" smtClean="0">
                    <a:latin typeface="Bahnschrift" pitchFamily="34" charset="0"/>
                  </a:rPr>
                  <a:t>calls:</a:t>
                </a:r>
                <a:endParaRPr lang="en-IN" sz="1400" dirty="0">
                  <a:latin typeface="Bahnschrift" pitchFamily="34" charset="0"/>
                </a:endParaRPr>
              </a:p>
            </p:txBody>
          </p:sp>
          <p:sp>
            <p:nvSpPr>
              <p:cNvPr id="13" name="Rectangle 12"/>
              <p:cNvSpPr/>
              <p:nvPr/>
            </p:nvSpPr>
            <p:spPr>
              <a:xfrm>
                <a:off x="4042813" y="2903603"/>
                <a:ext cx="8163163" cy="307777"/>
              </a:xfrm>
              <a:prstGeom prst="rect">
                <a:avLst/>
              </a:prstGeom>
              <a:ln>
                <a:solidFill>
                  <a:schemeClr val="accent1"/>
                </a:solidFill>
              </a:ln>
            </p:spPr>
            <p:txBody>
              <a:bodyPr wrap="square">
                <a:spAutoFit/>
              </a:bodyPr>
              <a:lstStyle/>
              <a:p>
                <a:r>
                  <a:rPr lang="en-US" sz="1400" dirty="0"/>
                  <a:t>Humans can review, edit or approve tool calls requested by the LLM before tool execution</a:t>
                </a:r>
                <a:endParaRPr lang="en-IN" sz="1400" dirty="0"/>
              </a:p>
            </p:txBody>
          </p:sp>
        </p:grpSp>
        <p:sp>
          <p:nvSpPr>
            <p:cNvPr id="15" name="Rectangle 14"/>
            <p:cNvSpPr/>
            <p:nvPr/>
          </p:nvSpPr>
          <p:spPr>
            <a:xfrm>
              <a:off x="1920116" y="3274226"/>
              <a:ext cx="10285860" cy="307777"/>
            </a:xfrm>
            <a:prstGeom prst="rect">
              <a:avLst/>
            </a:prstGeom>
            <a:solidFill>
              <a:schemeClr val="accent5">
                <a:lumMod val="20000"/>
                <a:lumOff val="80000"/>
              </a:schemeClr>
            </a:solidFill>
            <a:ln>
              <a:solidFill>
                <a:schemeClr val="accent1"/>
              </a:solidFill>
            </a:ln>
          </p:spPr>
          <p:txBody>
            <a:bodyPr wrap="square">
              <a:spAutoFit/>
            </a:bodyPr>
            <a:lstStyle/>
            <a:p>
              <a:pPr indent="-285750">
                <a:buFont typeface="Wingdings" pitchFamily="2" charset="2"/>
                <a:buChar char="§"/>
              </a:pPr>
              <a:r>
                <a:rPr lang="en-US" sz="1400" dirty="0">
                  <a:latin typeface="Bahnschrift" pitchFamily="34" charset="0"/>
                </a:rPr>
                <a:t>Validating </a:t>
              </a:r>
              <a:r>
                <a:rPr lang="en-US" sz="1400" dirty="0" smtClean="0">
                  <a:latin typeface="Bahnschrift" pitchFamily="34" charset="0"/>
                </a:rPr>
                <a:t>LLM </a:t>
              </a:r>
              <a:r>
                <a:rPr lang="en-US" sz="1400" dirty="0">
                  <a:latin typeface="Bahnschrift" pitchFamily="34" charset="0"/>
                </a:rPr>
                <a:t>Outputs</a:t>
              </a:r>
              <a:r>
                <a:rPr lang="en-US" sz="1400" dirty="0"/>
                <a:t>: Human can review, edit or approve content generated by the LLM</a:t>
              </a:r>
              <a:endParaRPr lang="en-IN" sz="1400" dirty="0"/>
            </a:p>
          </p:txBody>
        </p:sp>
        <p:sp>
          <p:nvSpPr>
            <p:cNvPr id="16" name="Rectangle 15"/>
            <p:cNvSpPr/>
            <p:nvPr/>
          </p:nvSpPr>
          <p:spPr>
            <a:xfrm>
              <a:off x="1920114" y="3621301"/>
              <a:ext cx="10296000" cy="504000"/>
            </a:xfrm>
            <a:prstGeom prst="rect">
              <a:avLst/>
            </a:prstGeom>
            <a:solidFill>
              <a:schemeClr val="accent1">
                <a:lumMod val="20000"/>
                <a:lumOff val="80000"/>
              </a:schemeClr>
            </a:solidFill>
            <a:ln>
              <a:solidFill>
                <a:schemeClr val="accent1"/>
              </a:solidFill>
            </a:ln>
          </p:spPr>
          <p:txBody>
            <a:bodyPr wrap="square">
              <a:spAutoFit/>
            </a:bodyPr>
            <a:lstStyle/>
            <a:p>
              <a:pPr marL="285750" indent="-285750">
                <a:buFont typeface="Arial" pitchFamily="34" charset="0"/>
                <a:buChar char="•"/>
              </a:pPr>
              <a:r>
                <a:rPr lang="en-US" sz="1400" dirty="0" smtClean="0">
                  <a:latin typeface="Bahnschrift" pitchFamily="34" charset="0"/>
                </a:rPr>
                <a:t>Providing context </a:t>
              </a:r>
              <a:r>
                <a:rPr lang="en-US" sz="1400" dirty="0" smtClean="0"/>
                <a:t>: </a:t>
              </a:r>
              <a:r>
                <a:rPr lang="en-US" sz="1400" dirty="0"/>
                <a:t>Enable the LLm to explicitly request human input for clarification or addition details or to support multi-turn conversations</a:t>
              </a:r>
              <a:endParaRPr lang="en-IN" sz="1400" dirty="0"/>
            </a:p>
          </p:txBody>
        </p:sp>
      </p:grpSp>
    </p:spTree>
    <p:extLst>
      <p:ext uri="{BB962C8B-B14F-4D97-AF65-F5344CB8AC3E}">
        <p14:creationId xmlns:p14="http://schemas.microsoft.com/office/powerpoint/2010/main" val="1689510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sp>
        <p:nvSpPr>
          <p:cNvPr id="33" name="Footer Placeholder 32">
            <a:extLst>
              <a:ext uri="{FF2B5EF4-FFF2-40B4-BE49-F238E27FC236}">
                <a16:creationId xmlns:a16="http://schemas.microsoft.com/office/drawing/2014/main" xmlns="" id="{9EFE9F1A-54D1-5FC8-F649-AA565950307F}"/>
              </a:ext>
            </a:extLst>
          </p:cNvPr>
          <p:cNvSpPr>
            <a:spLocks noGrp="1"/>
          </p:cNvSpPr>
          <p:nvPr>
            <p:ph type="ftr" sz="quarter" idx="11"/>
          </p:nvPr>
        </p:nvSpPr>
        <p:spPr/>
        <p:txBody>
          <a:bodyPr/>
          <a:lstStyle/>
          <a:p>
            <a:r>
              <a:rPr lang="en-US" dirty="0"/>
              <a:t>Navigating the Future of Learning​</a:t>
            </a:r>
          </a:p>
        </p:txBody>
      </p:sp>
      <p:sp>
        <p:nvSpPr>
          <p:cNvPr id="2" name="Rectangle 1"/>
          <p:cNvSpPr/>
          <p:nvPr/>
        </p:nvSpPr>
        <p:spPr>
          <a:xfrm>
            <a:off x="406422" y="247129"/>
            <a:ext cx="9862782" cy="338554"/>
          </a:xfrm>
          <a:prstGeom prst="rect">
            <a:avLst/>
          </a:prstGeom>
        </p:spPr>
        <p:txBody>
          <a:bodyPr wrap="square">
            <a:spAutoFit/>
          </a:bodyPr>
          <a:lstStyle/>
          <a:p>
            <a:r>
              <a:rPr lang="en-US" sz="1600" dirty="0"/>
              <a:t>There are typically three different actions that you can do with a human-in-the-loop workflow:</a:t>
            </a:r>
            <a:endParaRPr lang="en-IN" sz="1600" dirty="0"/>
          </a:p>
        </p:txBody>
      </p:sp>
      <p:sp>
        <p:nvSpPr>
          <p:cNvPr id="3" name="Rectangle 2"/>
          <p:cNvSpPr/>
          <p:nvPr/>
        </p:nvSpPr>
        <p:spPr>
          <a:xfrm>
            <a:off x="406422" y="736613"/>
            <a:ext cx="2114681" cy="338554"/>
          </a:xfrm>
          <a:prstGeom prst="rect">
            <a:avLst/>
          </a:prstGeom>
          <a:solidFill>
            <a:schemeClr val="accent6">
              <a:lumMod val="20000"/>
              <a:lumOff val="80000"/>
            </a:schemeClr>
          </a:solidFill>
          <a:ln>
            <a:solidFill>
              <a:schemeClr val="bg1">
                <a:lumMod val="85000"/>
              </a:schemeClr>
            </a:solidFill>
          </a:ln>
        </p:spPr>
        <p:txBody>
          <a:bodyPr wrap="none">
            <a:spAutoFit/>
          </a:bodyPr>
          <a:lstStyle/>
          <a:p>
            <a:r>
              <a:rPr lang="en-IN" sz="1600" dirty="0">
                <a:latin typeface="Bahnschrift" pitchFamily="34" charset="0"/>
              </a:rPr>
              <a:t> </a:t>
            </a:r>
            <a:r>
              <a:rPr lang="en-IN" sz="1600" dirty="0" smtClean="0">
                <a:latin typeface="Bahnschrift" pitchFamily="34" charset="0"/>
              </a:rPr>
              <a:t>1: Approve </a:t>
            </a:r>
            <a:r>
              <a:rPr lang="en-IN" sz="1600" dirty="0">
                <a:latin typeface="Bahnschrift" pitchFamily="34" charset="0"/>
              </a:rPr>
              <a:t>or Reject:</a:t>
            </a:r>
          </a:p>
        </p:txBody>
      </p:sp>
      <p:sp>
        <p:nvSpPr>
          <p:cNvPr id="4" name="Rectangle 3"/>
          <p:cNvSpPr/>
          <p:nvPr/>
        </p:nvSpPr>
        <p:spPr>
          <a:xfrm>
            <a:off x="406422" y="1309890"/>
            <a:ext cx="11535369" cy="830997"/>
          </a:xfrm>
          <a:prstGeom prst="rect">
            <a:avLst/>
          </a:prstGeom>
        </p:spPr>
        <p:txBody>
          <a:bodyPr wrap="square">
            <a:spAutoFit/>
          </a:bodyPr>
          <a:lstStyle/>
          <a:p>
            <a:r>
              <a:rPr lang="en-US" sz="1600" dirty="0"/>
              <a:t>Pause the graph before a critical step, such as an API call, to review and approve the action.</a:t>
            </a:r>
          </a:p>
          <a:p>
            <a:r>
              <a:rPr lang="en-US" sz="1600" dirty="0"/>
              <a:t>If the action is rejected, you can prevent the graph from executing the step, and potentially take an alternative action. This pattern often involve routing the graph based on the human's input.</a:t>
            </a:r>
            <a:endParaRPr lang="en-IN" sz="1600" dirty="0"/>
          </a:p>
        </p:txBody>
      </p:sp>
      <p:sp>
        <p:nvSpPr>
          <p:cNvPr id="23" name="TextBox 22"/>
          <p:cNvSpPr txBox="1"/>
          <p:nvPr/>
        </p:nvSpPr>
        <p:spPr>
          <a:xfrm>
            <a:off x="7553069" y="3874773"/>
            <a:ext cx="4388722" cy="830997"/>
          </a:xfrm>
          <a:prstGeom prst="rect">
            <a:avLst/>
          </a:prstGeom>
          <a:noFill/>
        </p:spPr>
        <p:txBody>
          <a:bodyPr wrap="square" rtlCol="0">
            <a:spAutoFit/>
          </a:bodyPr>
          <a:lstStyle/>
          <a:p>
            <a:r>
              <a:rPr lang="en-US" sz="1600" dirty="0" smtClean="0"/>
              <a:t>Depending on he human’s approval  or rejection, the graph can proceed with the action or take an alternative path</a:t>
            </a:r>
            <a:endParaRPr lang="en-IN" sz="1600" dirty="0"/>
          </a:p>
        </p:txBody>
      </p:sp>
      <p:grpSp>
        <p:nvGrpSpPr>
          <p:cNvPr id="9" name="Group 8"/>
          <p:cNvGrpSpPr/>
          <p:nvPr/>
        </p:nvGrpSpPr>
        <p:grpSpPr>
          <a:xfrm>
            <a:off x="1173286" y="2615102"/>
            <a:ext cx="6256532" cy="3316406"/>
            <a:chOff x="2647666" y="2906973"/>
            <a:chExt cx="6256532" cy="3316406"/>
          </a:xfrm>
        </p:grpSpPr>
        <p:grpSp>
          <p:nvGrpSpPr>
            <p:cNvPr id="10" name="Group 9"/>
            <p:cNvGrpSpPr/>
            <p:nvPr/>
          </p:nvGrpSpPr>
          <p:grpSpPr>
            <a:xfrm>
              <a:off x="2914684" y="3429877"/>
              <a:ext cx="5779826" cy="2306663"/>
              <a:chOff x="1726441" y="528626"/>
              <a:chExt cx="5779826" cy="2306663"/>
            </a:xfrm>
          </p:grpSpPr>
          <p:grpSp>
            <p:nvGrpSpPr>
              <p:cNvPr id="11" name="Group 10"/>
              <p:cNvGrpSpPr/>
              <p:nvPr/>
            </p:nvGrpSpPr>
            <p:grpSpPr>
              <a:xfrm>
                <a:off x="1726441" y="528626"/>
                <a:ext cx="5779826" cy="2266135"/>
                <a:chOff x="3016155" y="2408644"/>
                <a:chExt cx="5779826" cy="2266135"/>
              </a:xfrm>
            </p:grpSpPr>
            <p:grpSp>
              <p:nvGrpSpPr>
                <p:cNvPr id="14" name="Group 13"/>
                <p:cNvGrpSpPr/>
                <p:nvPr/>
              </p:nvGrpSpPr>
              <p:grpSpPr>
                <a:xfrm>
                  <a:off x="3016155" y="3557199"/>
                  <a:ext cx="887591" cy="791777"/>
                  <a:chOff x="4012442" y="3557199"/>
                  <a:chExt cx="887591" cy="791777"/>
                </a:xfrm>
              </p:grpSpPr>
              <p:sp>
                <p:nvSpPr>
                  <p:cNvPr id="21" name="Freeform 20"/>
                  <p:cNvSpPr/>
                  <p:nvPr/>
                </p:nvSpPr>
                <p:spPr>
                  <a:xfrm>
                    <a:off x="4012442" y="3557199"/>
                    <a:ext cx="887591" cy="791777"/>
                  </a:xfrm>
                  <a:custGeom>
                    <a:avLst/>
                    <a:gdLst>
                      <a:gd name="connsiteX0" fmla="*/ 655092 w 887591"/>
                      <a:gd name="connsiteY0" fmla="*/ 59458 h 791777"/>
                      <a:gd name="connsiteX1" fmla="*/ 586854 w 887591"/>
                      <a:gd name="connsiteY1" fmla="*/ 4867 h 791777"/>
                      <a:gd name="connsiteX2" fmla="*/ 286603 w 887591"/>
                      <a:gd name="connsiteY2" fmla="*/ 32162 h 791777"/>
                      <a:gd name="connsiteX3" fmla="*/ 245659 w 887591"/>
                      <a:gd name="connsiteY3" fmla="*/ 45810 h 791777"/>
                      <a:gd name="connsiteX4" fmla="*/ 163773 w 887591"/>
                      <a:gd name="connsiteY4" fmla="*/ 114049 h 791777"/>
                      <a:gd name="connsiteX5" fmla="*/ 81886 w 887591"/>
                      <a:gd name="connsiteY5" fmla="*/ 168640 h 791777"/>
                      <a:gd name="connsiteX6" fmla="*/ 27295 w 887591"/>
                      <a:gd name="connsiteY6" fmla="*/ 250526 h 791777"/>
                      <a:gd name="connsiteX7" fmla="*/ 0 w 887591"/>
                      <a:gd name="connsiteY7" fmla="*/ 359708 h 791777"/>
                      <a:gd name="connsiteX8" fmla="*/ 13648 w 887591"/>
                      <a:gd name="connsiteY8" fmla="*/ 496186 h 791777"/>
                      <a:gd name="connsiteX9" fmla="*/ 40943 w 887591"/>
                      <a:gd name="connsiteY9" fmla="*/ 537129 h 791777"/>
                      <a:gd name="connsiteX10" fmla="*/ 54591 w 887591"/>
                      <a:gd name="connsiteY10" fmla="*/ 578073 h 791777"/>
                      <a:gd name="connsiteX11" fmla="*/ 95534 w 887591"/>
                      <a:gd name="connsiteY11" fmla="*/ 619016 h 791777"/>
                      <a:gd name="connsiteX12" fmla="*/ 163773 w 887591"/>
                      <a:gd name="connsiteY12" fmla="*/ 700902 h 791777"/>
                      <a:gd name="connsiteX13" fmla="*/ 245659 w 887591"/>
                      <a:gd name="connsiteY13" fmla="*/ 741846 h 791777"/>
                      <a:gd name="connsiteX14" fmla="*/ 286603 w 887591"/>
                      <a:gd name="connsiteY14" fmla="*/ 769141 h 791777"/>
                      <a:gd name="connsiteX15" fmla="*/ 450376 w 887591"/>
                      <a:gd name="connsiteY15" fmla="*/ 782789 h 791777"/>
                      <a:gd name="connsiteX16" fmla="*/ 791570 w 887591"/>
                      <a:gd name="connsiteY16" fmla="*/ 741846 h 791777"/>
                      <a:gd name="connsiteX17" fmla="*/ 846161 w 887591"/>
                      <a:gd name="connsiteY17" fmla="*/ 619016 h 791777"/>
                      <a:gd name="connsiteX18" fmla="*/ 859809 w 887591"/>
                      <a:gd name="connsiteY18" fmla="*/ 578073 h 791777"/>
                      <a:gd name="connsiteX19" fmla="*/ 873457 w 887591"/>
                      <a:gd name="connsiteY19" fmla="*/ 537129 h 791777"/>
                      <a:gd name="connsiteX20" fmla="*/ 887104 w 887591"/>
                      <a:gd name="connsiteY20" fmla="*/ 496186 h 791777"/>
                      <a:gd name="connsiteX21" fmla="*/ 859809 w 887591"/>
                      <a:gd name="connsiteY21" fmla="*/ 223231 h 791777"/>
                      <a:gd name="connsiteX22" fmla="*/ 832513 w 887591"/>
                      <a:gd name="connsiteY22" fmla="*/ 182288 h 791777"/>
                      <a:gd name="connsiteX23" fmla="*/ 818865 w 887591"/>
                      <a:gd name="connsiteY23" fmla="*/ 141344 h 791777"/>
                      <a:gd name="connsiteX24" fmla="*/ 777922 w 887591"/>
                      <a:gd name="connsiteY24" fmla="*/ 114049 h 791777"/>
                      <a:gd name="connsiteX25" fmla="*/ 614149 w 887591"/>
                      <a:gd name="connsiteY25" fmla="*/ 73105 h 791777"/>
                      <a:gd name="connsiteX26" fmla="*/ 586854 w 887591"/>
                      <a:gd name="connsiteY26" fmla="*/ 18514 h 79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87591" h="791777">
                        <a:moveTo>
                          <a:pt x="655092" y="59458"/>
                        </a:moveTo>
                        <a:cubicBezTo>
                          <a:pt x="632346" y="41261"/>
                          <a:pt x="615739" y="8635"/>
                          <a:pt x="586854" y="4867"/>
                        </a:cubicBezTo>
                        <a:cubicBezTo>
                          <a:pt x="490965" y="-7640"/>
                          <a:pt x="382221" y="4842"/>
                          <a:pt x="286603" y="32162"/>
                        </a:cubicBezTo>
                        <a:cubicBezTo>
                          <a:pt x="272770" y="36114"/>
                          <a:pt x="258526" y="39376"/>
                          <a:pt x="245659" y="45810"/>
                        </a:cubicBezTo>
                        <a:cubicBezTo>
                          <a:pt x="187134" y="75072"/>
                          <a:pt x="218106" y="71790"/>
                          <a:pt x="163773" y="114049"/>
                        </a:cubicBezTo>
                        <a:cubicBezTo>
                          <a:pt x="137878" y="134190"/>
                          <a:pt x="81886" y="168640"/>
                          <a:pt x="81886" y="168640"/>
                        </a:cubicBezTo>
                        <a:cubicBezTo>
                          <a:pt x="63689" y="195935"/>
                          <a:pt x="33728" y="218358"/>
                          <a:pt x="27295" y="250526"/>
                        </a:cubicBezTo>
                        <a:cubicBezTo>
                          <a:pt x="10827" y="332872"/>
                          <a:pt x="20984" y="296759"/>
                          <a:pt x="0" y="359708"/>
                        </a:cubicBezTo>
                        <a:cubicBezTo>
                          <a:pt x="4549" y="405201"/>
                          <a:pt x="3368" y="451637"/>
                          <a:pt x="13648" y="496186"/>
                        </a:cubicBezTo>
                        <a:cubicBezTo>
                          <a:pt x="17336" y="512168"/>
                          <a:pt x="33608" y="522458"/>
                          <a:pt x="40943" y="537129"/>
                        </a:cubicBezTo>
                        <a:cubicBezTo>
                          <a:pt x="47377" y="549996"/>
                          <a:pt x="46611" y="566103"/>
                          <a:pt x="54591" y="578073"/>
                        </a:cubicBezTo>
                        <a:cubicBezTo>
                          <a:pt x="65297" y="594132"/>
                          <a:pt x="83178" y="604189"/>
                          <a:pt x="95534" y="619016"/>
                        </a:cubicBezTo>
                        <a:cubicBezTo>
                          <a:pt x="144332" y="677573"/>
                          <a:pt x="98529" y="646531"/>
                          <a:pt x="163773" y="700902"/>
                        </a:cubicBezTo>
                        <a:cubicBezTo>
                          <a:pt x="222440" y="749792"/>
                          <a:pt x="184108" y="711071"/>
                          <a:pt x="245659" y="741846"/>
                        </a:cubicBezTo>
                        <a:cubicBezTo>
                          <a:pt x="260330" y="749181"/>
                          <a:pt x="270519" y="765924"/>
                          <a:pt x="286603" y="769141"/>
                        </a:cubicBezTo>
                        <a:cubicBezTo>
                          <a:pt x="340319" y="779884"/>
                          <a:pt x="395785" y="778240"/>
                          <a:pt x="450376" y="782789"/>
                        </a:cubicBezTo>
                        <a:cubicBezTo>
                          <a:pt x="501861" y="780449"/>
                          <a:pt x="710676" y="822741"/>
                          <a:pt x="791570" y="741846"/>
                        </a:cubicBezTo>
                        <a:cubicBezTo>
                          <a:pt x="824009" y="709406"/>
                          <a:pt x="832648" y="659553"/>
                          <a:pt x="846161" y="619016"/>
                        </a:cubicBezTo>
                        <a:lnTo>
                          <a:pt x="859809" y="578073"/>
                        </a:lnTo>
                        <a:lnTo>
                          <a:pt x="873457" y="537129"/>
                        </a:lnTo>
                        <a:lnTo>
                          <a:pt x="887104" y="496186"/>
                        </a:lnTo>
                        <a:cubicBezTo>
                          <a:pt x="886306" y="482624"/>
                          <a:pt x="895413" y="294437"/>
                          <a:pt x="859809" y="223231"/>
                        </a:cubicBezTo>
                        <a:cubicBezTo>
                          <a:pt x="852473" y="208560"/>
                          <a:pt x="841612" y="195936"/>
                          <a:pt x="832513" y="182288"/>
                        </a:cubicBezTo>
                        <a:cubicBezTo>
                          <a:pt x="827964" y="168640"/>
                          <a:pt x="827852" y="152578"/>
                          <a:pt x="818865" y="141344"/>
                        </a:cubicBezTo>
                        <a:cubicBezTo>
                          <a:pt x="808619" y="128536"/>
                          <a:pt x="792163" y="122187"/>
                          <a:pt x="777922" y="114049"/>
                        </a:cubicBezTo>
                        <a:cubicBezTo>
                          <a:pt x="704508" y="72098"/>
                          <a:pt x="718313" y="86126"/>
                          <a:pt x="614149" y="73105"/>
                        </a:cubicBezTo>
                        <a:cubicBezTo>
                          <a:pt x="598467" y="26059"/>
                          <a:pt x="610673" y="42335"/>
                          <a:pt x="586854" y="18514"/>
                        </a:cubicBezTo>
                      </a:path>
                    </a:pathLst>
                  </a:custGeom>
                  <a:solidFill>
                    <a:schemeClr val="accent6">
                      <a:lumMod val="60000"/>
                      <a:lumOff val="40000"/>
                    </a:schemeClr>
                  </a:solidFill>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22" name="TextBox 21"/>
                  <p:cNvSpPr txBox="1"/>
                  <p:nvPr/>
                </p:nvSpPr>
                <p:spPr>
                  <a:xfrm>
                    <a:off x="4203510" y="3768421"/>
                    <a:ext cx="577402" cy="369332"/>
                  </a:xfrm>
                  <a:prstGeom prst="rect">
                    <a:avLst/>
                  </a:prstGeom>
                  <a:noFill/>
                </p:spPr>
                <p:txBody>
                  <a:bodyPr wrap="none" rtlCol="0">
                    <a:spAutoFit/>
                  </a:bodyPr>
                  <a:lstStyle/>
                  <a:p>
                    <a:r>
                      <a:rPr lang="en-US" dirty="0" smtClean="0"/>
                      <a:t>LLM</a:t>
                    </a:r>
                    <a:endParaRPr lang="en-IN" dirty="0"/>
                  </a:p>
                </p:txBody>
              </p:sp>
            </p:grpSp>
            <p:sp>
              <p:nvSpPr>
                <p:cNvPr id="15" name="Freeform 14"/>
                <p:cNvSpPr/>
                <p:nvPr/>
              </p:nvSpPr>
              <p:spPr>
                <a:xfrm>
                  <a:off x="4408031" y="3481013"/>
                  <a:ext cx="1187551" cy="1009100"/>
                </a:xfrm>
                <a:custGeom>
                  <a:avLst/>
                  <a:gdLst>
                    <a:gd name="connsiteX0" fmla="*/ 13844 w 1187551"/>
                    <a:gd name="connsiteY0" fmla="*/ 149291 h 1009100"/>
                    <a:gd name="connsiteX1" fmla="*/ 82082 w 1187551"/>
                    <a:gd name="connsiteY1" fmla="*/ 94700 h 1009100"/>
                    <a:gd name="connsiteX2" fmla="*/ 123026 w 1187551"/>
                    <a:gd name="connsiteY2" fmla="*/ 81053 h 1009100"/>
                    <a:gd name="connsiteX3" fmla="*/ 273151 w 1187551"/>
                    <a:gd name="connsiteY3" fmla="*/ 53757 h 1009100"/>
                    <a:gd name="connsiteX4" fmla="*/ 546106 w 1187551"/>
                    <a:gd name="connsiteY4" fmla="*/ 26462 h 1009100"/>
                    <a:gd name="connsiteX5" fmla="*/ 1078369 w 1187551"/>
                    <a:gd name="connsiteY5" fmla="*/ 81053 h 1009100"/>
                    <a:gd name="connsiteX6" fmla="*/ 1119312 w 1187551"/>
                    <a:gd name="connsiteY6" fmla="*/ 108348 h 1009100"/>
                    <a:gd name="connsiteX7" fmla="*/ 1146608 w 1187551"/>
                    <a:gd name="connsiteY7" fmla="*/ 162939 h 1009100"/>
                    <a:gd name="connsiteX8" fmla="*/ 1160256 w 1187551"/>
                    <a:gd name="connsiteY8" fmla="*/ 217530 h 1009100"/>
                    <a:gd name="connsiteX9" fmla="*/ 1187551 w 1187551"/>
                    <a:gd name="connsiteY9" fmla="*/ 340360 h 1009100"/>
                    <a:gd name="connsiteX10" fmla="*/ 1146608 w 1187551"/>
                    <a:gd name="connsiteY10" fmla="*/ 695202 h 1009100"/>
                    <a:gd name="connsiteX11" fmla="*/ 1132960 w 1187551"/>
                    <a:gd name="connsiteY11" fmla="*/ 736145 h 1009100"/>
                    <a:gd name="connsiteX12" fmla="*/ 1078369 w 1187551"/>
                    <a:gd name="connsiteY12" fmla="*/ 777088 h 1009100"/>
                    <a:gd name="connsiteX13" fmla="*/ 982835 w 1187551"/>
                    <a:gd name="connsiteY13" fmla="*/ 886271 h 1009100"/>
                    <a:gd name="connsiteX14" fmla="*/ 941891 w 1187551"/>
                    <a:gd name="connsiteY14" fmla="*/ 927214 h 1009100"/>
                    <a:gd name="connsiteX15" fmla="*/ 900948 w 1187551"/>
                    <a:gd name="connsiteY15" fmla="*/ 940862 h 1009100"/>
                    <a:gd name="connsiteX16" fmla="*/ 860005 w 1187551"/>
                    <a:gd name="connsiteY16" fmla="*/ 968157 h 1009100"/>
                    <a:gd name="connsiteX17" fmla="*/ 805414 w 1187551"/>
                    <a:gd name="connsiteY17" fmla="*/ 981805 h 1009100"/>
                    <a:gd name="connsiteX18" fmla="*/ 750823 w 1187551"/>
                    <a:gd name="connsiteY18" fmla="*/ 1009100 h 1009100"/>
                    <a:gd name="connsiteX19" fmla="*/ 273151 w 1187551"/>
                    <a:gd name="connsiteY19" fmla="*/ 995453 h 1009100"/>
                    <a:gd name="connsiteX20" fmla="*/ 232208 w 1187551"/>
                    <a:gd name="connsiteY20" fmla="*/ 968157 h 1009100"/>
                    <a:gd name="connsiteX21" fmla="*/ 191265 w 1187551"/>
                    <a:gd name="connsiteY21" fmla="*/ 954509 h 1009100"/>
                    <a:gd name="connsiteX22" fmla="*/ 150321 w 1187551"/>
                    <a:gd name="connsiteY22" fmla="*/ 872623 h 1009100"/>
                    <a:gd name="connsiteX23" fmla="*/ 123026 w 1187551"/>
                    <a:gd name="connsiteY23" fmla="*/ 790736 h 1009100"/>
                    <a:gd name="connsiteX24" fmla="*/ 109378 w 1187551"/>
                    <a:gd name="connsiteY24" fmla="*/ 749793 h 1009100"/>
                    <a:gd name="connsiteX25" fmla="*/ 95730 w 1187551"/>
                    <a:gd name="connsiteY25" fmla="*/ 708850 h 1009100"/>
                    <a:gd name="connsiteX26" fmla="*/ 82082 w 1187551"/>
                    <a:gd name="connsiteY26" fmla="*/ 640611 h 1009100"/>
                    <a:gd name="connsiteX27" fmla="*/ 54787 w 1187551"/>
                    <a:gd name="connsiteY27" fmla="*/ 558724 h 1009100"/>
                    <a:gd name="connsiteX28" fmla="*/ 41139 w 1187551"/>
                    <a:gd name="connsiteY28" fmla="*/ 408599 h 1009100"/>
                    <a:gd name="connsiteX29" fmla="*/ 13844 w 1187551"/>
                    <a:gd name="connsiteY29" fmla="*/ 326712 h 1009100"/>
                    <a:gd name="connsiteX30" fmla="*/ 13844 w 1187551"/>
                    <a:gd name="connsiteY30" fmla="*/ 162939 h 1009100"/>
                    <a:gd name="connsiteX31" fmla="*/ 54787 w 1187551"/>
                    <a:gd name="connsiteY31" fmla="*/ 149291 h 1009100"/>
                    <a:gd name="connsiteX32" fmla="*/ 95730 w 1187551"/>
                    <a:gd name="connsiteY32" fmla="*/ 121996 h 1009100"/>
                    <a:gd name="connsiteX33" fmla="*/ 109378 w 1187551"/>
                    <a:gd name="connsiteY33" fmla="*/ 81053 h 1009100"/>
                    <a:gd name="connsiteX34" fmla="*/ 150321 w 1187551"/>
                    <a:gd name="connsiteY34" fmla="*/ 53757 h 100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187551" h="1009100">
                      <a:moveTo>
                        <a:pt x="13844" y="149291"/>
                      </a:moveTo>
                      <a:cubicBezTo>
                        <a:pt x="36590" y="131094"/>
                        <a:pt x="57380" y="110138"/>
                        <a:pt x="82082" y="94700"/>
                      </a:cubicBezTo>
                      <a:cubicBezTo>
                        <a:pt x="94281" y="87075"/>
                        <a:pt x="109193" y="85005"/>
                        <a:pt x="123026" y="81053"/>
                      </a:cubicBezTo>
                      <a:cubicBezTo>
                        <a:pt x="182370" y="64098"/>
                        <a:pt x="204417" y="62349"/>
                        <a:pt x="273151" y="53757"/>
                      </a:cubicBezTo>
                      <a:cubicBezTo>
                        <a:pt x="375546" y="40957"/>
                        <a:pt x="440796" y="36035"/>
                        <a:pt x="546106" y="26462"/>
                      </a:cubicBezTo>
                      <a:cubicBezTo>
                        <a:pt x="1332107" y="48294"/>
                        <a:pt x="889135" y="-76643"/>
                        <a:pt x="1078369" y="81053"/>
                      </a:cubicBezTo>
                      <a:cubicBezTo>
                        <a:pt x="1090970" y="91554"/>
                        <a:pt x="1105664" y="99250"/>
                        <a:pt x="1119312" y="108348"/>
                      </a:cubicBezTo>
                      <a:cubicBezTo>
                        <a:pt x="1128411" y="126545"/>
                        <a:pt x="1139464" y="143889"/>
                        <a:pt x="1146608" y="162939"/>
                      </a:cubicBezTo>
                      <a:cubicBezTo>
                        <a:pt x="1153194" y="180502"/>
                        <a:pt x="1155103" y="199495"/>
                        <a:pt x="1160256" y="217530"/>
                      </a:cubicBezTo>
                      <a:cubicBezTo>
                        <a:pt x="1187132" y="311597"/>
                        <a:pt x="1162923" y="192596"/>
                        <a:pt x="1187551" y="340360"/>
                      </a:cubicBezTo>
                      <a:cubicBezTo>
                        <a:pt x="1170509" y="698240"/>
                        <a:pt x="1209994" y="526172"/>
                        <a:pt x="1146608" y="695202"/>
                      </a:cubicBezTo>
                      <a:cubicBezTo>
                        <a:pt x="1141557" y="708672"/>
                        <a:pt x="1142170" y="725093"/>
                        <a:pt x="1132960" y="736145"/>
                      </a:cubicBezTo>
                      <a:cubicBezTo>
                        <a:pt x="1118398" y="753619"/>
                        <a:pt x="1096566" y="763440"/>
                        <a:pt x="1078369" y="777088"/>
                      </a:cubicBezTo>
                      <a:cubicBezTo>
                        <a:pt x="980565" y="923796"/>
                        <a:pt x="1068131" y="815191"/>
                        <a:pt x="982835" y="886271"/>
                      </a:cubicBezTo>
                      <a:cubicBezTo>
                        <a:pt x="968008" y="898627"/>
                        <a:pt x="957950" y="916508"/>
                        <a:pt x="941891" y="927214"/>
                      </a:cubicBezTo>
                      <a:cubicBezTo>
                        <a:pt x="929921" y="935194"/>
                        <a:pt x="913815" y="934428"/>
                        <a:pt x="900948" y="940862"/>
                      </a:cubicBezTo>
                      <a:cubicBezTo>
                        <a:pt x="886277" y="948197"/>
                        <a:pt x="875081" y="961696"/>
                        <a:pt x="860005" y="968157"/>
                      </a:cubicBezTo>
                      <a:cubicBezTo>
                        <a:pt x="842765" y="975546"/>
                        <a:pt x="822977" y="975219"/>
                        <a:pt x="805414" y="981805"/>
                      </a:cubicBezTo>
                      <a:cubicBezTo>
                        <a:pt x="786365" y="988948"/>
                        <a:pt x="769020" y="1000002"/>
                        <a:pt x="750823" y="1009100"/>
                      </a:cubicBezTo>
                      <a:cubicBezTo>
                        <a:pt x="591599" y="1004551"/>
                        <a:pt x="431946" y="1007989"/>
                        <a:pt x="273151" y="995453"/>
                      </a:cubicBezTo>
                      <a:cubicBezTo>
                        <a:pt x="256799" y="994162"/>
                        <a:pt x="246879" y="975493"/>
                        <a:pt x="232208" y="968157"/>
                      </a:cubicBezTo>
                      <a:cubicBezTo>
                        <a:pt x="219341" y="961723"/>
                        <a:pt x="204913" y="959058"/>
                        <a:pt x="191265" y="954509"/>
                      </a:cubicBezTo>
                      <a:cubicBezTo>
                        <a:pt x="141486" y="805176"/>
                        <a:pt x="220879" y="1031378"/>
                        <a:pt x="150321" y="872623"/>
                      </a:cubicBezTo>
                      <a:cubicBezTo>
                        <a:pt x="138636" y="846331"/>
                        <a:pt x="132124" y="818032"/>
                        <a:pt x="123026" y="790736"/>
                      </a:cubicBezTo>
                      <a:lnTo>
                        <a:pt x="109378" y="749793"/>
                      </a:lnTo>
                      <a:cubicBezTo>
                        <a:pt x="104829" y="736145"/>
                        <a:pt x="98551" y="722957"/>
                        <a:pt x="95730" y="708850"/>
                      </a:cubicBezTo>
                      <a:cubicBezTo>
                        <a:pt x="91181" y="686104"/>
                        <a:pt x="88185" y="662990"/>
                        <a:pt x="82082" y="640611"/>
                      </a:cubicBezTo>
                      <a:cubicBezTo>
                        <a:pt x="74512" y="612853"/>
                        <a:pt x="63885" y="586020"/>
                        <a:pt x="54787" y="558724"/>
                      </a:cubicBezTo>
                      <a:cubicBezTo>
                        <a:pt x="50238" y="508682"/>
                        <a:pt x="49871" y="458082"/>
                        <a:pt x="41139" y="408599"/>
                      </a:cubicBezTo>
                      <a:cubicBezTo>
                        <a:pt x="36139" y="380265"/>
                        <a:pt x="13844" y="326712"/>
                        <a:pt x="13844" y="326712"/>
                      </a:cubicBezTo>
                      <a:cubicBezTo>
                        <a:pt x="8311" y="287981"/>
                        <a:pt x="-14330" y="205201"/>
                        <a:pt x="13844" y="162939"/>
                      </a:cubicBezTo>
                      <a:cubicBezTo>
                        <a:pt x="21824" y="150969"/>
                        <a:pt x="41920" y="155725"/>
                        <a:pt x="54787" y="149291"/>
                      </a:cubicBezTo>
                      <a:cubicBezTo>
                        <a:pt x="69458" y="141956"/>
                        <a:pt x="82082" y="131094"/>
                        <a:pt x="95730" y="121996"/>
                      </a:cubicBezTo>
                      <a:cubicBezTo>
                        <a:pt x="100279" y="108348"/>
                        <a:pt x="100391" y="92287"/>
                        <a:pt x="109378" y="81053"/>
                      </a:cubicBezTo>
                      <a:cubicBezTo>
                        <a:pt x="119625" y="68245"/>
                        <a:pt x="150321" y="53757"/>
                        <a:pt x="150321" y="53757"/>
                      </a:cubicBezTo>
                    </a:path>
                  </a:pathLst>
                </a:custGeom>
                <a:solidFill>
                  <a:srgbClr val="FF66FF"/>
                </a:solidFill>
                <a:ln>
                  <a:solidFill>
                    <a:srgbClr val="FF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smtClean="0"/>
                    <a:t>LLM</a:t>
                  </a:r>
                  <a:endParaRPr lang="en-IN" dirty="0"/>
                </a:p>
              </p:txBody>
            </p:sp>
            <p:sp>
              <p:nvSpPr>
                <p:cNvPr id="16" name="Oval 15"/>
                <p:cNvSpPr/>
                <p:nvPr/>
              </p:nvSpPr>
              <p:spPr>
                <a:xfrm>
                  <a:off x="7492621" y="2408644"/>
                  <a:ext cx="1169157" cy="721692"/>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Some Node</a:t>
                  </a:r>
                  <a:endParaRPr lang="en-IN" dirty="0"/>
                </a:p>
              </p:txBody>
            </p:sp>
            <p:sp>
              <p:nvSpPr>
                <p:cNvPr id="17" name="Oval 16"/>
                <p:cNvSpPr/>
                <p:nvPr/>
              </p:nvSpPr>
              <p:spPr>
                <a:xfrm>
                  <a:off x="7615450" y="3953087"/>
                  <a:ext cx="1180531" cy="721692"/>
                </a:xfrm>
                <a:prstGeom prst="ellips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Another Node</a:t>
                  </a:r>
                  <a:endParaRPr lang="en-IN" sz="1400" dirty="0"/>
                </a:p>
              </p:txBody>
            </p:sp>
            <p:cxnSp>
              <p:nvCxnSpPr>
                <p:cNvPr id="18" name="Straight Arrow Connector 17"/>
                <p:cNvCxnSpPr>
                  <a:stCxn id="21" idx="20"/>
                  <a:endCxn id="15" idx="27"/>
                </p:cNvCxnSpPr>
                <p:nvPr/>
              </p:nvCxnSpPr>
              <p:spPr>
                <a:xfrm flipV="1">
                  <a:off x="3903259" y="4039737"/>
                  <a:ext cx="559559" cy="1364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5925402" y="3130336"/>
                  <a:ext cx="1567219" cy="819840"/>
                </a:xfrm>
                <a:prstGeom prst="straightConnector1">
                  <a:avLst/>
                </a:prstGeom>
                <a:ln>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925401" y="4126379"/>
                  <a:ext cx="1690050" cy="363734"/>
                </a:xfrm>
                <a:prstGeom prst="straightConnector1">
                  <a:avLst/>
                </a:prstGeom>
                <a:ln>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p:nvSpPr>
            <p:spPr>
              <a:xfrm>
                <a:off x="4635687" y="1250318"/>
                <a:ext cx="1168910" cy="369332"/>
              </a:xfrm>
              <a:prstGeom prst="rect">
                <a:avLst/>
              </a:prstGeom>
              <a:noFill/>
            </p:spPr>
            <p:txBody>
              <a:bodyPr wrap="none" rtlCol="0">
                <a:spAutoFit/>
              </a:bodyPr>
              <a:lstStyle/>
              <a:p>
                <a:r>
                  <a:rPr lang="en-US" i="1" dirty="0">
                    <a:latin typeface="Century Gothic" pitchFamily="34" charset="0"/>
                  </a:rPr>
                  <a:t>Approve</a:t>
                </a:r>
                <a:endParaRPr lang="en-IN" i="1" dirty="0">
                  <a:latin typeface="Century Gothic" pitchFamily="34" charset="0"/>
                </a:endParaRPr>
              </a:p>
            </p:txBody>
          </p:sp>
          <p:sp>
            <p:nvSpPr>
              <p:cNvPr id="13" name="TextBox 12"/>
              <p:cNvSpPr txBox="1"/>
              <p:nvPr/>
            </p:nvSpPr>
            <p:spPr>
              <a:xfrm>
                <a:off x="4896738" y="2465957"/>
                <a:ext cx="899605" cy="369332"/>
              </a:xfrm>
              <a:prstGeom prst="rect">
                <a:avLst/>
              </a:prstGeom>
              <a:noFill/>
            </p:spPr>
            <p:txBody>
              <a:bodyPr wrap="none" rtlCol="0">
                <a:spAutoFit/>
              </a:bodyPr>
              <a:lstStyle/>
              <a:p>
                <a:r>
                  <a:rPr lang="en-US" i="1" dirty="0" smtClean="0">
                    <a:latin typeface="Century Gothic" pitchFamily="34" charset="0"/>
                  </a:rPr>
                  <a:t>Reject</a:t>
                </a:r>
                <a:endParaRPr lang="en-IN" i="1" dirty="0">
                  <a:latin typeface="Century Gothic" pitchFamily="34" charset="0"/>
                </a:endParaRPr>
              </a:p>
            </p:txBody>
          </p:sp>
        </p:grpSp>
        <p:sp>
          <p:nvSpPr>
            <p:cNvPr id="5" name="Rounded Rectangle 4"/>
            <p:cNvSpPr/>
            <p:nvPr/>
          </p:nvSpPr>
          <p:spPr>
            <a:xfrm>
              <a:off x="2647666" y="2906973"/>
              <a:ext cx="6256532" cy="3316406"/>
            </a:xfrm>
            <a:prstGeom prst="round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extLst>
      <p:ext uri="{BB962C8B-B14F-4D97-AF65-F5344CB8AC3E}">
        <p14:creationId xmlns:p14="http://schemas.microsoft.com/office/powerpoint/2010/main" val="913004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sp>
        <p:nvSpPr>
          <p:cNvPr id="28" name="Rectangle 27"/>
          <p:cNvSpPr/>
          <p:nvPr/>
        </p:nvSpPr>
        <p:spPr>
          <a:xfrm>
            <a:off x="362011" y="429903"/>
            <a:ext cx="2242922" cy="338554"/>
          </a:xfrm>
          <a:prstGeom prst="rect">
            <a:avLst/>
          </a:prstGeom>
          <a:solidFill>
            <a:schemeClr val="accent2">
              <a:lumMod val="20000"/>
              <a:lumOff val="80000"/>
            </a:schemeClr>
          </a:solidFill>
          <a:ln>
            <a:solidFill>
              <a:schemeClr val="bg2">
                <a:lumMod val="90000"/>
              </a:schemeClr>
            </a:solidFill>
          </a:ln>
        </p:spPr>
        <p:txBody>
          <a:bodyPr wrap="none">
            <a:spAutoFit/>
          </a:bodyPr>
          <a:lstStyle/>
          <a:p>
            <a:r>
              <a:rPr lang="en-IN" sz="1600" dirty="0">
                <a:latin typeface="Bahnschrift" pitchFamily="34" charset="0"/>
              </a:rPr>
              <a:t> </a:t>
            </a:r>
            <a:r>
              <a:rPr lang="en-IN" sz="1600" dirty="0" smtClean="0">
                <a:latin typeface="Bahnschrift" pitchFamily="34" charset="0"/>
              </a:rPr>
              <a:t>2: Review &amp; Edit State</a:t>
            </a:r>
            <a:endParaRPr lang="en-IN" sz="1600" dirty="0">
              <a:latin typeface="Bahnschrift" pitchFamily="34" charset="0"/>
            </a:endParaRPr>
          </a:p>
        </p:txBody>
      </p:sp>
      <p:sp>
        <p:nvSpPr>
          <p:cNvPr id="47" name="Rectangle 46"/>
          <p:cNvSpPr/>
          <p:nvPr/>
        </p:nvSpPr>
        <p:spPr>
          <a:xfrm>
            <a:off x="477672" y="3677019"/>
            <a:ext cx="11491415" cy="338554"/>
          </a:xfrm>
          <a:prstGeom prst="rect">
            <a:avLst/>
          </a:prstGeom>
        </p:spPr>
        <p:txBody>
          <a:bodyPr wrap="square">
            <a:spAutoFit/>
          </a:bodyPr>
          <a:lstStyle/>
          <a:p>
            <a:r>
              <a:rPr lang="en-US" sz="1600" dirty="0"/>
              <a:t>A human can review and edit the state of </a:t>
            </a:r>
            <a:r>
              <a:rPr lang="en-US" sz="1600" dirty="0" smtClean="0"/>
              <a:t>graph. This </a:t>
            </a:r>
            <a:r>
              <a:rPr lang="en-US" sz="1600" dirty="0"/>
              <a:t>is useful for correcting mistakes or updating the state with additional information</a:t>
            </a:r>
            <a:endParaRPr lang="en-IN" sz="1600" dirty="0"/>
          </a:p>
        </p:txBody>
      </p:sp>
      <p:grpSp>
        <p:nvGrpSpPr>
          <p:cNvPr id="49" name="Group 48"/>
          <p:cNvGrpSpPr/>
          <p:nvPr/>
        </p:nvGrpSpPr>
        <p:grpSpPr>
          <a:xfrm>
            <a:off x="1091821" y="1439176"/>
            <a:ext cx="6264322" cy="1902810"/>
            <a:chOff x="2866030" y="2224585"/>
            <a:chExt cx="6264322" cy="1902810"/>
          </a:xfrm>
        </p:grpSpPr>
        <p:grpSp>
          <p:nvGrpSpPr>
            <p:cNvPr id="30" name="Group 29"/>
            <p:cNvGrpSpPr/>
            <p:nvPr/>
          </p:nvGrpSpPr>
          <p:grpSpPr>
            <a:xfrm>
              <a:off x="3029996" y="2657561"/>
              <a:ext cx="5587870" cy="1159330"/>
              <a:chOff x="3016155" y="3315003"/>
              <a:chExt cx="5587870" cy="1159330"/>
            </a:xfrm>
          </p:grpSpPr>
          <p:grpSp>
            <p:nvGrpSpPr>
              <p:cNvPr id="34" name="Group 33"/>
              <p:cNvGrpSpPr/>
              <p:nvPr/>
            </p:nvGrpSpPr>
            <p:grpSpPr>
              <a:xfrm>
                <a:off x="3016155" y="3557199"/>
                <a:ext cx="956473" cy="791777"/>
                <a:chOff x="4012442" y="3557199"/>
                <a:chExt cx="956473" cy="791777"/>
              </a:xfrm>
            </p:grpSpPr>
            <p:sp>
              <p:nvSpPr>
                <p:cNvPr id="41" name="Freeform 40"/>
                <p:cNvSpPr/>
                <p:nvPr/>
              </p:nvSpPr>
              <p:spPr>
                <a:xfrm>
                  <a:off x="4012442" y="3557199"/>
                  <a:ext cx="956473" cy="791777"/>
                </a:xfrm>
                <a:custGeom>
                  <a:avLst/>
                  <a:gdLst>
                    <a:gd name="connsiteX0" fmla="*/ 655092 w 887591"/>
                    <a:gd name="connsiteY0" fmla="*/ 59458 h 791777"/>
                    <a:gd name="connsiteX1" fmla="*/ 586854 w 887591"/>
                    <a:gd name="connsiteY1" fmla="*/ 4867 h 791777"/>
                    <a:gd name="connsiteX2" fmla="*/ 286603 w 887591"/>
                    <a:gd name="connsiteY2" fmla="*/ 32162 h 791777"/>
                    <a:gd name="connsiteX3" fmla="*/ 245659 w 887591"/>
                    <a:gd name="connsiteY3" fmla="*/ 45810 h 791777"/>
                    <a:gd name="connsiteX4" fmla="*/ 163773 w 887591"/>
                    <a:gd name="connsiteY4" fmla="*/ 114049 h 791777"/>
                    <a:gd name="connsiteX5" fmla="*/ 81886 w 887591"/>
                    <a:gd name="connsiteY5" fmla="*/ 168640 h 791777"/>
                    <a:gd name="connsiteX6" fmla="*/ 27295 w 887591"/>
                    <a:gd name="connsiteY6" fmla="*/ 250526 h 791777"/>
                    <a:gd name="connsiteX7" fmla="*/ 0 w 887591"/>
                    <a:gd name="connsiteY7" fmla="*/ 359708 h 791777"/>
                    <a:gd name="connsiteX8" fmla="*/ 13648 w 887591"/>
                    <a:gd name="connsiteY8" fmla="*/ 496186 h 791777"/>
                    <a:gd name="connsiteX9" fmla="*/ 40943 w 887591"/>
                    <a:gd name="connsiteY9" fmla="*/ 537129 h 791777"/>
                    <a:gd name="connsiteX10" fmla="*/ 54591 w 887591"/>
                    <a:gd name="connsiteY10" fmla="*/ 578073 h 791777"/>
                    <a:gd name="connsiteX11" fmla="*/ 95534 w 887591"/>
                    <a:gd name="connsiteY11" fmla="*/ 619016 h 791777"/>
                    <a:gd name="connsiteX12" fmla="*/ 163773 w 887591"/>
                    <a:gd name="connsiteY12" fmla="*/ 700902 h 791777"/>
                    <a:gd name="connsiteX13" fmla="*/ 245659 w 887591"/>
                    <a:gd name="connsiteY13" fmla="*/ 741846 h 791777"/>
                    <a:gd name="connsiteX14" fmla="*/ 286603 w 887591"/>
                    <a:gd name="connsiteY14" fmla="*/ 769141 h 791777"/>
                    <a:gd name="connsiteX15" fmla="*/ 450376 w 887591"/>
                    <a:gd name="connsiteY15" fmla="*/ 782789 h 791777"/>
                    <a:gd name="connsiteX16" fmla="*/ 791570 w 887591"/>
                    <a:gd name="connsiteY16" fmla="*/ 741846 h 791777"/>
                    <a:gd name="connsiteX17" fmla="*/ 846161 w 887591"/>
                    <a:gd name="connsiteY17" fmla="*/ 619016 h 791777"/>
                    <a:gd name="connsiteX18" fmla="*/ 859809 w 887591"/>
                    <a:gd name="connsiteY18" fmla="*/ 578073 h 791777"/>
                    <a:gd name="connsiteX19" fmla="*/ 873457 w 887591"/>
                    <a:gd name="connsiteY19" fmla="*/ 537129 h 791777"/>
                    <a:gd name="connsiteX20" fmla="*/ 887104 w 887591"/>
                    <a:gd name="connsiteY20" fmla="*/ 496186 h 791777"/>
                    <a:gd name="connsiteX21" fmla="*/ 859809 w 887591"/>
                    <a:gd name="connsiteY21" fmla="*/ 223231 h 791777"/>
                    <a:gd name="connsiteX22" fmla="*/ 832513 w 887591"/>
                    <a:gd name="connsiteY22" fmla="*/ 182288 h 791777"/>
                    <a:gd name="connsiteX23" fmla="*/ 818865 w 887591"/>
                    <a:gd name="connsiteY23" fmla="*/ 141344 h 791777"/>
                    <a:gd name="connsiteX24" fmla="*/ 777922 w 887591"/>
                    <a:gd name="connsiteY24" fmla="*/ 114049 h 791777"/>
                    <a:gd name="connsiteX25" fmla="*/ 614149 w 887591"/>
                    <a:gd name="connsiteY25" fmla="*/ 73105 h 791777"/>
                    <a:gd name="connsiteX26" fmla="*/ 586854 w 887591"/>
                    <a:gd name="connsiteY26" fmla="*/ 18514 h 79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87591" h="791777">
                      <a:moveTo>
                        <a:pt x="655092" y="59458"/>
                      </a:moveTo>
                      <a:cubicBezTo>
                        <a:pt x="632346" y="41261"/>
                        <a:pt x="615739" y="8635"/>
                        <a:pt x="586854" y="4867"/>
                      </a:cubicBezTo>
                      <a:cubicBezTo>
                        <a:pt x="490965" y="-7640"/>
                        <a:pt x="382221" y="4842"/>
                        <a:pt x="286603" y="32162"/>
                      </a:cubicBezTo>
                      <a:cubicBezTo>
                        <a:pt x="272770" y="36114"/>
                        <a:pt x="258526" y="39376"/>
                        <a:pt x="245659" y="45810"/>
                      </a:cubicBezTo>
                      <a:cubicBezTo>
                        <a:pt x="187134" y="75072"/>
                        <a:pt x="218106" y="71790"/>
                        <a:pt x="163773" y="114049"/>
                      </a:cubicBezTo>
                      <a:cubicBezTo>
                        <a:pt x="137878" y="134190"/>
                        <a:pt x="81886" y="168640"/>
                        <a:pt x="81886" y="168640"/>
                      </a:cubicBezTo>
                      <a:cubicBezTo>
                        <a:pt x="63689" y="195935"/>
                        <a:pt x="33728" y="218358"/>
                        <a:pt x="27295" y="250526"/>
                      </a:cubicBezTo>
                      <a:cubicBezTo>
                        <a:pt x="10827" y="332872"/>
                        <a:pt x="20984" y="296759"/>
                        <a:pt x="0" y="359708"/>
                      </a:cubicBezTo>
                      <a:cubicBezTo>
                        <a:pt x="4549" y="405201"/>
                        <a:pt x="3368" y="451637"/>
                        <a:pt x="13648" y="496186"/>
                      </a:cubicBezTo>
                      <a:cubicBezTo>
                        <a:pt x="17336" y="512168"/>
                        <a:pt x="33608" y="522458"/>
                        <a:pt x="40943" y="537129"/>
                      </a:cubicBezTo>
                      <a:cubicBezTo>
                        <a:pt x="47377" y="549996"/>
                        <a:pt x="46611" y="566103"/>
                        <a:pt x="54591" y="578073"/>
                      </a:cubicBezTo>
                      <a:cubicBezTo>
                        <a:pt x="65297" y="594132"/>
                        <a:pt x="83178" y="604189"/>
                        <a:pt x="95534" y="619016"/>
                      </a:cubicBezTo>
                      <a:cubicBezTo>
                        <a:pt x="144332" y="677573"/>
                        <a:pt x="98529" y="646531"/>
                        <a:pt x="163773" y="700902"/>
                      </a:cubicBezTo>
                      <a:cubicBezTo>
                        <a:pt x="222440" y="749792"/>
                        <a:pt x="184108" y="711071"/>
                        <a:pt x="245659" y="741846"/>
                      </a:cubicBezTo>
                      <a:cubicBezTo>
                        <a:pt x="260330" y="749181"/>
                        <a:pt x="270519" y="765924"/>
                        <a:pt x="286603" y="769141"/>
                      </a:cubicBezTo>
                      <a:cubicBezTo>
                        <a:pt x="340319" y="779884"/>
                        <a:pt x="395785" y="778240"/>
                        <a:pt x="450376" y="782789"/>
                      </a:cubicBezTo>
                      <a:cubicBezTo>
                        <a:pt x="501861" y="780449"/>
                        <a:pt x="710676" y="822741"/>
                        <a:pt x="791570" y="741846"/>
                      </a:cubicBezTo>
                      <a:cubicBezTo>
                        <a:pt x="824009" y="709406"/>
                        <a:pt x="832648" y="659553"/>
                        <a:pt x="846161" y="619016"/>
                      </a:cubicBezTo>
                      <a:lnTo>
                        <a:pt x="859809" y="578073"/>
                      </a:lnTo>
                      <a:lnTo>
                        <a:pt x="873457" y="537129"/>
                      </a:lnTo>
                      <a:lnTo>
                        <a:pt x="887104" y="496186"/>
                      </a:lnTo>
                      <a:cubicBezTo>
                        <a:pt x="886306" y="482624"/>
                        <a:pt x="895413" y="294437"/>
                        <a:pt x="859809" y="223231"/>
                      </a:cubicBezTo>
                      <a:cubicBezTo>
                        <a:pt x="852473" y="208560"/>
                        <a:pt x="841612" y="195936"/>
                        <a:pt x="832513" y="182288"/>
                      </a:cubicBezTo>
                      <a:cubicBezTo>
                        <a:pt x="827964" y="168640"/>
                        <a:pt x="827852" y="152578"/>
                        <a:pt x="818865" y="141344"/>
                      </a:cubicBezTo>
                      <a:cubicBezTo>
                        <a:pt x="808619" y="128536"/>
                        <a:pt x="792163" y="122187"/>
                        <a:pt x="777922" y="114049"/>
                      </a:cubicBezTo>
                      <a:cubicBezTo>
                        <a:pt x="704508" y="72098"/>
                        <a:pt x="718313" y="86126"/>
                        <a:pt x="614149" y="73105"/>
                      </a:cubicBezTo>
                      <a:cubicBezTo>
                        <a:pt x="598467" y="26059"/>
                        <a:pt x="610673" y="42335"/>
                        <a:pt x="586854" y="18514"/>
                      </a:cubicBezTo>
                    </a:path>
                  </a:pathLst>
                </a:custGeom>
                <a:solidFill>
                  <a:schemeClr val="bg1">
                    <a:lumMod val="65000"/>
                  </a:schemeClr>
                </a:solidFill>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42" name="TextBox 41"/>
                <p:cNvSpPr txBox="1"/>
                <p:nvPr/>
              </p:nvSpPr>
              <p:spPr>
                <a:xfrm>
                  <a:off x="4133430" y="3768421"/>
                  <a:ext cx="835485" cy="369332"/>
                </a:xfrm>
                <a:prstGeom prst="rect">
                  <a:avLst/>
                </a:prstGeom>
                <a:noFill/>
              </p:spPr>
              <p:txBody>
                <a:bodyPr wrap="none" rtlCol="0">
                  <a:spAutoFit/>
                </a:bodyPr>
                <a:lstStyle/>
                <a:p>
                  <a:r>
                    <a:rPr lang="en-US" dirty="0"/>
                    <a:t>n</a:t>
                  </a:r>
                  <a:r>
                    <a:rPr lang="en-US" dirty="0" smtClean="0"/>
                    <a:t>ode 1</a:t>
                  </a:r>
                  <a:endParaRPr lang="en-IN" dirty="0"/>
                </a:p>
              </p:txBody>
            </p:sp>
          </p:grpSp>
          <p:sp>
            <p:nvSpPr>
              <p:cNvPr id="35" name="Freeform 34"/>
              <p:cNvSpPr/>
              <p:nvPr/>
            </p:nvSpPr>
            <p:spPr>
              <a:xfrm>
                <a:off x="4955561" y="3524523"/>
                <a:ext cx="1077822" cy="949810"/>
              </a:xfrm>
              <a:custGeom>
                <a:avLst/>
                <a:gdLst>
                  <a:gd name="connsiteX0" fmla="*/ 13844 w 1187551"/>
                  <a:gd name="connsiteY0" fmla="*/ 149291 h 1009100"/>
                  <a:gd name="connsiteX1" fmla="*/ 82082 w 1187551"/>
                  <a:gd name="connsiteY1" fmla="*/ 94700 h 1009100"/>
                  <a:gd name="connsiteX2" fmla="*/ 123026 w 1187551"/>
                  <a:gd name="connsiteY2" fmla="*/ 81053 h 1009100"/>
                  <a:gd name="connsiteX3" fmla="*/ 273151 w 1187551"/>
                  <a:gd name="connsiteY3" fmla="*/ 53757 h 1009100"/>
                  <a:gd name="connsiteX4" fmla="*/ 546106 w 1187551"/>
                  <a:gd name="connsiteY4" fmla="*/ 26462 h 1009100"/>
                  <a:gd name="connsiteX5" fmla="*/ 1078369 w 1187551"/>
                  <a:gd name="connsiteY5" fmla="*/ 81053 h 1009100"/>
                  <a:gd name="connsiteX6" fmla="*/ 1119312 w 1187551"/>
                  <a:gd name="connsiteY6" fmla="*/ 108348 h 1009100"/>
                  <a:gd name="connsiteX7" fmla="*/ 1146608 w 1187551"/>
                  <a:gd name="connsiteY7" fmla="*/ 162939 h 1009100"/>
                  <a:gd name="connsiteX8" fmla="*/ 1160256 w 1187551"/>
                  <a:gd name="connsiteY8" fmla="*/ 217530 h 1009100"/>
                  <a:gd name="connsiteX9" fmla="*/ 1187551 w 1187551"/>
                  <a:gd name="connsiteY9" fmla="*/ 340360 h 1009100"/>
                  <a:gd name="connsiteX10" fmla="*/ 1146608 w 1187551"/>
                  <a:gd name="connsiteY10" fmla="*/ 695202 h 1009100"/>
                  <a:gd name="connsiteX11" fmla="*/ 1132960 w 1187551"/>
                  <a:gd name="connsiteY11" fmla="*/ 736145 h 1009100"/>
                  <a:gd name="connsiteX12" fmla="*/ 1078369 w 1187551"/>
                  <a:gd name="connsiteY12" fmla="*/ 777088 h 1009100"/>
                  <a:gd name="connsiteX13" fmla="*/ 982835 w 1187551"/>
                  <a:gd name="connsiteY13" fmla="*/ 886271 h 1009100"/>
                  <a:gd name="connsiteX14" fmla="*/ 941891 w 1187551"/>
                  <a:gd name="connsiteY14" fmla="*/ 927214 h 1009100"/>
                  <a:gd name="connsiteX15" fmla="*/ 900948 w 1187551"/>
                  <a:gd name="connsiteY15" fmla="*/ 940862 h 1009100"/>
                  <a:gd name="connsiteX16" fmla="*/ 860005 w 1187551"/>
                  <a:gd name="connsiteY16" fmla="*/ 968157 h 1009100"/>
                  <a:gd name="connsiteX17" fmla="*/ 805414 w 1187551"/>
                  <a:gd name="connsiteY17" fmla="*/ 981805 h 1009100"/>
                  <a:gd name="connsiteX18" fmla="*/ 750823 w 1187551"/>
                  <a:gd name="connsiteY18" fmla="*/ 1009100 h 1009100"/>
                  <a:gd name="connsiteX19" fmla="*/ 273151 w 1187551"/>
                  <a:gd name="connsiteY19" fmla="*/ 995453 h 1009100"/>
                  <a:gd name="connsiteX20" fmla="*/ 232208 w 1187551"/>
                  <a:gd name="connsiteY20" fmla="*/ 968157 h 1009100"/>
                  <a:gd name="connsiteX21" fmla="*/ 191265 w 1187551"/>
                  <a:gd name="connsiteY21" fmla="*/ 954509 h 1009100"/>
                  <a:gd name="connsiteX22" fmla="*/ 150321 w 1187551"/>
                  <a:gd name="connsiteY22" fmla="*/ 872623 h 1009100"/>
                  <a:gd name="connsiteX23" fmla="*/ 123026 w 1187551"/>
                  <a:gd name="connsiteY23" fmla="*/ 790736 h 1009100"/>
                  <a:gd name="connsiteX24" fmla="*/ 109378 w 1187551"/>
                  <a:gd name="connsiteY24" fmla="*/ 749793 h 1009100"/>
                  <a:gd name="connsiteX25" fmla="*/ 95730 w 1187551"/>
                  <a:gd name="connsiteY25" fmla="*/ 708850 h 1009100"/>
                  <a:gd name="connsiteX26" fmla="*/ 82082 w 1187551"/>
                  <a:gd name="connsiteY26" fmla="*/ 640611 h 1009100"/>
                  <a:gd name="connsiteX27" fmla="*/ 54787 w 1187551"/>
                  <a:gd name="connsiteY27" fmla="*/ 558724 h 1009100"/>
                  <a:gd name="connsiteX28" fmla="*/ 41139 w 1187551"/>
                  <a:gd name="connsiteY28" fmla="*/ 408599 h 1009100"/>
                  <a:gd name="connsiteX29" fmla="*/ 13844 w 1187551"/>
                  <a:gd name="connsiteY29" fmla="*/ 326712 h 1009100"/>
                  <a:gd name="connsiteX30" fmla="*/ 13844 w 1187551"/>
                  <a:gd name="connsiteY30" fmla="*/ 162939 h 1009100"/>
                  <a:gd name="connsiteX31" fmla="*/ 54787 w 1187551"/>
                  <a:gd name="connsiteY31" fmla="*/ 149291 h 1009100"/>
                  <a:gd name="connsiteX32" fmla="*/ 95730 w 1187551"/>
                  <a:gd name="connsiteY32" fmla="*/ 121996 h 1009100"/>
                  <a:gd name="connsiteX33" fmla="*/ 109378 w 1187551"/>
                  <a:gd name="connsiteY33" fmla="*/ 81053 h 1009100"/>
                  <a:gd name="connsiteX34" fmla="*/ 150321 w 1187551"/>
                  <a:gd name="connsiteY34" fmla="*/ 53757 h 100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187551" h="1009100">
                    <a:moveTo>
                      <a:pt x="13844" y="149291"/>
                    </a:moveTo>
                    <a:cubicBezTo>
                      <a:pt x="36590" y="131094"/>
                      <a:pt x="57380" y="110138"/>
                      <a:pt x="82082" y="94700"/>
                    </a:cubicBezTo>
                    <a:cubicBezTo>
                      <a:pt x="94281" y="87075"/>
                      <a:pt x="109193" y="85005"/>
                      <a:pt x="123026" y="81053"/>
                    </a:cubicBezTo>
                    <a:cubicBezTo>
                      <a:pt x="182370" y="64098"/>
                      <a:pt x="204417" y="62349"/>
                      <a:pt x="273151" y="53757"/>
                    </a:cubicBezTo>
                    <a:cubicBezTo>
                      <a:pt x="375546" y="40957"/>
                      <a:pt x="440796" y="36035"/>
                      <a:pt x="546106" y="26462"/>
                    </a:cubicBezTo>
                    <a:cubicBezTo>
                      <a:pt x="1332107" y="48294"/>
                      <a:pt x="889135" y="-76643"/>
                      <a:pt x="1078369" y="81053"/>
                    </a:cubicBezTo>
                    <a:cubicBezTo>
                      <a:pt x="1090970" y="91554"/>
                      <a:pt x="1105664" y="99250"/>
                      <a:pt x="1119312" y="108348"/>
                    </a:cubicBezTo>
                    <a:cubicBezTo>
                      <a:pt x="1128411" y="126545"/>
                      <a:pt x="1139464" y="143889"/>
                      <a:pt x="1146608" y="162939"/>
                    </a:cubicBezTo>
                    <a:cubicBezTo>
                      <a:pt x="1153194" y="180502"/>
                      <a:pt x="1155103" y="199495"/>
                      <a:pt x="1160256" y="217530"/>
                    </a:cubicBezTo>
                    <a:cubicBezTo>
                      <a:pt x="1187132" y="311597"/>
                      <a:pt x="1162923" y="192596"/>
                      <a:pt x="1187551" y="340360"/>
                    </a:cubicBezTo>
                    <a:cubicBezTo>
                      <a:pt x="1170509" y="698240"/>
                      <a:pt x="1209994" y="526172"/>
                      <a:pt x="1146608" y="695202"/>
                    </a:cubicBezTo>
                    <a:cubicBezTo>
                      <a:pt x="1141557" y="708672"/>
                      <a:pt x="1142170" y="725093"/>
                      <a:pt x="1132960" y="736145"/>
                    </a:cubicBezTo>
                    <a:cubicBezTo>
                      <a:pt x="1118398" y="753619"/>
                      <a:pt x="1096566" y="763440"/>
                      <a:pt x="1078369" y="777088"/>
                    </a:cubicBezTo>
                    <a:cubicBezTo>
                      <a:pt x="980565" y="923796"/>
                      <a:pt x="1068131" y="815191"/>
                      <a:pt x="982835" y="886271"/>
                    </a:cubicBezTo>
                    <a:cubicBezTo>
                      <a:pt x="968008" y="898627"/>
                      <a:pt x="957950" y="916508"/>
                      <a:pt x="941891" y="927214"/>
                    </a:cubicBezTo>
                    <a:cubicBezTo>
                      <a:pt x="929921" y="935194"/>
                      <a:pt x="913815" y="934428"/>
                      <a:pt x="900948" y="940862"/>
                    </a:cubicBezTo>
                    <a:cubicBezTo>
                      <a:pt x="886277" y="948197"/>
                      <a:pt x="875081" y="961696"/>
                      <a:pt x="860005" y="968157"/>
                    </a:cubicBezTo>
                    <a:cubicBezTo>
                      <a:pt x="842765" y="975546"/>
                      <a:pt x="822977" y="975219"/>
                      <a:pt x="805414" y="981805"/>
                    </a:cubicBezTo>
                    <a:cubicBezTo>
                      <a:pt x="786365" y="988948"/>
                      <a:pt x="769020" y="1000002"/>
                      <a:pt x="750823" y="1009100"/>
                    </a:cubicBezTo>
                    <a:cubicBezTo>
                      <a:pt x="591599" y="1004551"/>
                      <a:pt x="431946" y="1007989"/>
                      <a:pt x="273151" y="995453"/>
                    </a:cubicBezTo>
                    <a:cubicBezTo>
                      <a:pt x="256799" y="994162"/>
                      <a:pt x="246879" y="975493"/>
                      <a:pt x="232208" y="968157"/>
                    </a:cubicBezTo>
                    <a:cubicBezTo>
                      <a:pt x="219341" y="961723"/>
                      <a:pt x="204913" y="959058"/>
                      <a:pt x="191265" y="954509"/>
                    </a:cubicBezTo>
                    <a:cubicBezTo>
                      <a:pt x="141486" y="805176"/>
                      <a:pt x="220879" y="1031378"/>
                      <a:pt x="150321" y="872623"/>
                    </a:cubicBezTo>
                    <a:cubicBezTo>
                      <a:pt x="138636" y="846331"/>
                      <a:pt x="132124" y="818032"/>
                      <a:pt x="123026" y="790736"/>
                    </a:cubicBezTo>
                    <a:lnTo>
                      <a:pt x="109378" y="749793"/>
                    </a:lnTo>
                    <a:cubicBezTo>
                      <a:pt x="104829" y="736145"/>
                      <a:pt x="98551" y="722957"/>
                      <a:pt x="95730" y="708850"/>
                    </a:cubicBezTo>
                    <a:cubicBezTo>
                      <a:pt x="91181" y="686104"/>
                      <a:pt x="88185" y="662990"/>
                      <a:pt x="82082" y="640611"/>
                    </a:cubicBezTo>
                    <a:cubicBezTo>
                      <a:pt x="74512" y="612853"/>
                      <a:pt x="63885" y="586020"/>
                      <a:pt x="54787" y="558724"/>
                    </a:cubicBezTo>
                    <a:cubicBezTo>
                      <a:pt x="50238" y="508682"/>
                      <a:pt x="49871" y="458082"/>
                      <a:pt x="41139" y="408599"/>
                    </a:cubicBezTo>
                    <a:cubicBezTo>
                      <a:pt x="36139" y="380265"/>
                      <a:pt x="13844" y="326712"/>
                      <a:pt x="13844" y="326712"/>
                    </a:cubicBezTo>
                    <a:cubicBezTo>
                      <a:pt x="8311" y="287981"/>
                      <a:pt x="-14330" y="205201"/>
                      <a:pt x="13844" y="162939"/>
                    </a:cubicBezTo>
                    <a:cubicBezTo>
                      <a:pt x="21824" y="150969"/>
                      <a:pt x="41920" y="155725"/>
                      <a:pt x="54787" y="149291"/>
                    </a:cubicBezTo>
                    <a:cubicBezTo>
                      <a:pt x="69458" y="141956"/>
                      <a:pt x="82082" y="131094"/>
                      <a:pt x="95730" y="121996"/>
                    </a:cubicBezTo>
                    <a:cubicBezTo>
                      <a:pt x="100279" y="108348"/>
                      <a:pt x="100391" y="92287"/>
                      <a:pt x="109378" y="81053"/>
                    </a:cubicBezTo>
                    <a:cubicBezTo>
                      <a:pt x="119625" y="68245"/>
                      <a:pt x="150321" y="53757"/>
                      <a:pt x="150321" y="53757"/>
                    </a:cubicBezTo>
                  </a:path>
                </a:pathLst>
              </a:custGeom>
              <a:solidFill>
                <a:srgbClr val="FF66FF"/>
              </a:solidFill>
              <a:ln>
                <a:solidFill>
                  <a:srgbClr val="FF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smtClean="0"/>
                  <a:t>Human</a:t>
                </a:r>
                <a:endParaRPr lang="en-IN" dirty="0"/>
              </a:p>
            </p:txBody>
          </p:sp>
          <p:sp>
            <p:nvSpPr>
              <p:cNvPr id="36" name="Oval 35"/>
              <p:cNvSpPr/>
              <p:nvPr/>
            </p:nvSpPr>
            <p:spPr>
              <a:xfrm>
                <a:off x="7492620" y="3315003"/>
                <a:ext cx="1111405" cy="1033974"/>
              </a:xfrm>
              <a:prstGeom prst="ellipse">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n</a:t>
                </a:r>
                <a:r>
                  <a:rPr lang="en-US" sz="1600" dirty="0" smtClean="0"/>
                  <a:t>ode 2</a:t>
                </a:r>
                <a:endParaRPr lang="en-IN" sz="1600" dirty="0"/>
              </a:p>
            </p:txBody>
          </p:sp>
          <p:cxnSp>
            <p:nvCxnSpPr>
              <p:cNvPr id="38" name="Straight Arrow Connector 37"/>
              <p:cNvCxnSpPr>
                <a:stCxn id="41" idx="20"/>
                <a:endCxn id="35" idx="27"/>
              </p:cNvCxnSpPr>
              <p:nvPr/>
            </p:nvCxnSpPr>
            <p:spPr>
              <a:xfrm flipV="1">
                <a:off x="3972103" y="4050419"/>
                <a:ext cx="1033183" cy="2966"/>
              </a:xfrm>
              <a:prstGeom prst="straightConnector1">
                <a:avLst/>
              </a:prstGeom>
              <a:ln w="28575">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6124181" y="3999428"/>
                <a:ext cx="1368439" cy="0"/>
              </a:xfrm>
              <a:prstGeom prst="straightConnector1">
                <a:avLst/>
              </a:prstGeom>
              <a:ln w="28575">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grpSp>
        <p:sp>
          <p:nvSpPr>
            <p:cNvPr id="48" name="Rounded Rectangle 47"/>
            <p:cNvSpPr/>
            <p:nvPr/>
          </p:nvSpPr>
          <p:spPr>
            <a:xfrm>
              <a:off x="2866030" y="2224585"/>
              <a:ext cx="6264322" cy="190281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Tree>
    <p:extLst>
      <p:ext uri="{BB962C8B-B14F-4D97-AF65-F5344CB8AC3E}">
        <p14:creationId xmlns:p14="http://schemas.microsoft.com/office/powerpoint/2010/main" val="2219769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sp>
        <p:nvSpPr>
          <p:cNvPr id="33" name="Footer Placeholder 32">
            <a:extLst>
              <a:ext uri="{FF2B5EF4-FFF2-40B4-BE49-F238E27FC236}">
                <a16:creationId xmlns:a16="http://schemas.microsoft.com/office/drawing/2014/main" xmlns="" id="{9EFE9F1A-54D1-5FC8-F649-AA565950307F}"/>
              </a:ext>
            </a:extLst>
          </p:cNvPr>
          <p:cNvSpPr>
            <a:spLocks noGrp="1"/>
          </p:cNvSpPr>
          <p:nvPr>
            <p:ph type="ftr" sz="quarter" idx="11"/>
          </p:nvPr>
        </p:nvSpPr>
        <p:spPr/>
        <p:txBody>
          <a:bodyPr/>
          <a:lstStyle/>
          <a:p>
            <a:r>
              <a:rPr lang="en-US" dirty="0"/>
              <a:t>Navigating the Future of Learning​</a:t>
            </a:r>
          </a:p>
        </p:txBody>
      </p:sp>
      <p:sp>
        <p:nvSpPr>
          <p:cNvPr id="28" name="Rectangle 27"/>
          <p:cNvSpPr/>
          <p:nvPr/>
        </p:nvSpPr>
        <p:spPr>
          <a:xfrm>
            <a:off x="340438" y="337360"/>
            <a:ext cx="2068195" cy="338554"/>
          </a:xfrm>
          <a:prstGeom prst="rect">
            <a:avLst/>
          </a:prstGeom>
          <a:solidFill>
            <a:schemeClr val="accent5">
              <a:lumMod val="20000"/>
              <a:lumOff val="80000"/>
            </a:schemeClr>
          </a:solidFill>
          <a:ln>
            <a:solidFill>
              <a:schemeClr val="bg1">
                <a:lumMod val="85000"/>
              </a:schemeClr>
            </a:solidFill>
          </a:ln>
        </p:spPr>
        <p:txBody>
          <a:bodyPr wrap="none">
            <a:spAutoFit/>
          </a:bodyPr>
          <a:lstStyle/>
          <a:p>
            <a:r>
              <a:rPr lang="en-IN" sz="1600" dirty="0">
                <a:latin typeface="Bahnschrift" pitchFamily="34" charset="0"/>
              </a:rPr>
              <a:t> </a:t>
            </a:r>
            <a:r>
              <a:rPr lang="en-IN" sz="1600" dirty="0" smtClean="0">
                <a:latin typeface="Bahnschrift" pitchFamily="34" charset="0"/>
              </a:rPr>
              <a:t>3: Review Tool Calls</a:t>
            </a:r>
            <a:endParaRPr lang="en-IN" sz="1600" dirty="0">
              <a:latin typeface="Bahnschrift" pitchFamily="34" charset="0"/>
            </a:endParaRPr>
          </a:p>
        </p:txBody>
      </p:sp>
      <p:grpSp>
        <p:nvGrpSpPr>
          <p:cNvPr id="2" name="Group 1"/>
          <p:cNvGrpSpPr/>
          <p:nvPr/>
        </p:nvGrpSpPr>
        <p:grpSpPr>
          <a:xfrm>
            <a:off x="1061833" y="1208169"/>
            <a:ext cx="6264322" cy="1902810"/>
            <a:chOff x="2866030" y="2224585"/>
            <a:chExt cx="6264322" cy="1902810"/>
          </a:xfrm>
        </p:grpSpPr>
        <p:grpSp>
          <p:nvGrpSpPr>
            <p:cNvPr id="49" name="Group 48"/>
            <p:cNvGrpSpPr/>
            <p:nvPr/>
          </p:nvGrpSpPr>
          <p:grpSpPr>
            <a:xfrm>
              <a:off x="2866030" y="2224585"/>
              <a:ext cx="6264322" cy="1902810"/>
              <a:chOff x="2866030" y="2224585"/>
              <a:chExt cx="6264322" cy="1902810"/>
            </a:xfrm>
          </p:grpSpPr>
          <p:grpSp>
            <p:nvGrpSpPr>
              <p:cNvPr id="30" name="Group 29"/>
              <p:cNvGrpSpPr/>
              <p:nvPr/>
            </p:nvGrpSpPr>
            <p:grpSpPr>
              <a:xfrm>
                <a:off x="3029996" y="2867081"/>
                <a:ext cx="4476465" cy="949810"/>
                <a:chOff x="3016155" y="3524523"/>
                <a:chExt cx="4476465" cy="949810"/>
              </a:xfrm>
            </p:grpSpPr>
            <p:grpSp>
              <p:nvGrpSpPr>
                <p:cNvPr id="34" name="Group 33"/>
                <p:cNvGrpSpPr/>
                <p:nvPr/>
              </p:nvGrpSpPr>
              <p:grpSpPr>
                <a:xfrm>
                  <a:off x="3016155" y="3557199"/>
                  <a:ext cx="956473" cy="791777"/>
                  <a:chOff x="4012442" y="3557199"/>
                  <a:chExt cx="956473" cy="791777"/>
                </a:xfrm>
              </p:grpSpPr>
              <p:sp>
                <p:nvSpPr>
                  <p:cNvPr id="41" name="Freeform 40"/>
                  <p:cNvSpPr/>
                  <p:nvPr/>
                </p:nvSpPr>
                <p:spPr>
                  <a:xfrm>
                    <a:off x="4012442" y="3557199"/>
                    <a:ext cx="956473" cy="791777"/>
                  </a:xfrm>
                  <a:custGeom>
                    <a:avLst/>
                    <a:gdLst>
                      <a:gd name="connsiteX0" fmla="*/ 655092 w 887591"/>
                      <a:gd name="connsiteY0" fmla="*/ 59458 h 791777"/>
                      <a:gd name="connsiteX1" fmla="*/ 586854 w 887591"/>
                      <a:gd name="connsiteY1" fmla="*/ 4867 h 791777"/>
                      <a:gd name="connsiteX2" fmla="*/ 286603 w 887591"/>
                      <a:gd name="connsiteY2" fmla="*/ 32162 h 791777"/>
                      <a:gd name="connsiteX3" fmla="*/ 245659 w 887591"/>
                      <a:gd name="connsiteY3" fmla="*/ 45810 h 791777"/>
                      <a:gd name="connsiteX4" fmla="*/ 163773 w 887591"/>
                      <a:gd name="connsiteY4" fmla="*/ 114049 h 791777"/>
                      <a:gd name="connsiteX5" fmla="*/ 81886 w 887591"/>
                      <a:gd name="connsiteY5" fmla="*/ 168640 h 791777"/>
                      <a:gd name="connsiteX6" fmla="*/ 27295 w 887591"/>
                      <a:gd name="connsiteY6" fmla="*/ 250526 h 791777"/>
                      <a:gd name="connsiteX7" fmla="*/ 0 w 887591"/>
                      <a:gd name="connsiteY7" fmla="*/ 359708 h 791777"/>
                      <a:gd name="connsiteX8" fmla="*/ 13648 w 887591"/>
                      <a:gd name="connsiteY8" fmla="*/ 496186 h 791777"/>
                      <a:gd name="connsiteX9" fmla="*/ 40943 w 887591"/>
                      <a:gd name="connsiteY9" fmla="*/ 537129 h 791777"/>
                      <a:gd name="connsiteX10" fmla="*/ 54591 w 887591"/>
                      <a:gd name="connsiteY10" fmla="*/ 578073 h 791777"/>
                      <a:gd name="connsiteX11" fmla="*/ 95534 w 887591"/>
                      <a:gd name="connsiteY11" fmla="*/ 619016 h 791777"/>
                      <a:gd name="connsiteX12" fmla="*/ 163773 w 887591"/>
                      <a:gd name="connsiteY12" fmla="*/ 700902 h 791777"/>
                      <a:gd name="connsiteX13" fmla="*/ 245659 w 887591"/>
                      <a:gd name="connsiteY13" fmla="*/ 741846 h 791777"/>
                      <a:gd name="connsiteX14" fmla="*/ 286603 w 887591"/>
                      <a:gd name="connsiteY14" fmla="*/ 769141 h 791777"/>
                      <a:gd name="connsiteX15" fmla="*/ 450376 w 887591"/>
                      <a:gd name="connsiteY15" fmla="*/ 782789 h 791777"/>
                      <a:gd name="connsiteX16" fmla="*/ 791570 w 887591"/>
                      <a:gd name="connsiteY16" fmla="*/ 741846 h 791777"/>
                      <a:gd name="connsiteX17" fmla="*/ 846161 w 887591"/>
                      <a:gd name="connsiteY17" fmla="*/ 619016 h 791777"/>
                      <a:gd name="connsiteX18" fmla="*/ 859809 w 887591"/>
                      <a:gd name="connsiteY18" fmla="*/ 578073 h 791777"/>
                      <a:gd name="connsiteX19" fmla="*/ 873457 w 887591"/>
                      <a:gd name="connsiteY19" fmla="*/ 537129 h 791777"/>
                      <a:gd name="connsiteX20" fmla="*/ 887104 w 887591"/>
                      <a:gd name="connsiteY20" fmla="*/ 496186 h 791777"/>
                      <a:gd name="connsiteX21" fmla="*/ 859809 w 887591"/>
                      <a:gd name="connsiteY21" fmla="*/ 223231 h 791777"/>
                      <a:gd name="connsiteX22" fmla="*/ 832513 w 887591"/>
                      <a:gd name="connsiteY22" fmla="*/ 182288 h 791777"/>
                      <a:gd name="connsiteX23" fmla="*/ 818865 w 887591"/>
                      <a:gd name="connsiteY23" fmla="*/ 141344 h 791777"/>
                      <a:gd name="connsiteX24" fmla="*/ 777922 w 887591"/>
                      <a:gd name="connsiteY24" fmla="*/ 114049 h 791777"/>
                      <a:gd name="connsiteX25" fmla="*/ 614149 w 887591"/>
                      <a:gd name="connsiteY25" fmla="*/ 73105 h 791777"/>
                      <a:gd name="connsiteX26" fmla="*/ 586854 w 887591"/>
                      <a:gd name="connsiteY26" fmla="*/ 18514 h 791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87591" h="791777">
                        <a:moveTo>
                          <a:pt x="655092" y="59458"/>
                        </a:moveTo>
                        <a:cubicBezTo>
                          <a:pt x="632346" y="41261"/>
                          <a:pt x="615739" y="8635"/>
                          <a:pt x="586854" y="4867"/>
                        </a:cubicBezTo>
                        <a:cubicBezTo>
                          <a:pt x="490965" y="-7640"/>
                          <a:pt x="382221" y="4842"/>
                          <a:pt x="286603" y="32162"/>
                        </a:cubicBezTo>
                        <a:cubicBezTo>
                          <a:pt x="272770" y="36114"/>
                          <a:pt x="258526" y="39376"/>
                          <a:pt x="245659" y="45810"/>
                        </a:cubicBezTo>
                        <a:cubicBezTo>
                          <a:pt x="187134" y="75072"/>
                          <a:pt x="218106" y="71790"/>
                          <a:pt x="163773" y="114049"/>
                        </a:cubicBezTo>
                        <a:cubicBezTo>
                          <a:pt x="137878" y="134190"/>
                          <a:pt x="81886" y="168640"/>
                          <a:pt x="81886" y="168640"/>
                        </a:cubicBezTo>
                        <a:cubicBezTo>
                          <a:pt x="63689" y="195935"/>
                          <a:pt x="33728" y="218358"/>
                          <a:pt x="27295" y="250526"/>
                        </a:cubicBezTo>
                        <a:cubicBezTo>
                          <a:pt x="10827" y="332872"/>
                          <a:pt x="20984" y="296759"/>
                          <a:pt x="0" y="359708"/>
                        </a:cubicBezTo>
                        <a:cubicBezTo>
                          <a:pt x="4549" y="405201"/>
                          <a:pt x="3368" y="451637"/>
                          <a:pt x="13648" y="496186"/>
                        </a:cubicBezTo>
                        <a:cubicBezTo>
                          <a:pt x="17336" y="512168"/>
                          <a:pt x="33608" y="522458"/>
                          <a:pt x="40943" y="537129"/>
                        </a:cubicBezTo>
                        <a:cubicBezTo>
                          <a:pt x="47377" y="549996"/>
                          <a:pt x="46611" y="566103"/>
                          <a:pt x="54591" y="578073"/>
                        </a:cubicBezTo>
                        <a:cubicBezTo>
                          <a:pt x="65297" y="594132"/>
                          <a:pt x="83178" y="604189"/>
                          <a:pt x="95534" y="619016"/>
                        </a:cubicBezTo>
                        <a:cubicBezTo>
                          <a:pt x="144332" y="677573"/>
                          <a:pt x="98529" y="646531"/>
                          <a:pt x="163773" y="700902"/>
                        </a:cubicBezTo>
                        <a:cubicBezTo>
                          <a:pt x="222440" y="749792"/>
                          <a:pt x="184108" y="711071"/>
                          <a:pt x="245659" y="741846"/>
                        </a:cubicBezTo>
                        <a:cubicBezTo>
                          <a:pt x="260330" y="749181"/>
                          <a:pt x="270519" y="765924"/>
                          <a:pt x="286603" y="769141"/>
                        </a:cubicBezTo>
                        <a:cubicBezTo>
                          <a:pt x="340319" y="779884"/>
                          <a:pt x="395785" y="778240"/>
                          <a:pt x="450376" y="782789"/>
                        </a:cubicBezTo>
                        <a:cubicBezTo>
                          <a:pt x="501861" y="780449"/>
                          <a:pt x="710676" y="822741"/>
                          <a:pt x="791570" y="741846"/>
                        </a:cubicBezTo>
                        <a:cubicBezTo>
                          <a:pt x="824009" y="709406"/>
                          <a:pt x="832648" y="659553"/>
                          <a:pt x="846161" y="619016"/>
                        </a:cubicBezTo>
                        <a:lnTo>
                          <a:pt x="859809" y="578073"/>
                        </a:lnTo>
                        <a:lnTo>
                          <a:pt x="873457" y="537129"/>
                        </a:lnTo>
                        <a:lnTo>
                          <a:pt x="887104" y="496186"/>
                        </a:lnTo>
                        <a:cubicBezTo>
                          <a:pt x="886306" y="482624"/>
                          <a:pt x="895413" y="294437"/>
                          <a:pt x="859809" y="223231"/>
                        </a:cubicBezTo>
                        <a:cubicBezTo>
                          <a:pt x="852473" y="208560"/>
                          <a:pt x="841612" y="195936"/>
                          <a:pt x="832513" y="182288"/>
                        </a:cubicBezTo>
                        <a:cubicBezTo>
                          <a:pt x="827964" y="168640"/>
                          <a:pt x="827852" y="152578"/>
                          <a:pt x="818865" y="141344"/>
                        </a:cubicBezTo>
                        <a:cubicBezTo>
                          <a:pt x="808619" y="128536"/>
                          <a:pt x="792163" y="122187"/>
                          <a:pt x="777922" y="114049"/>
                        </a:cubicBezTo>
                        <a:cubicBezTo>
                          <a:pt x="704508" y="72098"/>
                          <a:pt x="718313" y="86126"/>
                          <a:pt x="614149" y="73105"/>
                        </a:cubicBezTo>
                        <a:cubicBezTo>
                          <a:pt x="598467" y="26059"/>
                          <a:pt x="610673" y="42335"/>
                          <a:pt x="586854" y="18514"/>
                        </a:cubicBezTo>
                      </a:path>
                    </a:pathLst>
                  </a:custGeom>
                  <a:solidFill>
                    <a:schemeClr val="accent5">
                      <a:lumMod val="20000"/>
                      <a:lumOff val="80000"/>
                    </a:schemeClr>
                  </a:solidFill>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42" name="TextBox 41"/>
                  <p:cNvSpPr txBox="1"/>
                  <p:nvPr/>
                </p:nvSpPr>
                <p:spPr>
                  <a:xfrm>
                    <a:off x="4133430" y="3768421"/>
                    <a:ext cx="835485" cy="369332"/>
                  </a:xfrm>
                  <a:prstGeom prst="rect">
                    <a:avLst/>
                  </a:prstGeom>
                  <a:noFill/>
                </p:spPr>
                <p:txBody>
                  <a:bodyPr wrap="none" rtlCol="0">
                    <a:spAutoFit/>
                  </a:bodyPr>
                  <a:lstStyle/>
                  <a:p>
                    <a:r>
                      <a:rPr lang="en-US" dirty="0"/>
                      <a:t>n</a:t>
                    </a:r>
                    <a:r>
                      <a:rPr lang="en-US" dirty="0" smtClean="0"/>
                      <a:t>ode 1</a:t>
                    </a:r>
                    <a:endParaRPr lang="en-IN" dirty="0"/>
                  </a:p>
                </p:txBody>
              </p:sp>
            </p:grpSp>
            <p:sp>
              <p:nvSpPr>
                <p:cNvPr id="35" name="Freeform 34"/>
                <p:cNvSpPr/>
                <p:nvPr/>
              </p:nvSpPr>
              <p:spPr>
                <a:xfrm>
                  <a:off x="4955561" y="3524523"/>
                  <a:ext cx="1077822" cy="949810"/>
                </a:xfrm>
                <a:custGeom>
                  <a:avLst/>
                  <a:gdLst>
                    <a:gd name="connsiteX0" fmla="*/ 13844 w 1187551"/>
                    <a:gd name="connsiteY0" fmla="*/ 149291 h 1009100"/>
                    <a:gd name="connsiteX1" fmla="*/ 82082 w 1187551"/>
                    <a:gd name="connsiteY1" fmla="*/ 94700 h 1009100"/>
                    <a:gd name="connsiteX2" fmla="*/ 123026 w 1187551"/>
                    <a:gd name="connsiteY2" fmla="*/ 81053 h 1009100"/>
                    <a:gd name="connsiteX3" fmla="*/ 273151 w 1187551"/>
                    <a:gd name="connsiteY3" fmla="*/ 53757 h 1009100"/>
                    <a:gd name="connsiteX4" fmla="*/ 546106 w 1187551"/>
                    <a:gd name="connsiteY4" fmla="*/ 26462 h 1009100"/>
                    <a:gd name="connsiteX5" fmla="*/ 1078369 w 1187551"/>
                    <a:gd name="connsiteY5" fmla="*/ 81053 h 1009100"/>
                    <a:gd name="connsiteX6" fmla="*/ 1119312 w 1187551"/>
                    <a:gd name="connsiteY6" fmla="*/ 108348 h 1009100"/>
                    <a:gd name="connsiteX7" fmla="*/ 1146608 w 1187551"/>
                    <a:gd name="connsiteY7" fmla="*/ 162939 h 1009100"/>
                    <a:gd name="connsiteX8" fmla="*/ 1160256 w 1187551"/>
                    <a:gd name="connsiteY8" fmla="*/ 217530 h 1009100"/>
                    <a:gd name="connsiteX9" fmla="*/ 1187551 w 1187551"/>
                    <a:gd name="connsiteY9" fmla="*/ 340360 h 1009100"/>
                    <a:gd name="connsiteX10" fmla="*/ 1146608 w 1187551"/>
                    <a:gd name="connsiteY10" fmla="*/ 695202 h 1009100"/>
                    <a:gd name="connsiteX11" fmla="*/ 1132960 w 1187551"/>
                    <a:gd name="connsiteY11" fmla="*/ 736145 h 1009100"/>
                    <a:gd name="connsiteX12" fmla="*/ 1078369 w 1187551"/>
                    <a:gd name="connsiteY12" fmla="*/ 777088 h 1009100"/>
                    <a:gd name="connsiteX13" fmla="*/ 982835 w 1187551"/>
                    <a:gd name="connsiteY13" fmla="*/ 886271 h 1009100"/>
                    <a:gd name="connsiteX14" fmla="*/ 941891 w 1187551"/>
                    <a:gd name="connsiteY14" fmla="*/ 927214 h 1009100"/>
                    <a:gd name="connsiteX15" fmla="*/ 900948 w 1187551"/>
                    <a:gd name="connsiteY15" fmla="*/ 940862 h 1009100"/>
                    <a:gd name="connsiteX16" fmla="*/ 860005 w 1187551"/>
                    <a:gd name="connsiteY16" fmla="*/ 968157 h 1009100"/>
                    <a:gd name="connsiteX17" fmla="*/ 805414 w 1187551"/>
                    <a:gd name="connsiteY17" fmla="*/ 981805 h 1009100"/>
                    <a:gd name="connsiteX18" fmla="*/ 750823 w 1187551"/>
                    <a:gd name="connsiteY18" fmla="*/ 1009100 h 1009100"/>
                    <a:gd name="connsiteX19" fmla="*/ 273151 w 1187551"/>
                    <a:gd name="connsiteY19" fmla="*/ 995453 h 1009100"/>
                    <a:gd name="connsiteX20" fmla="*/ 232208 w 1187551"/>
                    <a:gd name="connsiteY20" fmla="*/ 968157 h 1009100"/>
                    <a:gd name="connsiteX21" fmla="*/ 191265 w 1187551"/>
                    <a:gd name="connsiteY21" fmla="*/ 954509 h 1009100"/>
                    <a:gd name="connsiteX22" fmla="*/ 150321 w 1187551"/>
                    <a:gd name="connsiteY22" fmla="*/ 872623 h 1009100"/>
                    <a:gd name="connsiteX23" fmla="*/ 123026 w 1187551"/>
                    <a:gd name="connsiteY23" fmla="*/ 790736 h 1009100"/>
                    <a:gd name="connsiteX24" fmla="*/ 109378 w 1187551"/>
                    <a:gd name="connsiteY24" fmla="*/ 749793 h 1009100"/>
                    <a:gd name="connsiteX25" fmla="*/ 95730 w 1187551"/>
                    <a:gd name="connsiteY25" fmla="*/ 708850 h 1009100"/>
                    <a:gd name="connsiteX26" fmla="*/ 82082 w 1187551"/>
                    <a:gd name="connsiteY26" fmla="*/ 640611 h 1009100"/>
                    <a:gd name="connsiteX27" fmla="*/ 54787 w 1187551"/>
                    <a:gd name="connsiteY27" fmla="*/ 558724 h 1009100"/>
                    <a:gd name="connsiteX28" fmla="*/ 41139 w 1187551"/>
                    <a:gd name="connsiteY28" fmla="*/ 408599 h 1009100"/>
                    <a:gd name="connsiteX29" fmla="*/ 13844 w 1187551"/>
                    <a:gd name="connsiteY29" fmla="*/ 326712 h 1009100"/>
                    <a:gd name="connsiteX30" fmla="*/ 13844 w 1187551"/>
                    <a:gd name="connsiteY30" fmla="*/ 162939 h 1009100"/>
                    <a:gd name="connsiteX31" fmla="*/ 54787 w 1187551"/>
                    <a:gd name="connsiteY31" fmla="*/ 149291 h 1009100"/>
                    <a:gd name="connsiteX32" fmla="*/ 95730 w 1187551"/>
                    <a:gd name="connsiteY32" fmla="*/ 121996 h 1009100"/>
                    <a:gd name="connsiteX33" fmla="*/ 109378 w 1187551"/>
                    <a:gd name="connsiteY33" fmla="*/ 81053 h 1009100"/>
                    <a:gd name="connsiteX34" fmla="*/ 150321 w 1187551"/>
                    <a:gd name="connsiteY34" fmla="*/ 53757 h 100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187551" h="1009100">
                      <a:moveTo>
                        <a:pt x="13844" y="149291"/>
                      </a:moveTo>
                      <a:cubicBezTo>
                        <a:pt x="36590" y="131094"/>
                        <a:pt x="57380" y="110138"/>
                        <a:pt x="82082" y="94700"/>
                      </a:cubicBezTo>
                      <a:cubicBezTo>
                        <a:pt x="94281" y="87075"/>
                        <a:pt x="109193" y="85005"/>
                        <a:pt x="123026" y="81053"/>
                      </a:cubicBezTo>
                      <a:cubicBezTo>
                        <a:pt x="182370" y="64098"/>
                        <a:pt x="204417" y="62349"/>
                        <a:pt x="273151" y="53757"/>
                      </a:cubicBezTo>
                      <a:cubicBezTo>
                        <a:pt x="375546" y="40957"/>
                        <a:pt x="440796" y="36035"/>
                        <a:pt x="546106" y="26462"/>
                      </a:cubicBezTo>
                      <a:cubicBezTo>
                        <a:pt x="1332107" y="48294"/>
                        <a:pt x="889135" y="-76643"/>
                        <a:pt x="1078369" y="81053"/>
                      </a:cubicBezTo>
                      <a:cubicBezTo>
                        <a:pt x="1090970" y="91554"/>
                        <a:pt x="1105664" y="99250"/>
                        <a:pt x="1119312" y="108348"/>
                      </a:cubicBezTo>
                      <a:cubicBezTo>
                        <a:pt x="1128411" y="126545"/>
                        <a:pt x="1139464" y="143889"/>
                        <a:pt x="1146608" y="162939"/>
                      </a:cubicBezTo>
                      <a:cubicBezTo>
                        <a:pt x="1153194" y="180502"/>
                        <a:pt x="1155103" y="199495"/>
                        <a:pt x="1160256" y="217530"/>
                      </a:cubicBezTo>
                      <a:cubicBezTo>
                        <a:pt x="1187132" y="311597"/>
                        <a:pt x="1162923" y="192596"/>
                        <a:pt x="1187551" y="340360"/>
                      </a:cubicBezTo>
                      <a:cubicBezTo>
                        <a:pt x="1170509" y="698240"/>
                        <a:pt x="1209994" y="526172"/>
                        <a:pt x="1146608" y="695202"/>
                      </a:cubicBezTo>
                      <a:cubicBezTo>
                        <a:pt x="1141557" y="708672"/>
                        <a:pt x="1142170" y="725093"/>
                        <a:pt x="1132960" y="736145"/>
                      </a:cubicBezTo>
                      <a:cubicBezTo>
                        <a:pt x="1118398" y="753619"/>
                        <a:pt x="1096566" y="763440"/>
                        <a:pt x="1078369" y="777088"/>
                      </a:cubicBezTo>
                      <a:cubicBezTo>
                        <a:pt x="980565" y="923796"/>
                        <a:pt x="1068131" y="815191"/>
                        <a:pt x="982835" y="886271"/>
                      </a:cubicBezTo>
                      <a:cubicBezTo>
                        <a:pt x="968008" y="898627"/>
                        <a:pt x="957950" y="916508"/>
                        <a:pt x="941891" y="927214"/>
                      </a:cubicBezTo>
                      <a:cubicBezTo>
                        <a:pt x="929921" y="935194"/>
                        <a:pt x="913815" y="934428"/>
                        <a:pt x="900948" y="940862"/>
                      </a:cubicBezTo>
                      <a:cubicBezTo>
                        <a:pt x="886277" y="948197"/>
                        <a:pt x="875081" y="961696"/>
                        <a:pt x="860005" y="968157"/>
                      </a:cubicBezTo>
                      <a:cubicBezTo>
                        <a:pt x="842765" y="975546"/>
                        <a:pt x="822977" y="975219"/>
                        <a:pt x="805414" y="981805"/>
                      </a:cubicBezTo>
                      <a:cubicBezTo>
                        <a:pt x="786365" y="988948"/>
                        <a:pt x="769020" y="1000002"/>
                        <a:pt x="750823" y="1009100"/>
                      </a:cubicBezTo>
                      <a:cubicBezTo>
                        <a:pt x="591599" y="1004551"/>
                        <a:pt x="431946" y="1007989"/>
                        <a:pt x="273151" y="995453"/>
                      </a:cubicBezTo>
                      <a:cubicBezTo>
                        <a:pt x="256799" y="994162"/>
                        <a:pt x="246879" y="975493"/>
                        <a:pt x="232208" y="968157"/>
                      </a:cubicBezTo>
                      <a:cubicBezTo>
                        <a:pt x="219341" y="961723"/>
                        <a:pt x="204913" y="959058"/>
                        <a:pt x="191265" y="954509"/>
                      </a:cubicBezTo>
                      <a:cubicBezTo>
                        <a:pt x="141486" y="805176"/>
                        <a:pt x="220879" y="1031378"/>
                        <a:pt x="150321" y="872623"/>
                      </a:cubicBezTo>
                      <a:cubicBezTo>
                        <a:pt x="138636" y="846331"/>
                        <a:pt x="132124" y="818032"/>
                        <a:pt x="123026" y="790736"/>
                      </a:cubicBezTo>
                      <a:lnTo>
                        <a:pt x="109378" y="749793"/>
                      </a:lnTo>
                      <a:cubicBezTo>
                        <a:pt x="104829" y="736145"/>
                        <a:pt x="98551" y="722957"/>
                        <a:pt x="95730" y="708850"/>
                      </a:cubicBezTo>
                      <a:cubicBezTo>
                        <a:pt x="91181" y="686104"/>
                        <a:pt x="88185" y="662990"/>
                        <a:pt x="82082" y="640611"/>
                      </a:cubicBezTo>
                      <a:cubicBezTo>
                        <a:pt x="74512" y="612853"/>
                        <a:pt x="63885" y="586020"/>
                        <a:pt x="54787" y="558724"/>
                      </a:cubicBezTo>
                      <a:cubicBezTo>
                        <a:pt x="50238" y="508682"/>
                        <a:pt x="49871" y="458082"/>
                        <a:pt x="41139" y="408599"/>
                      </a:cubicBezTo>
                      <a:cubicBezTo>
                        <a:pt x="36139" y="380265"/>
                        <a:pt x="13844" y="326712"/>
                        <a:pt x="13844" y="326712"/>
                      </a:cubicBezTo>
                      <a:cubicBezTo>
                        <a:pt x="8311" y="287981"/>
                        <a:pt x="-14330" y="205201"/>
                        <a:pt x="13844" y="162939"/>
                      </a:cubicBezTo>
                      <a:cubicBezTo>
                        <a:pt x="21824" y="150969"/>
                        <a:pt x="41920" y="155725"/>
                        <a:pt x="54787" y="149291"/>
                      </a:cubicBezTo>
                      <a:cubicBezTo>
                        <a:pt x="69458" y="141956"/>
                        <a:pt x="82082" y="131094"/>
                        <a:pt x="95730" y="121996"/>
                      </a:cubicBezTo>
                      <a:cubicBezTo>
                        <a:pt x="100279" y="108348"/>
                        <a:pt x="100391" y="92287"/>
                        <a:pt x="109378" y="81053"/>
                      </a:cubicBezTo>
                      <a:cubicBezTo>
                        <a:pt x="119625" y="68245"/>
                        <a:pt x="150321" y="53757"/>
                        <a:pt x="150321" y="53757"/>
                      </a:cubicBezTo>
                    </a:path>
                  </a:pathLst>
                </a:custGeom>
                <a:solidFill>
                  <a:srgbClr val="FF66FF"/>
                </a:solidFill>
                <a:ln>
                  <a:solidFill>
                    <a:srgbClr val="FF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dirty="0" smtClean="0"/>
                    <a:t>Human</a:t>
                  </a:r>
                  <a:endParaRPr lang="en-IN" dirty="0"/>
                </a:p>
              </p:txBody>
            </p:sp>
            <p:cxnSp>
              <p:nvCxnSpPr>
                <p:cNvPr id="38" name="Straight Arrow Connector 37"/>
                <p:cNvCxnSpPr>
                  <a:stCxn id="41" idx="20"/>
                  <a:endCxn id="35" idx="27"/>
                </p:cNvCxnSpPr>
                <p:nvPr/>
              </p:nvCxnSpPr>
              <p:spPr>
                <a:xfrm flipV="1">
                  <a:off x="3972103" y="4050419"/>
                  <a:ext cx="1033183" cy="2966"/>
                </a:xfrm>
                <a:prstGeom prst="straightConnector1">
                  <a:avLst/>
                </a:prstGeom>
                <a:ln w="28575">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6124181" y="3999428"/>
                  <a:ext cx="1368439" cy="0"/>
                </a:xfrm>
                <a:prstGeom prst="straightConnector1">
                  <a:avLst/>
                </a:prstGeom>
                <a:ln w="28575">
                  <a:solidFill>
                    <a:schemeClr val="tx1"/>
                  </a:solidFill>
                  <a:prstDash val="sysDash"/>
                  <a:tailEnd type="arrow"/>
                </a:ln>
              </p:spPr>
              <p:style>
                <a:lnRef idx="1">
                  <a:schemeClr val="accent1"/>
                </a:lnRef>
                <a:fillRef idx="0">
                  <a:schemeClr val="accent1"/>
                </a:fillRef>
                <a:effectRef idx="0">
                  <a:schemeClr val="accent1"/>
                </a:effectRef>
                <a:fontRef idx="minor">
                  <a:schemeClr val="tx1"/>
                </a:fontRef>
              </p:style>
            </p:cxnSp>
          </p:grpSp>
          <p:sp>
            <p:nvSpPr>
              <p:cNvPr id="48" name="Rounded Rectangle 47"/>
              <p:cNvSpPr/>
              <p:nvPr/>
            </p:nvSpPr>
            <p:spPr>
              <a:xfrm>
                <a:off x="2866030" y="2224585"/>
                <a:ext cx="6264322" cy="190281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546" y="2809870"/>
              <a:ext cx="895350"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 name="Rectangle 2"/>
          <p:cNvSpPr/>
          <p:nvPr/>
        </p:nvSpPr>
        <p:spPr>
          <a:xfrm>
            <a:off x="836420" y="3563792"/>
            <a:ext cx="11200905" cy="830997"/>
          </a:xfrm>
          <a:prstGeom prst="rect">
            <a:avLst/>
          </a:prstGeom>
        </p:spPr>
        <p:txBody>
          <a:bodyPr wrap="square">
            <a:spAutoFit/>
          </a:bodyPr>
          <a:lstStyle/>
          <a:p>
            <a:r>
              <a:rPr lang="en-US" sz="1600" dirty="0"/>
              <a:t>A human can review and edit the output from LLM </a:t>
            </a:r>
            <a:r>
              <a:rPr lang="en-US" sz="1600" dirty="0" smtClean="0"/>
              <a:t>proceeding</a:t>
            </a:r>
            <a:endParaRPr lang="en-US" sz="1600" dirty="0"/>
          </a:p>
          <a:p>
            <a:endParaRPr lang="en-US" sz="1600" dirty="0"/>
          </a:p>
          <a:p>
            <a:r>
              <a:rPr lang="en-US" sz="1600" dirty="0"/>
              <a:t>This is particularly critical in application where the tool calls requested by the LLM may be sensitive or require human oversight</a:t>
            </a:r>
            <a:endParaRPr lang="en-IN" sz="1600" dirty="0"/>
          </a:p>
        </p:txBody>
      </p:sp>
    </p:spTree>
    <p:extLst>
      <p:ext uri="{BB962C8B-B14F-4D97-AF65-F5344CB8AC3E}">
        <p14:creationId xmlns:p14="http://schemas.microsoft.com/office/powerpoint/2010/main" val="3158028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sp>
        <p:nvSpPr>
          <p:cNvPr id="33" name="Footer Placeholder 32">
            <a:extLst>
              <a:ext uri="{FF2B5EF4-FFF2-40B4-BE49-F238E27FC236}">
                <a16:creationId xmlns:a16="http://schemas.microsoft.com/office/drawing/2014/main" xmlns="" id="{9EFE9F1A-54D1-5FC8-F649-AA565950307F}"/>
              </a:ext>
            </a:extLst>
          </p:cNvPr>
          <p:cNvSpPr>
            <a:spLocks noGrp="1"/>
          </p:cNvSpPr>
          <p:nvPr>
            <p:ph type="ftr" sz="quarter" idx="11"/>
          </p:nvPr>
        </p:nvSpPr>
        <p:spPr/>
        <p:txBody>
          <a:bodyPr/>
          <a:lstStyle/>
          <a:p>
            <a:r>
              <a:rPr lang="en-US" dirty="0"/>
              <a:t>Navigating the Future of Learning​</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5461" y="42718"/>
            <a:ext cx="5721752" cy="3148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5461" y="3321541"/>
            <a:ext cx="6543038" cy="3383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6891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grpSp>
        <p:nvGrpSpPr>
          <p:cNvPr id="21" name="Group 20"/>
          <p:cNvGrpSpPr/>
          <p:nvPr/>
        </p:nvGrpSpPr>
        <p:grpSpPr>
          <a:xfrm>
            <a:off x="484489" y="284026"/>
            <a:ext cx="10877266" cy="5647084"/>
            <a:chOff x="504966" y="431943"/>
            <a:chExt cx="10877266" cy="5647084"/>
          </a:xfrm>
        </p:grpSpPr>
        <p:grpSp>
          <p:nvGrpSpPr>
            <p:cNvPr id="18" name="Group 17"/>
            <p:cNvGrpSpPr/>
            <p:nvPr/>
          </p:nvGrpSpPr>
          <p:grpSpPr>
            <a:xfrm>
              <a:off x="504966" y="431943"/>
              <a:ext cx="10877266" cy="5647084"/>
              <a:chOff x="504966" y="431943"/>
              <a:chExt cx="10877266" cy="5647084"/>
            </a:xfrm>
          </p:grpSpPr>
          <p:grpSp>
            <p:nvGrpSpPr>
              <p:cNvPr id="14" name="Group 13"/>
              <p:cNvGrpSpPr/>
              <p:nvPr/>
            </p:nvGrpSpPr>
            <p:grpSpPr>
              <a:xfrm>
                <a:off x="504966" y="431943"/>
                <a:ext cx="10877266" cy="5647084"/>
                <a:chOff x="504967" y="671829"/>
                <a:chExt cx="10877266" cy="5647084"/>
              </a:xfrm>
            </p:grpSpPr>
            <p:grpSp>
              <p:nvGrpSpPr>
                <p:cNvPr id="11" name="Group 10"/>
                <p:cNvGrpSpPr/>
                <p:nvPr/>
              </p:nvGrpSpPr>
              <p:grpSpPr>
                <a:xfrm>
                  <a:off x="504967" y="671829"/>
                  <a:ext cx="10877266" cy="5647084"/>
                  <a:chOff x="504967" y="671829"/>
                  <a:chExt cx="10877266" cy="4067032"/>
                </a:xfrm>
              </p:grpSpPr>
              <p:grpSp>
                <p:nvGrpSpPr>
                  <p:cNvPr id="10" name="Group 9"/>
                  <p:cNvGrpSpPr/>
                  <p:nvPr/>
                </p:nvGrpSpPr>
                <p:grpSpPr>
                  <a:xfrm>
                    <a:off x="504967" y="671829"/>
                    <a:ext cx="10877266" cy="4067032"/>
                    <a:chOff x="600502" y="1856096"/>
                    <a:chExt cx="10877266" cy="4067032"/>
                  </a:xfrm>
                </p:grpSpPr>
                <p:sp>
                  <p:nvSpPr>
                    <p:cNvPr id="5" name="Rectangle 4"/>
                    <p:cNvSpPr/>
                    <p:nvPr/>
                  </p:nvSpPr>
                  <p:spPr>
                    <a:xfrm>
                      <a:off x="600502" y="1856096"/>
                      <a:ext cx="10877266" cy="4067032"/>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9" name="Group 8"/>
                    <p:cNvGrpSpPr/>
                    <p:nvPr/>
                  </p:nvGrpSpPr>
                  <p:grpSpPr>
                    <a:xfrm>
                      <a:off x="696036" y="2095098"/>
                      <a:ext cx="10686197" cy="3566925"/>
                      <a:chOff x="696036" y="2095098"/>
                      <a:chExt cx="10686197" cy="3566925"/>
                    </a:xfrm>
                  </p:grpSpPr>
                  <p:sp>
                    <p:nvSpPr>
                      <p:cNvPr id="7" name="TextBox 6"/>
                      <p:cNvSpPr txBox="1"/>
                      <p:nvPr/>
                    </p:nvSpPr>
                    <p:spPr>
                      <a:xfrm>
                        <a:off x="696036" y="2095098"/>
                        <a:ext cx="10686197" cy="461665"/>
                      </a:xfrm>
                      <a:prstGeom prst="rect">
                        <a:avLst/>
                      </a:prstGeom>
                      <a:solidFill>
                        <a:schemeClr val="bg2">
                          <a:lumMod val="25000"/>
                        </a:schemeClr>
                      </a:solidFill>
                      <a:ln>
                        <a:solidFill>
                          <a:srgbClr val="00B0F0"/>
                        </a:solidFill>
                      </a:ln>
                    </p:spPr>
                    <p:txBody>
                      <a:bodyPr wrap="square" rtlCol="0">
                        <a:spAutoFit/>
                      </a:bodyPr>
                      <a:lstStyle/>
                      <a:p>
                        <a:pPr algn="ctr"/>
                        <a:r>
                          <a:rPr lang="en-US" sz="2400" dirty="0" smtClean="0">
                            <a:solidFill>
                              <a:schemeClr val="bg1"/>
                            </a:solidFill>
                          </a:rPr>
                          <a:t>Human In The Loop</a:t>
                        </a:r>
                        <a:endParaRPr lang="en-IN" sz="2400" dirty="0">
                          <a:solidFill>
                            <a:schemeClr val="bg1"/>
                          </a:solidFill>
                        </a:endParaRPr>
                      </a:p>
                    </p:txBody>
                  </p:sp>
                  <p:sp>
                    <p:nvSpPr>
                      <p:cNvPr id="6" name="Rectangle 1"/>
                      <p:cNvSpPr>
                        <a:spLocks noChangeArrowheads="1"/>
                      </p:cNvSpPr>
                      <p:nvPr/>
                    </p:nvSpPr>
                    <p:spPr bwMode="auto">
                      <a:xfrm>
                        <a:off x="696036" y="3144279"/>
                        <a:ext cx="3643952" cy="1145135"/>
                      </a:xfrm>
                      <a:prstGeom prst="rect">
                        <a:avLst/>
                      </a:prstGeom>
                      <a:solidFill>
                        <a:schemeClr val="bg2">
                          <a:lumMod val="25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lvl="1" fontAlgn="base">
                          <a:spcBef>
                            <a:spcPct val="0"/>
                          </a:spcBef>
                          <a:spcAft>
                            <a:spcPct val="0"/>
                          </a:spcAft>
                        </a:pPr>
                        <a:r>
                          <a:rPr lang="en-US" sz="1600" dirty="0" smtClean="0">
                            <a:solidFill>
                              <a:srgbClr val="CCCCCC"/>
                            </a:solidFill>
                            <a:cs typeface="Arial" pitchFamily="34" charset="0"/>
                          </a:rPr>
                          <a:t>app</a:t>
                        </a:r>
                        <a:r>
                          <a:rPr kumimoji="0" lang="en-US" sz="1600" b="0" i="0" u="none" strike="noStrike" cap="none" normalizeH="0" baseline="0" dirty="0" smtClean="0">
                            <a:ln>
                              <a:noFill/>
                            </a:ln>
                            <a:solidFill>
                              <a:srgbClr val="CCCCCC"/>
                            </a:solidFill>
                            <a:effectLst/>
                            <a:cs typeface="Arial" pitchFamily="34" charset="0"/>
                          </a:rPr>
                          <a:t>=graph.</a:t>
                        </a:r>
                        <a:r>
                          <a:rPr kumimoji="0" lang="en-US" sz="1600" b="0" i="0" u="none" strike="noStrike" cap="none" normalizeH="0" baseline="0" dirty="0" smtClean="0">
                            <a:ln>
                              <a:noFill/>
                            </a:ln>
                            <a:solidFill>
                              <a:srgbClr val="CC99CD"/>
                            </a:solidFill>
                            <a:effectLst/>
                            <a:cs typeface="Arial" pitchFamily="34" charset="0"/>
                          </a:rPr>
                          <a:t>compile</a:t>
                        </a:r>
                        <a:r>
                          <a:rPr kumimoji="0" lang="en-US" sz="1600" b="0" i="0" u="none" strike="noStrike" cap="none" normalizeH="0" baseline="0" dirty="0" smtClean="0">
                            <a:ln>
                              <a:noFill/>
                            </a:ln>
                            <a:solidFill>
                              <a:srgbClr val="CCCCCC"/>
                            </a:solidFill>
                            <a:effectLst/>
                            <a:cs typeface="Arial" pitchFamily="34" charset="0"/>
                          </a:rPr>
                          <a:t>(</a:t>
                        </a:r>
                      </a:p>
                      <a:p>
                        <a:pPr lvl="2" fontAlgn="base">
                          <a:spcBef>
                            <a:spcPct val="0"/>
                          </a:spcBef>
                          <a:spcAft>
                            <a:spcPct val="0"/>
                          </a:spcAft>
                        </a:pPr>
                        <a:r>
                          <a:rPr kumimoji="0" lang="en-US" sz="1600" b="0" i="0" u="none" strike="noStrike" cap="none" normalizeH="0" baseline="0" dirty="0" smtClean="0">
                            <a:ln>
                              <a:noFill/>
                            </a:ln>
                            <a:solidFill>
                              <a:srgbClr val="CCCCCC"/>
                            </a:solidFill>
                            <a:effectLst/>
                            <a:cs typeface="Arial" pitchFamily="34" charset="0"/>
                          </a:rPr>
                          <a:t>checkpointer</a:t>
                        </a:r>
                        <a:r>
                          <a:rPr kumimoji="0" lang="en-US" sz="1600" b="0" i="0" u="none" strike="noStrike" cap="none" normalizeH="0" baseline="0" dirty="0" smtClean="0">
                            <a:ln>
                              <a:noFill/>
                            </a:ln>
                            <a:solidFill>
                              <a:srgbClr val="67CDCC"/>
                            </a:solidFill>
                            <a:effectLst/>
                            <a:cs typeface="Arial" pitchFamily="34" charset="0"/>
                          </a:rPr>
                          <a:t>=</a:t>
                        </a:r>
                        <a:r>
                          <a:rPr kumimoji="0" lang="en-US" sz="1600" b="0" i="0" u="none" strike="noStrike" cap="none" normalizeH="0" baseline="0" dirty="0" smtClean="0">
                            <a:ln>
                              <a:noFill/>
                            </a:ln>
                            <a:solidFill>
                              <a:srgbClr val="CCCCCC"/>
                            </a:solidFill>
                            <a:effectLst/>
                            <a:cs typeface="Arial" pitchFamily="34" charset="0"/>
                          </a:rPr>
                          <a:t>memory, interrupt_before</a:t>
                        </a:r>
                        <a:r>
                          <a:rPr kumimoji="0" lang="en-US" sz="1600" b="0" i="0" u="none" strike="noStrike" cap="none" normalizeH="0" baseline="0" dirty="0" smtClean="0">
                            <a:ln>
                              <a:noFill/>
                            </a:ln>
                            <a:solidFill>
                              <a:srgbClr val="67CDCC"/>
                            </a:solidFill>
                            <a:effectLst/>
                            <a:cs typeface="Arial" pitchFamily="34" charset="0"/>
                          </a:rPr>
                          <a:t>=</a:t>
                        </a:r>
                        <a:r>
                          <a:rPr kumimoji="0" lang="en-US" sz="1600" b="0" i="0" u="none" strike="noStrike" cap="none" normalizeH="0" baseline="0" dirty="0" smtClean="0">
                            <a:ln>
                              <a:noFill/>
                            </a:ln>
                            <a:solidFill>
                              <a:srgbClr val="CCCCCC"/>
                            </a:solidFill>
                            <a:effectLst/>
                            <a:cs typeface="Arial" pitchFamily="34" charset="0"/>
                          </a:rPr>
                          <a:t>[</a:t>
                        </a:r>
                        <a:r>
                          <a:rPr kumimoji="0" lang="en-US" sz="1600" b="0" i="0" u="none" strike="noStrike" cap="none" normalizeH="0" baseline="0" dirty="0" smtClean="0">
                            <a:ln>
                              <a:noFill/>
                            </a:ln>
                            <a:solidFill>
                              <a:srgbClr val="7EC699"/>
                            </a:solidFill>
                            <a:effectLst/>
                            <a:cs typeface="Arial" pitchFamily="34" charset="0"/>
                          </a:rPr>
                          <a:t>"tools"</a:t>
                        </a:r>
                        <a:r>
                          <a:rPr kumimoji="0" lang="en-US" sz="1600" b="0" i="0" u="none" strike="noStrike" cap="none" normalizeH="0" baseline="0" dirty="0" smtClean="0">
                            <a:ln>
                              <a:noFill/>
                            </a:ln>
                            <a:solidFill>
                              <a:srgbClr val="CCCCCC"/>
                            </a:solidFill>
                            <a:effectLst/>
                            <a:cs typeface="Arial" pitchFamily="34" charset="0"/>
                          </a:rPr>
                          <a:t>]</a:t>
                        </a:r>
                      </a:p>
                      <a:p>
                        <a:pPr lvl="2" fontAlgn="base">
                          <a:spcBef>
                            <a:spcPct val="0"/>
                          </a:spcBef>
                          <a:spcAft>
                            <a:spcPct val="0"/>
                          </a:spcAft>
                        </a:pPr>
                        <a:r>
                          <a:rPr kumimoji="0" lang="en-US" sz="1600" b="0" i="0" u="none" strike="noStrike" cap="none" normalizeH="0" baseline="0" dirty="0" smtClean="0">
                            <a:ln>
                              <a:noFill/>
                            </a:ln>
                            <a:solidFill>
                              <a:srgbClr val="CCCCCC"/>
                            </a:solidFill>
                            <a:effectLst/>
                            <a:cs typeface="Arial" pitchFamily="34" charset="0"/>
                          </a:rPr>
                          <a:t>)</a:t>
                        </a:r>
                        <a:r>
                          <a:rPr kumimoji="0" lang="en-US" sz="1600" b="0" i="0" u="none" strike="noStrike" cap="none" normalizeH="0" baseline="0" dirty="0" smtClean="0">
                            <a:ln>
                              <a:noFill/>
                            </a:ln>
                            <a:solidFill>
                              <a:schemeClr val="tx1"/>
                            </a:solidFill>
                            <a:effectLst/>
                            <a:cs typeface="Arial" pitchFamily="34" charset="0"/>
                          </a:rPr>
                          <a:t> </a:t>
                        </a:r>
                      </a:p>
                    </p:txBody>
                  </p:sp>
                  <p:sp>
                    <p:nvSpPr>
                      <p:cNvPr id="8" name="TextBox 7"/>
                      <p:cNvSpPr txBox="1"/>
                      <p:nvPr/>
                    </p:nvSpPr>
                    <p:spPr>
                      <a:xfrm>
                        <a:off x="818867" y="5292691"/>
                        <a:ext cx="2509213" cy="369332"/>
                      </a:xfrm>
                      <a:prstGeom prst="rect">
                        <a:avLst/>
                      </a:prstGeom>
                      <a:noFill/>
                      <a:ln>
                        <a:solidFill>
                          <a:srgbClr val="92D050"/>
                        </a:solidFill>
                      </a:ln>
                    </p:spPr>
                    <p:txBody>
                      <a:bodyPr wrap="none" rtlCol="0">
                        <a:spAutoFit/>
                      </a:bodyPr>
                      <a:lstStyle/>
                      <a:p>
                        <a:r>
                          <a:rPr lang="en-US" dirty="0" smtClean="0">
                            <a:solidFill>
                              <a:schemeClr val="bg1"/>
                            </a:solidFill>
                          </a:rPr>
                          <a:t>Interrupt in compile step</a:t>
                        </a:r>
                        <a:endParaRPr lang="en-IN" dirty="0">
                          <a:solidFill>
                            <a:schemeClr val="bg1"/>
                          </a:solidFill>
                        </a:endParaRPr>
                      </a:p>
                    </p:txBody>
                  </p:sp>
                </p:grpSp>
              </p:grpSp>
              <p:sp>
                <p:nvSpPr>
                  <p:cNvPr id="12" name="TextBox 11"/>
                  <p:cNvSpPr txBox="1"/>
                  <p:nvPr/>
                </p:nvSpPr>
                <p:spPr>
                  <a:xfrm>
                    <a:off x="6266597" y="4132349"/>
                    <a:ext cx="3438570" cy="338554"/>
                  </a:xfrm>
                  <a:prstGeom prst="rect">
                    <a:avLst/>
                  </a:prstGeom>
                  <a:noFill/>
                  <a:ln>
                    <a:solidFill>
                      <a:srgbClr val="92D050"/>
                    </a:solidFill>
                  </a:ln>
                </p:spPr>
                <p:txBody>
                  <a:bodyPr wrap="none" rtlCol="0">
                    <a:spAutoFit/>
                  </a:bodyPr>
                  <a:lstStyle/>
                  <a:p>
                    <a:r>
                      <a:rPr lang="en-US" sz="1600" dirty="0" smtClean="0">
                        <a:solidFill>
                          <a:schemeClr val="bg1"/>
                        </a:solidFill>
                      </a:rPr>
                      <a:t>Interrupt function with Command class</a:t>
                    </a:r>
                    <a:endParaRPr lang="en-IN" sz="1600" dirty="0">
                      <a:solidFill>
                        <a:schemeClr val="bg1"/>
                      </a:solidFill>
                    </a:endParaRPr>
                  </a:p>
                </p:txBody>
              </p:sp>
              <p:sp>
                <p:nvSpPr>
                  <p:cNvPr id="13" name="Rectangle 12"/>
                  <p:cNvSpPr>
                    <a:spLocks noChangeArrowheads="1"/>
                  </p:cNvSpPr>
                  <p:nvPr/>
                </p:nvSpPr>
                <p:spPr bwMode="auto">
                  <a:xfrm>
                    <a:off x="5377216" y="1667624"/>
                    <a:ext cx="5909481" cy="1729910"/>
                  </a:xfrm>
                  <a:prstGeom prst="rect">
                    <a:avLst/>
                  </a:prstGeom>
                  <a:solidFill>
                    <a:schemeClr val="bg2">
                      <a:lumMod val="25000"/>
                    </a:schemeClr>
                  </a:solidFill>
                  <a:ln>
                    <a:noFill/>
                  </a:ln>
                  <a:effectLst/>
                </p:spPr>
                <p:txBody>
                  <a:bodyPr vert="horz" wrap="square" lIns="0" tIns="79350" rIns="0" bIns="79350" numCol="1" anchor="ctr" anchorCtr="0" compatLnSpc="1">
                    <a:prstTxWarp prst="textNoShape">
                      <a:avLst/>
                    </a:prstTxWarp>
                    <a:spAutoFit/>
                  </a:bodyPr>
                  <a:lstStyle/>
                  <a:p>
                    <a:pPr lvl="1" fontAlgn="base">
                      <a:spcBef>
                        <a:spcPct val="0"/>
                      </a:spcBef>
                      <a:spcAft>
                        <a:spcPct val="0"/>
                      </a:spcAft>
                    </a:pPr>
                    <a:r>
                      <a:rPr lang="en-US" sz="1700" dirty="0" smtClean="0">
                        <a:solidFill>
                          <a:srgbClr val="CCCCCC"/>
                        </a:solidFill>
                        <a:cs typeface="Arial" pitchFamily="34" charset="0"/>
                      </a:rPr>
                      <a:t>Human_review</a:t>
                    </a:r>
                    <a:r>
                      <a:rPr kumimoji="0" lang="en-US" sz="1700" b="0" i="0" u="none" strike="noStrike" cap="none" normalizeH="0" baseline="0" dirty="0" smtClean="0">
                        <a:ln>
                          <a:noFill/>
                        </a:ln>
                        <a:solidFill>
                          <a:srgbClr val="67CDCC"/>
                        </a:solidFill>
                        <a:effectLst/>
                        <a:cs typeface="Arial" pitchFamily="34" charset="0"/>
                      </a:rPr>
                      <a:t>=</a:t>
                    </a:r>
                    <a:r>
                      <a:rPr kumimoji="0" lang="en-US" sz="1700" b="0" i="0" u="none" strike="noStrike" cap="none" normalizeH="0" baseline="0" dirty="0" smtClean="0">
                        <a:ln>
                          <a:noFill/>
                        </a:ln>
                        <a:solidFill>
                          <a:srgbClr val="CCCCCC"/>
                        </a:solidFill>
                        <a:effectLst/>
                        <a:cs typeface="Arial" pitchFamily="34" charset="0"/>
                      </a:rPr>
                      <a:t> interrupt( </a:t>
                    </a:r>
                  </a:p>
                  <a:p>
                    <a:pPr lvl="2" fontAlgn="base">
                      <a:spcBef>
                        <a:spcPct val="0"/>
                      </a:spcBef>
                      <a:spcAft>
                        <a:spcPct val="0"/>
                      </a:spcAft>
                    </a:pPr>
                    <a:r>
                      <a:rPr kumimoji="0" lang="en-US" sz="1700" b="0" i="0" u="none" strike="noStrike" cap="none" normalizeH="0" baseline="0" dirty="0" smtClean="0">
                        <a:ln>
                          <a:noFill/>
                        </a:ln>
                        <a:solidFill>
                          <a:srgbClr val="CCCCCC"/>
                        </a:solidFill>
                        <a:effectLst/>
                        <a:cs typeface="Arial" pitchFamily="34" charset="0"/>
                      </a:rPr>
                      <a:t>{ </a:t>
                    </a:r>
                  </a:p>
                  <a:p>
                    <a:pPr lvl="3" fontAlgn="base">
                      <a:spcBef>
                        <a:spcPct val="0"/>
                      </a:spcBef>
                      <a:spcAft>
                        <a:spcPct val="0"/>
                      </a:spcAft>
                    </a:pPr>
                    <a:r>
                      <a:rPr kumimoji="0" lang="en-US" sz="1700" b="0" i="0" u="none" strike="noStrike" cap="none" normalizeH="0" baseline="0" dirty="0" smtClean="0">
                        <a:ln>
                          <a:noFill/>
                        </a:ln>
                        <a:solidFill>
                          <a:srgbClr val="7EC699"/>
                        </a:solidFill>
                        <a:effectLst/>
                        <a:cs typeface="Arial" pitchFamily="34" charset="0"/>
                      </a:rPr>
                      <a:t>"generated_post"</a:t>
                    </a:r>
                    <a:r>
                      <a:rPr kumimoji="0" lang="en-US" sz="1700" b="0" i="0" u="none" strike="noStrike" cap="none" normalizeH="0" baseline="0" dirty="0" smtClean="0">
                        <a:ln>
                          <a:noFill/>
                        </a:ln>
                        <a:solidFill>
                          <a:srgbClr val="CCCCCC"/>
                        </a:solidFill>
                        <a:effectLst/>
                        <a:cs typeface="Arial" pitchFamily="34" charset="0"/>
                      </a:rPr>
                      <a:t>: generated_post, </a:t>
                    </a:r>
                    <a:r>
                      <a:rPr kumimoji="0" lang="en-US" sz="1700" b="0" i="0" u="none" strike="noStrike" cap="none" normalizeH="0" baseline="0" dirty="0" smtClean="0">
                        <a:ln>
                          <a:noFill/>
                        </a:ln>
                        <a:solidFill>
                          <a:srgbClr val="7EC699"/>
                        </a:solidFill>
                        <a:effectLst/>
                        <a:cs typeface="Arial" pitchFamily="34" charset="0"/>
                      </a:rPr>
                      <a:t>"message"</a:t>
                    </a:r>
                    <a:r>
                      <a:rPr kumimoji="0" lang="en-US" sz="1700" b="0" i="0" u="none" strike="noStrike" cap="none" normalizeH="0" baseline="0" dirty="0" smtClean="0">
                        <a:ln>
                          <a:noFill/>
                        </a:ln>
                        <a:solidFill>
                          <a:srgbClr val="CCCCCC"/>
                        </a:solidFill>
                        <a:effectLst/>
                        <a:cs typeface="Arial" pitchFamily="34" charset="0"/>
                      </a:rPr>
                      <a:t>: </a:t>
                    </a:r>
                    <a:r>
                      <a:rPr kumimoji="0" lang="en-US" sz="1700" b="0" i="0" u="none" strike="noStrike" cap="none" normalizeH="0" baseline="0" dirty="0" smtClean="0">
                        <a:ln>
                          <a:noFill/>
                        </a:ln>
                        <a:solidFill>
                          <a:srgbClr val="7EC699"/>
                        </a:solidFill>
                        <a:effectLst/>
                        <a:cs typeface="Arial" pitchFamily="34" charset="0"/>
                      </a:rPr>
                      <a:t>"Provide feedback or type 'done' to finish“</a:t>
                    </a:r>
                  </a:p>
                  <a:p>
                    <a:pPr lvl="2" fontAlgn="base">
                      <a:spcBef>
                        <a:spcPct val="0"/>
                      </a:spcBef>
                      <a:spcAft>
                        <a:spcPct val="0"/>
                      </a:spcAft>
                    </a:pPr>
                    <a:r>
                      <a:rPr kumimoji="0" lang="en-US" sz="1700" b="0" i="0" u="none" strike="noStrike" cap="none" normalizeH="0" baseline="0" dirty="0" smtClean="0">
                        <a:ln>
                          <a:noFill/>
                        </a:ln>
                        <a:solidFill>
                          <a:srgbClr val="CCCCCC"/>
                        </a:solidFill>
                        <a:effectLst/>
                        <a:cs typeface="Arial" pitchFamily="34" charset="0"/>
                      </a:rPr>
                      <a:t> }</a:t>
                    </a:r>
                  </a:p>
                  <a:p>
                    <a:pPr lvl="1" fontAlgn="base">
                      <a:spcBef>
                        <a:spcPct val="0"/>
                      </a:spcBef>
                      <a:spcAft>
                        <a:spcPct val="0"/>
                      </a:spcAft>
                    </a:pPr>
                    <a:r>
                      <a:rPr kumimoji="0" lang="en-US" sz="1700" b="0" i="0" u="none" strike="noStrike" cap="none" normalizeH="0" baseline="0" dirty="0" smtClean="0">
                        <a:ln>
                          <a:noFill/>
                        </a:ln>
                        <a:solidFill>
                          <a:schemeClr val="bg1"/>
                        </a:solidFill>
                        <a:effectLst/>
                        <a:cs typeface="Arial" pitchFamily="34" charset="0"/>
                      </a:rPr>
                      <a:t> )</a:t>
                    </a:r>
                  </a:p>
                </p:txBody>
              </p:sp>
            </p:grpSp>
            <p:sp>
              <p:nvSpPr>
                <p:cNvPr id="15" name="Rectangle 14"/>
                <p:cNvSpPr>
                  <a:spLocks noChangeArrowheads="1"/>
                </p:cNvSpPr>
                <p:nvPr/>
              </p:nvSpPr>
              <p:spPr bwMode="auto">
                <a:xfrm>
                  <a:off x="5734000" y="4258413"/>
                  <a:ext cx="3562067" cy="652692"/>
                </a:xfrm>
                <a:prstGeom prst="rect">
                  <a:avLst/>
                </a:prstGeom>
                <a:solidFill>
                  <a:schemeClr val="bg2">
                    <a:lumMod val="25000"/>
                  </a:schemeClr>
                </a:solidFill>
                <a:ln>
                  <a:noFill/>
                </a:ln>
                <a:effectLst/>
              </p:spPr>
              <p:txBody>
                <a:bodyPr vert="horz" wrap="square" lIns="0" tIns="79350" rIns="0" bIns="7935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accent2"/>
                      </a:solidFill>
                      <a:effectLst/>
                      <a:cs typeface="Arial" pitchFamily="34" charset="0"/>
                    </a:rPr>
                    <a:t>If</a:t>
                  </a:r>
                  <a:r>
                    <a:rPr kumimoji="0" lang="en-US" sz="1600" b="0" i="0" u="none" strike="noStrike" cap="none" normalizeH="0" baseline="0" dirty="0" smtClean="0">
                      <a:ln>
                        <a:noFill/>
                      </a:ln>
                      <a:solidFill>
                        <a:srgbClr val="CCCCCC"/>
                      </a:solidFill>
                      <a:effectLst/>
                      <a:cs typeface="Arial" pitchFamily="34" charset="0"/>
                    </a:rPr>
                    <a:t> </a:t>
                  </a:r>
                  <a:r>
                    <a:rPr kumimoji="0" lang="en-US" sz="1600" b="0" i="0" u="none" strike="noStrike" cap="none" normalizeH="0" dirty="0" smtClean="0">
                      <a:ln>
                        <a:noFill/>
                      </a:ln>
                      <a:solidFill>
                        <a:srgbClr val="CCCCCC"/>
                      </a:solidFill>
                      <a:effectLst/>
                      <a:cs typeface="Arial" pitchFamily="34" charset="0"/>
                    </a:rPr>
                    <a:t> </a:t>
                  </a:r>
                  <a:r>
                    <a:rPr kumimoji="0" lang="en-US" sz="1600" b="0" i="0" u="none" strike="noStrike" cap="none" normalizeH="0" baseline="0" dirty="0" smtClean="0">
                      <a:ln>
                        <a:noFill/>
                      </a:ln>
                      <a:solidFill>
                        <a:srgbClr val="CCCCCC"/>
                      </a:solidFill>
                      <a:effectLst/>
                      <a:cs typeface="Arial" pitchFamily="34" charset="0"/>
                    </a:rPr>
                    <a:t>review_action </a:t>
                  </a:r>
                  <a:r>
                    <a:rPr kumimoji="0" lang="en-US" sz="1600" b="0" i="0" u="none" strike="noStrike" cap="none" normalizeH="0" baseline="0" dirty="0" smtClean="0">
                      <a:ln>
                        <a:noFill/>
                      </a:ln>
                      <a:solidFill>
                        <a:schemeClr val="accent2"/>
                      </a:solidFill>
                      <a:effectLst/>
                      <a:cs typeface="Arial" pitchFamily="34" charset="0"/>
                    </a:rPr>
                    <a:t>==</a:t>
                  </a:r>
                  <a:r>
                    <a:rPr kumimoji="0" lang="en-US" sz="1600" b="0" i="0" u="none" strike="noStrike" cap="none" normalizeH="0" baseline="0" dirty="0" smtClean="0">
                      <a:ln>
                        <a:noFill/>
                      </a:ln>
                      <a:solidFill>
                        <a:srgbClr val="CCCCCC"/>
                      </a:solidFill>
                      <a:effectLst/>
                      <a:cs typeface="Arial" pitchFamily="34" charset="0"/>
                    </a:rPr>
                    <a:t> “</a:t>
                  </a:r>
                  <a:r>
                    <a:rPr kumimoji="0" lang="en-US" sz="1600" b="0" i="0" u="none" strike="noStrike" cap="none" normalizeH="0" baseline="0" dirty="0" smtClean="0">
                      <a:ln>
                        <a:noFill/>
                      </a:ln>
                      <a:solidFill>
                        <a:srgbClr val="00B0F0"/>
                      </a:solidFill>
                      <a:effectLst/>
                      <a:cs typeface="Arial" pitchFamily="34" charset="0"/>
                    </a:rPr>
                    <a:t>continue</a:t>
                  </a:r>
                  <a:r>
                    <a:rPr kumimoji="0" lang="en-US" sz="1600" b="0" i="0" u="none" strike="noStrike" cap="none" normalizeH="0" baseline="0" dirty="0" smtClean="0">
                      <a:ln>
                        <a:noFill/>
                      </a:ln>
                      <a:solidFill>
                        <a:srgbClr val="CCCCCC"/>
                      </a:solidFill>
                      <a:effectLst/>
                      <a:cs typeface="Arial" pitchFamily="34" charset="0"/>
                    </a:rPr>
                    <a:t>” :</a:t>
                  </a:r>
                </a:p>
                <a:p>
                  <a:pPr lvl="1" fontAlgn="base">
                    <a:spcBef>
                      <a:spcPct val="0"/>
                    </a:spcBef>
                    <a:spcAft>
                      <a:spcPct val="0"/>
                    </a:spcAft>
                  </a:pPr>
                  <a:r>
                    <a:rPr lang="en-US" sz="1600" dirty="0">
                      <a:solidFill>
                        <a:srgbClr val="CCCCCC"/>
                      </a:solidFill>
                      <a:cs typeface="Arial" pitchFamily="34" charset="0"/>
                    </a:rPr>
                    <a:t> </a:t>
                  </a:r>
                  <a:r>
                    <a:rPr lang="en-US" sz="1600" dirty="0" smtClean="0">
                      <a:solidFill>
                        <a:srgbClr val="CCCCCC"/>
                      </a:solidFill>
                      <a:cs typeface="Arial" pitchFamily="34" charset="0"/>
                    </a:rPr>
                    <a:t> </a:t>
                  </a:r>
                  <a:r>
                    <a:rPr kumimoji="0" lang="en-US" sz="1600" b="0" i="0" u="none" strike="noStrike" cap="none" normalizeH="0" baseline="0" dirty="0" smtClean="0">
                      <a:ln>
                        <a:noFill/>
                      </a:ln>
                      <a:solidFill>
                        <a:srgbClr val="CCCCCC"/>
                      </a:solidFill>
                      <a:effectLst/>
                      <a:cs typeface="Arial" pitchFamily="34" charset="0"/>
                    </a:rPr>
                    <a:t>  Command( goto</a:t>
                  </a:r>
                  <a:r>
                    <a:rPr kumimoji="0" lang="en-US" sz="1600" b="0" i="0" u="none" strike="noStrike" cap="none" normalizeH="0" baseline="0" dirty="0" smtClean="0">
                      <a:ln>
                        <a:noFill/>
                      </a:ln>
                      <a:solidFill>
                        <a:srgbClr val="67CDCC"/>
                      </a:solidFill>
                      <a:effectLst/>
                      <a:cs typeface="Arial" pitchFamily="34" charset="0"/>
                    </a:rPr>
                    <a:t>=</a:t>
                  </a:r>
                  <a:r>
                    <a:rPr kumimoji="0" lang="en-US" sz="1600" b="0" i="0" u="none" strike="noStrike" cap="none" normalizeH="0" baseline="0" dirty="0" smtClean="0">
                      <a:ln>
                        <a:noFill/>
                      </a:ln>
                      <a:solidFill>
                        <a:srgbClr val="7EC699"/>
                      </a:solidFill>
                      <a:effectLst/>
                      <a:cs typeface="Arial" pitchFamily="34" charset="0"/>
                    </a:rPr>
                    <a:t>“run_tools"</a:t>
                  </a:r>
                  <a:r>
                    <a:rPr kumimoji="0" lang="en-US" sz="1600" b="0" i="0" u="none" strike="noStrike" cap="none" normalizeH="0" baseline="0" dirty="0" smtClean="0">
                      <a:ln>
                        <a:noFill/>
                      </a:ln>
                      <a:solidFill>
                        <a:srgbClr val="CCCCCC"/>
                      </a:solidFill>
                      <a:effectLst/>
                      <a:cs typeface="Arial" pitchFamily="34" charset="0"/>
                    </a:rPr>
                    <a:t>)</a:t>
                  </a:r>
                  <a:r>
                    <a:rPr kumimoji="0" lang="en-US" sz="1600" b="0" i="0" u="none" strike="noStrike" cap="none" normalizeH="0" baseline="0" dirty="0" smtClean="0">
                      <a:ln>
                        <a:noFill/>
                      </a:ln>
                      <a:solidFill>
                        <a:schemeClr val="tx1"/>
                      </a:solidFill>
                      <a:effectLst/>
                      <a:cs typeface="Arial" pitchFamily="34" charset="0"/>
                    </a:rPr>
                    <a:t> </a:t>
                  </a:r>
                </a:p>
              </p:txBody>
            </p:sp>
          </p:grpSp>
          <p:cxnSp>
            <p:nvCxnSpPr>
              <p:cNvPr id="17" name="Straight Connector 16"/>
              <p:cNvCxnSpPr/>
              <p:nvPr/>
            </p:nvCxnSpPr>
            <p:spPr>
              <a:xfrm>
                <a:off x="4995081" y="2220588"/>
                <a:ext cx="0" cy="348637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0" name="TextBox 19"/>
            <p:cNvSpPr txBox="1"/>
            <p:nvPr/>
          </p:nvSpPr>
          <p:spPr>
            <a:xfrm>
              <a:off x="723331" y="1084309"/>
              <a:ext cx="2693494" cy="338554"/>
            </a:xfrm>
            <a:prstGeom prst="rect">
              <a:avLst/>
            </a:prstGeom>
            <a:noFill/>
          </p:spPr>
          <p:txBody>
            <a:bodyPr wrap="square" rtlCol="0">
              <a:spAutoFit/>
            </a:bodyPr>
            <a:lstStyle/>
            <a:p>
              <a:r>
                <a:rPr lang="en-US" sz="1600" dirty="0" smtClean="0">
                  <a:solidFill>
                    <a:srgbClr val="15C2FF"/>
                  </a:solidFill>
                </a:rPr>
                <a:t>Two way of using interrupt</a:t>
              </a:r>
              <a:endParaRPr lang="en-IN" sz="1600" dirty="0">
                <a:solidFill>
                  <a:srgbClr val="15C2FF"/>
                </a:solidFill>
              </a:endParaRPr>
            </a:p>
          </p:txBody>
        </p:sp>
      </p:grpSp>
    </p:spTree>
    <p:extLst>
      <p:ext uri="{BB962C8B-B14F-4D97-AF65-F5344CB8AC3E}">
        <p14:creationId xmlns:p14="http://schemas.microsoft.com/office/powerpoint/2010/main" val="1732643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grpSp>
        <p:nvGrpSpPr>
          <p:cNvPr id="6" name="Group 5"/>
          <p:cNvGrpSpPr/>
          <p:nvPr/>
        </p:nvGrpSpPr>
        <p:grpSpPr>
          <a:xfrm>
            <a:off x="136479" y="123062"/>
            <a:ext cx="11778018" cy="5106507"/>
            <a:chOff x="136479" y="123062"/>
            <a:chExt cx="11778018" cy="5106507"/>
          </a:xfrm>
        </p:grpSpPr>
        <p:sp>
          <p:nvSpPr>
            <p:cNvPr id="3" name="Rectangle 2"/>
            <p:cNvSpPr>
              <a:spLocks noChangeArrowheads="1"/>
            </p:cNvSpPr>
            <p:nvPr/>
          </p:nvSpPr>
          <p:spPr bwMode="auto">
            <a:xfrm>
              <a:off x="136479" y="397477"/>
              <a:ext cx="7328848" cy="4832092"/>
            </a:xfrm>
            <a:prstGeom prst="rect">
              <a:avLst/>
            </a:prstGeom>
            <a:solidFill>
              <a:schemeClr val="bg2">
                <a:lumMod val="25000"/>
              </a:schemeClr>
            </a:solidFill>
            <a:ln>
              <a:solidFill>
                <a:schemeClr val="accent1"/>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C586C0"/>
                  </a:solidFill>
                  <a:effectLst/>
                  <a:cs typeface="Arial" pitchFamily="34" charset="0"/>
                </a:rPr>
                <a:t>from</a:t>
              </a:r>
              <a:r>
                <a:rPr kumimoji="0" lang="en-US" sz="1600" b="0" i="0" u="none" strike="noStrike" cap="none" normalizeH="0" baseline="0" dirty="0" smtClean="0">
                  <a:ln>
                    <a:noFill/>
                  </a:ln>
                  <a:solidFill>
                    <a:srgbClr val="D4D4D4"/>
                  </a:solidFill>
                  <a:effectLst/>
                  <a:cs typeface="Arial" pitchFamily="34" charset="0"/>
                </a:rPr>
                <a:t> typing </a:t>
              </a:r>
              <a:r>
                <a:rPr kumimoji="0" lang="en-US" sz="1600" b="0" i="0" u="none" strike="noStrike" cap="none" normalizeH="0" baseline="0" dirty="0" smtClean="0">
                  <a:ln>
                    <a:noFill/>
                  </a:ln>
                  <a:solidFill>
                    <a:srgbClr val="569CD6"/>
                  </a:solidFill>
                  <a:effectLst/>
                  <a:cs typeface="Arial" pitchFamily="34" charset="0"/>
                </a:rPr>
                <a:t>import</a:t>
              </a:r>
              <a:r>
                <a:rPr kumimoji="0" lang="en-US" sz="1600" b="0" i="0" u="none" strike="noStrike" cap="none" normalizeH="0" baseline="0" dirty="0" smtClean="0">
                  <a:ln>
                    <a:noFill/>
                  </a:ln>
                  <a:solidFill>
                    <a:srgbClr val="D4D4D4"/>
                  </a:solidFill>
                  <a:effectLst/>
                  <a:cs typeface="Arial" pitchFamily="34" charset="0"/>
                </a:rPr>
                <a:t> TypedDict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C586C0"/>
                  </a:solidFill>
                  <a:effectLst/>
                  <a:cs typeface="Arial" pitchFamily="34" charset="0"/>
                </a:rPr>
                <a:t>from</a:t>
              </a:r>
              <a:r>
                <a:rPr kumimoji="0" lang="en-US" sz="1600" b="0" i="0" u="none" strike="noStrike" cap="none" normalizeH="0" baseline="0" dirty="0" smtClean="0">
                  <a:ln>
                    <a:noFill/>
                  </a:ln>
                  <a:solidFill>
                    <a:srgbClr val="D4D4D4"/>
                  </a:solidFill>
                  <a:effectLst/>
                  <a:cs typeface="Arial" pitchFamily="34" charset="0"/>
                </a:rPr>
                <a:t> langgraph.graph </a:t>
              </a:r>
              <a:r>
                <a:rPr kumimoji="0" lang="en-US" sz="1600" b="0" i="0" u="none" strike="noStrike" cap="none" normalizeH="0" baseline="0" dirty="0" smtClean="0">
                  <a:ln>
                    <a:noFill/>
                  </a:ln>
                  <a:solidFill>
                    <a:srgbClr val="569CD6"/>
                  </a:solidFill>
                  <a:effectLst/>
                  <a:cs typeface="Arial" pitchFamily="34" charset="0"/>
                </a:rPr>
                <a:t>import</a:t>
              </a:r>
              <a:r>
                <a:rPr kumimoji="0" lang="en-US" sz="1600" b="0" i="0" u="none" strike="noStrike" cap="none" normalizeH="0" baseline="0" dirty="0" smtClean="0">
                  <a:ln>
                    <a:noFill/>
                  </a:ln>
                  <a:solidFill>
                    <a:srgbClr val="D4D4D4"/>
                  </a:solidFill>
                  <a:effectLst/>
                  <a:cs typeface="Arial" pitchFamily="34" charset="0"/>
                </a:rPr>
                <a:t> StateGraph, END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u="none" strike="noStrike" cap="none" normalizeH="0" baseline="0" dirty="0" smtClean="0">
                  <a:ln>
                    <a:noFill/>
                  </a:ln>
                  <a:solidFill>
                    <a:srgbClr val="C586C0"/>
                  </a:solidFill>
                  <a:effectLst/>
                  <a:latin typeface="Bahnschrift" pitchFamily="34" charset="0"/>
                  <a:cs typeface="Arial" pitchFamily="34" charset="0"/>
                </a:rPr>
                <a:t>from</a:t>
              </a:r>
              <a:r>
                <a:rPr kumimoji="0" lang="en-US" sz="2000" b="0" u="none" strike="noStrike" cap="none" normalizeH="0" baseline="0" dirty="0" smtClean="0">
                  <a:ln>
                    <a:noFill/>
                  </a:ln>
                  <a:solidFill>
                    <a:srgbClr val="D4D4D4"/>
                  </a:solidFill>
                  <a:effectLst/>
                  <a:latin typeface="Bahnschrift" pitchFamily="34" charset="0"/>
                  <a:cs typeface="Arial" pitchFamily="34" charset="0"/>
                </a:rPr>
                <a:t> langgraph.types </a:t>
              </a:r>
              <a:r>
                <a:rPr kumimoji="0" lang="en-US" sz="2000" b="0" u="none" strike="noStrike" cap="none" normalizeH="0" baseline="0" dirty="0" smtClean="0">
                  <a:ln>
                    <a:noFill/>
                  </a:ln>
                  <a:solidFill>
                    <a:srgbClr val="569CD6"/>
                  </a:solidFill>
                  <a:effectLst/>
                  <a:latin typeface="Bahnschrift" pitchFamily="34" charset="0"/>
                  <a:cs typeface="Arial" pitchFamily="34" charset="0"/>
                </a:rPr>
                <a:t>import</a:t>
              </a:r>
              <a:r>
                <a:rPr kumimoji="0" lang="en-US" sz="2000" b="0" u="none" strike="noStrike" cap="none" normalizeH="0" baseline="0" dirty="0" smtClean="0">
                  <a:ln>
                    <a:noFill/>
                  </a:ln>
                  <a:solidFill>
                    <a:srgbClr val="D4D4D4"/>
                  </a:solidFill>
                  <a:effectLst/>
                  <a:latin typeface="Bahnschrift" pitchFamily="34" charset="0"/>
                  <a:cs typeface="Arial" pitchFamily="34" charset="0"/>
                </a:rPr>
                <a:t> Command </a:t>
              </a:r>
            </a:p>
            <a:p>
              <a:pPr marL="0" marR="0" lvl="0" indent="0" algn="l" defTabSz="914400" rtl="0" eaLnBrk="1" fontAlgn="base" latinLnBrk="0" hangingPunct="1">
                <a:lnSpc>
                  <a:spcPct val="100000"/>
                </a:lnSpc>
                <a:spcBef>
                  <a:spcPct val="0"/>
                </a:spcBef>
                <a:spcAft>
                  <a:spcPct val="0"/>
                </a:spcAft>
                <a:buClrTx/>
                <a:buSzTx/>
                <a:buFontTx/>
                <a:buNone/>
                <a:tabLst/>
              </a:pPr>
              <a:endParaRPr lang="en-US" sz="1600" dirty="0">
                <a:solidFill>
                  <a:srgbClr val="D4D4D4"/>
                </a:solidFill>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569CD6"/>
                  </a:solidFill>
                  <a:effectLst/>
                  <a:cs typeface="Arial" pitchFamily="34" charset="0"/>
                </a:rPr>
                <a:t>class</a:t>
              </a:r>
              <a:r>
                <a:rPr kumimoji="0" lang="en-US" sz="1600" b="0" i="0" u="none" strike="noStrike" cap="none" normalizeH="0" baseline="0" dirty="0" smtClean="0">
                  <a:ln>
                    <a:noFill/>
                  </a:ln>
                  <a:solidFill>
                    <a:srgbClr val="D4D4D4"/>
                  </a:solidFill>
                  <a:effectLst/>
                  <a:cs typeface="Arial" pitchFamily="34" charset="0"/>
                </a:rPr>
                <a:t> </a:t>
              </a:r>
              <a:r>
                <a:rPr kumimoji="0" lang="en-US" sz="1600" b="0" i="0" u="none" strike="noStrike" cap="none" normalizeH="0" baseline="0" dirty="0" smtClean="0">
                  <a:ln>
                    <a:noFill/>
                  </a:ln>
                  <a:solidFill>
                    <a:srgbClr val="4EC9B0"/>
                  </a:solidFill>
                  <a:effectLst/>
                  <a:cs typeface="Arial" pitchFamily="34" charset="0"/>
                </a:rPr>
                <a:t>BaiscChatState</a:t>
              </a:r>
              <a:r>
                <a:rPr kumimoji="0" lang="en-US" sz="1600" b="0" i="0" u="none" strike="noStrike" cap="none" normalizeH="0" baseline="0" dirty="0" smtClean="0">
                  <a:ln>
                    <a:noFill/>
                  </a:ln>
                  <a:solidFill>
                    <a:srgbClr val="D4D4D4"/>
                  </a:solidFill>
                  <a:effectLst/>
                  <a:cs typeface="Arial" pitchFamily="34" charset="0"/>
                </a:rPr>
                <a:t>(TypedDict): </a:t>
              </a:r>
            </a:p>
            <a:p>
              <a:pPr lvl="1" fontAlgn="base">
                <a:spcBef>
                  <a:spcPct val="0"/>
                </a:spcBef>
                <a:spcAft>
                  <a:spcPct val="0"/>
                </a:spcAft>
              </a:pPr>
              <a:r>
                <a:rPr kumimoji="0" lang="en-US" sz="1600" b="0" i="0" u="none" strike="noStrike" cap="none" normalizeH="0" baseline="0" dirty="0" smtClean="0">
                  <a:ln>
                    <a:noFill/>
                  </a:ln>
                  <a:solidFill>
                    <a:srgbClr val="D4D4D4"/>
                  </a:solidFill>
                  <a:effectLst/>
                  <a:cs typeface="Arial" pitchFamily="34" charset="0"/>
                </a:rPr>
                <a:t>text: </a:t>
              </a:r>
              <a:r>
                <a:rPr kumimoji="0" lang="en-US" sz="1600" b="0" i="0" u="none" strike="noStrike" cap="none" normalizeH="0" baseline="0" dirty="0" smtClean="0">
                  <a:ln>
                    <a:noFill/>
                  </a:ln>
                  <a:solidFill>
                    <a:srgbClr val="4EC9B0"/>
                  </a:solidFill>
                  <a:effectLst/>
                  <a:cs typeface="Arial" pitchFamily="34" charset="0"/>
                </a:rPr>
                <a:t>str</a:t>
              </a:r>
              <a:r>
                <a:rPr kumimoji="0" lang="en-US" sz="1600" b="0" i="0" u="none" strike="noStrike" cap="none" normalizeH="0" baseline="0" dirty="0" smtClean="0">
                  <a:ln>
                    <a:noFill/>
                  </a:ln>
                  <a:solidFill>
                    <a:srgbClr val="D4D4D4"/>
                  </a:solidFill>
                  <a:effectLst/>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endParaRPr lang="en-US" sz="1600" dirty="0">
                <a:solidFill>
                  <a:srgbClr val="D4D4D4"/>
                </a:solidFill>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569CD6"/>
                  </a:solidFill>
                  <a:effectLst/>
                  <a:cs typeface="Arial" pitchFamily="34" charset="0"/>
                </a:rPr>
                <a:t>def</a:t>
              </a:r>
              <a:r>
                <a:rPr kumimoji="0" lang="en-US" sz="1600" b="0" i="0" u="none" strike="noStrike" cap="none" normalizeH="0" baseline="0" dirty="0" smtClean="0">
                  <a:ln>
                    <a:noFill/>
                  </a:ln>
                  <a:solidFill>
                    <a:srgbClr val="D4D4D4"/>
                  </a:solidFill>
                  <a:effectLst/>
                  <a:cs typeface="Arial" pitchFamily="34" charset="0"/>
                </a:rPr>
                <a:t> </a:t>
              </a:r>
              <a:r>
                <a:rPr kumimoji="0" lang="en-US" sz="1600" b="0" i="0" u="none" strike="noStrike" cap="none" normalizeH="0" baseline="0" dirty="0" smtClean="0">
                  <a:ln>
                    <a:noFill/>
                  </a:ln>
                  <a:solidFill>
                    <a:srgbClr val="DCDCAA"/>
                  </a:solidFill>
                  <a:effectLst/>
                  <a:cs typeface="Arial" pitchFamily="34" charset="0"/>
                </a:rPr>
                <a:t>node_a</a:t>
              </a:r>
              <a:r>
                <a:rPr kumimoji="0" lang="en-US" sz="1600" b="0" i="0" u="none" strike="noStrike" cap="none" normalizeH="0" baseline="0" dirty="0" smtClean="0">
                  <a:ln>
                    <a:noFill/>
                  </a:ln>
                  <a:solidFill>
                    <a:srgbClr val="D4D4D4"/>
                  </a:solidFill>
                  <a:effectLst/>
                  <a:cs typeface="Arial" pitchFamily="34" charset="0"/>
                </a:rPr>
                <a:t>(state: BaiscChatState): </a:t>
              </a:r>
            </a:p>
            <a:p>
              <a:pPr lvl="1" fontAlgn="base">
                <a:spcBef>
                  <a:spcPct val="0"/>
                </a:spcBef>
                <a:spcAft>
                  <a:spcPct val="0"/>
                </a:spcAft>
              </a:pPr>
              <a:r>
                <a:rPr kumimoji="0" lang="en-US" sz="1600" b="0" i="0" u="none" strike="noStrike" cap="none" normalizeH="0" baseline="0" dirty="0" smtClean="0">
                  <a:ln>
                    <a:noFill/>
                  </a:ln>
                  <a:solidFill>
                    <a:srgbClr val="DCDCAA"/>
                  </a:solidFill>
                  <a:effectLst/>
                  <a:cs typeface="Arial" pitchFamily="34" charset="0"/>
                </a:rPr>
                <a:t>print</a:t>
              </a:r>
              <a:r>
                <a:rPr kumimoji="0" lang="en-US" sz="1600" b="0" i="0" u="none" strike="noStrike" cap="none" normalizeH="0" baseline="0" dirty="0" smtClean="0">
                  <a:ln>
                    <a:noFill/>
                  </a:ln>
                  <a:solidFill>
                    <a:srgbClr val="D4D4D4"/>
                  </a:solidFill>
                  <a:effectLst/>
                  <a:cs typeface="Arial" pitchFamily="34" charset="0"/>
                </a:rPr>
                <a:t>(</a:t>
              </a:r>
              <a:r>
                <a:rPr kumimoji="0" lang="en-US" sz="1600" b="0" i="0" u="none" strike="noStrike" cap="none" normalizeH="0" baseline="0" dirty="0" smtClean="0">
                  <a:ln>
                    <a:noFill/>
                  </a:ln>
                  <a:solidFill>
                    <a:srgbClr val="CE9178"/>
                  </a:solidFill>
                  <a:effectLst/>
                  <a:cs typeface="Arial" pitchFamily="34" charset="0"/>
                </a:rPr>
                <a:t>"node_a"</a:t>
              </a:r>
              <a:r>
                <a:rPr kumimoji="0" lang="en-US" sz="1600" b="0" i="0" u="none" strike="noStrike" cap="none" normalizeH="0" baseline="0" dirty="0" smtClean="0">
                  <a:ln>
                    <a:noFill/>
                  </a:ln>
                  <a:solidFill>
                    <a:srgbClr val="D4D4D4"/>
                  </a:solidFill>
                  <a:effectLst/>
                  <a:cs typeface="Arial" pitchFamily="34" charset="0"/>
                </a:rPr>
                <a:t>) </a:t>
              </a:r>
            </a:p>
            <a:p>
              <a:pPr lvl="1" fontAlgn="base">
                <a:spcBef>
                  <a:spcPct val="0"/>
                </a:spcBef>
                <a:spcAft>
                  <a:spcPct val="0"/>
                </a:spcAft>
              </a:pPr>
              <a:r>
                <a:rPr kumimoji="0" lang="en-US" sz="1600" b="0" i="0" u="none" strike="noStrike" cap="none" normalizeH="0" baseline="0" dirty="0" smtClean="0">
                  <a:ln>
                    <a:noFill/>
                  </a:ln>
                  <a:solidFill>
                    <a:srgbClr val="569CD6"/>
                  </a:solidFill>
                  <a:effectLst/>
                  <a:cs typeface="Arial" pitchFamily="34" charset="0"/>
                </a:rPr>
                <a:t>return</a:t>
              </a:r>
              <a:r>
                <a:rPr kumimoji="0" lang="en-US" sz="1600" b="0" i="0" u="none" strike="noStrike" cap="none" normalizeH="0" baseline="0" dirty="0" smtClean="0">
                  <a:ln>
                    <a:noFill/>
                  </a:ln>
                  <a:solidFill>
                    <a:srgbClr val="D4D4D4"/>
                  </a:solidFill>
                  <a:effectLst/>
                  <a:cs typeface="Arial" pitchFamily="34" charset="0"/>
                </a:rPr>
                <a:t> Command( goto=</a:t>
              </a:r>
              <a:r>
                <a:rPr kumimoji="0" lang="en-US" sz="1600" b="0" i="0" u="none" strike="noStrike" cap="none" normalizeH="0" baseline="0" dirty="0" smtClean="0">
                  <a:ln>
                    <a:noFill/>
                  </a:ln>
                  <a:solidFill>
                    <a:srgbClr val="CE9178"/>
                  </a:solidFill>
                  <a:effectLst/>
                  <a:cs typeface="Arial" pitchFamily="34" charset="0"/>
                </a:rPr>
                <a:t>"node_b"</a:t>
              </a:r>
              <a:r>
                <a:rPr kumimoji="0" lang="en-US" sz="1600" b="0" i="0" u="none" strike="noStrike" cap="none" normalizeH="0" baseline="0" dirty="0" smtClean="0">
                  <a:ln>
                    <a:noFill/>
                  </a:ln>
                  <a:solidFill>
                    <a:srgbClr val="D4D4D4"/>
                  </a:solidFill>
                  <a:effectLst/>
                  <a:cs typeface="Arial" pitchFamily="34" charset="0"/>
                </a:rPr>
                <a:t>, update={ </a:t>
              </a:r>
              <a:r>
                <a:rPr kumimoji="0" lang="en-US" sz="1600" b="0" i="0" u="none" strike="noStrike" cap="none" normalizeH="0" baseline="0" dirty="0" smtClean="0">
                  <a:ln>
                    <a:noFill/>
                  </a:ln>
                  <a:solidFill>
                    <a:srgbClr val="CE9178"/>
                  </a:solidFill>
                  <a:effectLst/>
                  <a:cs typeface="Arial" pitchFamily="34" charset="0"/>
                </a:rPr>
                <a:t>"text"</a:t>
              </a:r>
              <a:r>
                <a:rPr kumimoji="0" lang="en-US" sz="1600" b="0" i="0" u="none" strike="noStrike" cap="none" normalizeH="0" baseline="0" dirty="0" smtClean="0">
                  <a:ln>
                    <a:noFill/>
                  </a:ln>
                  <a:solidFill>
                    <a:srgbClr val="D4D4D4"/>
                  </a:solidFill>
                  <a:effectLst/>
                  <a:cs typeface="Arial" pitchFamily="34" charset="0"/>
                </a:rPr>
                <a:t>: state[</a:t>
              </a:r>
              <a:r>
                <a:rPr kumimoji="0" lang="en-US" sz="1600" b="0" i="0" u="none" strike="noStrike" cap="none" normalizeH="0" baseline="0" dirty="0" smtClean="0">
                  <a:ln>
                    <a:noFill/>
                  </a:ln>
                  <a:solidFill>
                    <a:srgbClr val="CE9178"/>
                  </a:solidFill>
                  <a:effectLst/>
                  <a:cs typeface="Arial" pitchFamily="34" charset="0"/>
                </a:rPr>
                <a:t>"text"</a:t>
              </a:r>
              <a:r>
                <a:rPr kumimoji="0" lang="en-US" sz="1600" b="0" i="0" u="none" strike="noStrike" cap="none" normalizeH="0" baseline="0" dirty="0" smtClean="0">
                  <a:ln>
                    <a:noFill/>
                  </a:ln>
                  <a:solidFill>
                    <a:srgbClr val="D4D4D4"/>
                  </a:solidFill>
                  <a:effectLst/>
                  <a:cs typeface="Arial" pitchFamily="34" charset="0"/>
                </a:rPr>
                <a:t>] + </a:t>
              </a:r>
              <a:r>
                <a:rPr kumimoji="0" lang="en-US" sz="1600" b="0" i="0" u="none" strike="noStrike" cap="none" normalizeH="0" baseline="0" dirty="0" smtClean="0">
                  <a:ln>
                    <a:noFill/>
                  </a:ln>
                  <a:solidFill>
                    <a:srgbClr val="CE9178"/>
                  </a:solidFill>
                  <a:effectLst/>
                  <a:cs typeface="Arial" pitchFamily="34" charset="0"/>
                </a:rPr>
                <a:t>'a'</a:t>
              </a:r>
              <a:r>
                <a:rPr kumimoji="0" lang="en-US" sz="1600" b="0" i="0" u="none" strike="noStrike" cap="none" normalizeH="0" baseline="0" dirty="0" smtClean="0">
                  <a:ln>
                    <a:noFill/>
                  </a:ln>
                  <a:solidFill>
                    <a:srgbClr val="D4D4D4"/>
                  </a:solidFill>
                  <a:effectLst/>
                  <a:cs typeface="Arial" pitchFamily="34" charset="0"/>
                </a:rPr>
                <a:t> } ) </a:t>
              </a:r>
            </a:p>
            <a:p>
              <a:pPr marL="0" marR="0" lvl="0" indent="0" algn="l" defTabSz="914400" rtl="0" eaLnBrk="1" fontAlgn="base" latinLnBrk="0" hangingPunct="1">
                <a:lnSpc>
                  <a:spcPct val="100000"/>
                </a:lnSpc>
                <a:spcBef>
                  <a:spcPct val="0"/>
                </a:spcBef>
                <a:spcAft>
                  <a:spcPct val="0"/>
                </a:spcAft>
                <a:buClrTx/>
                <a:buSzTx/>
                <a:buFontTx/>
                <a:buNone/>
                <a:tabLst/>
              </a:pPr>
              <a:endParaRPr lang="en-US" sz="1600" dirty="0">
                <a:solidFill>
                  <a:srgbClr val="D4D4D4"/>
                </a:solidFill>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569CD6"/>
                  </a:solidFill>
                  <a:effectLst/>
                  <a:cs typeface="Arial" pitchFamily="34" charset="0"/>
                </a:rPr>
                <a:t>def</a:t>
              </a:r>
              <a:r>
                <a:rPr kumimoji="0" lang="en-US" sz="1600" b="0" i="0" u="none" strike="noStrike" cap="none" normalizeH="0" baseline="0" dirty="0" smtClean="0">
                  <a:ln>
                    <a:noFill/>
                  </a:ln>
                  <a:solidFill>
                    <a:srgbClr val="D4D4D4"/>
                  </a:solidFill>
                  <a:effectLst/>
                  <a:cs typeface="Arial" pitchFamily="34" charset="0"/>
                </a:rPr>
                <a:t> </a:t>
              </a:r>
              <a:r>
                <a:rPr kumimoji="0" lang="en-US" sz="1600" b="0" i="0" u="none" strike="noStrike" cap="none" normalizeH="0" baseline="0" dirty="0" smtClean="0">
                  <a:ln>
                    <a:noFill/>
                  </a:ln>
                  <a:solidFill>
                    <a:srgbClr val="DCDCAA"/>
                  </a:solidFill>
                  <a:effectLst/>
                  <a:cs typeface="Arial" pitchFamily="34" charset="0"/>
                </a:rPr>
                <a:t>node_b</a:t>
              </a:r>
              <a:r>
                <a:rPr kumimoji="0" lang="en-US" sz="1600" b="0" i="0" u="none" strike="noStrike" cap="none" normalizeH="0" baseline="0" dirty="0" smtClean="0">
                  <a:ln>
                    <a:noFill/>
                  </a:ln>
                  <a:solidFill>
                    <a:srgbClr val="D4D4D4"/>
                  </a:solidFill>
                  <a:effectLst/>
                  <a:cs typeface="Arial" pitchFamily="34" charset="0"/>
                </a:rPr>
                <a:t>(state: BaiscChatState): </a:t>
              </a:r>
            </a:p>
            <a:p>
              <a:pPr lvl="1" fontAlgn="base">
                <a:spcBef>
                  <a:spcPct val="0"/>
                </a:spcBef>
                <a:spcAft>
                  <a:spcPct val="0"/>
                </a:spcAft>
              </a:pPr>
              <a:r>
                <a:rPr kumimoji="0" lang="en-US" sz="1600" b="0" i="0" u="none" strike="noStrike" cap="none" normalizeH="0" baseline="0" dirty="0" smtClean="0">
                  <a:ln>
                    <a:noFill/>
                  </a:ln>
                  <a:solidFill>
                    <a:srgbClr val="DCDCAA"/>
                  </a:solidFill>
                  <a:effectLst/>
                  <a:cs typeface="Arial" pitchFamily="34" charset="0"/>
                </a:rPr>
                <a:t>print</a:t>
              </a:r>
              <a:r>
                <a:rPr kumimoji="0" lang="en-US" sz="1600" b="0" i="0" u="none" strike="noStrike" cap="none" normalizeH="0" baseline="0" dirty="0" smtClean="0">
                  <a:ln>
                    <a:noFill/>
                  </a:ln>
                  <a:solidFill>
                    <a:srgbClr val="D4D4D4"/>
                  </a:solidFill>
                  <a:effectLst/>
                  <a:cs typeface="Arial" pitchFamily="34" charset="0"/>
                </a:rPr>
                <a:t>(</a:t>
              </a:r>
              <a:r>
                <a:rPr kumimoji="0" lang="en-US" sz="1600" b="0" i="0" u="none" strike="noStrike" cap="none" normalizeH="0" baseline="0" dirty="0" smtClean="0">
                  <a:ln>
                    <a:noFill/>
                  </a:ln>
                  <a:solidFill>
                    <a:srgbClr val="CE9178"/>
                  </a:solidFill>
                  <a:effectLst/>
                  <a:cs typeface="Arial" pitchFamily="34" charset="0"/>
                </a:rPr>
                <a:t>"node_b"</a:t>
              </a:r>
              <a:r>
                <a:rPr kumimoji="0" lang="en-US" sz="1600" b="0" i="0" u="none" strike="noStrike" cap="none" normalizeH="0" baseline="0" dirty="0" smtClean="0">
                  <a:ln>
                    <a:noFill/>
                  </a:ln>
                  <a:solidFill>
                    <a:srgbClr val="D4D4D4"/>
                  </a:solidFill>
                  <a:effectLst/>
                  <a:cs typeface="Arial" pitchFamily="34" charset="0"/>
                </a:rPr>
                <a:t>) </a:t>
              </a:r>
            </a:p>
            <a:p>
              <a:pPr lvl="1" fontAlgn="base">
                <a:spcBef>
                  <a:spcPct val="0"/>
                </a:spcBef>
                <a:spcAft>
                  <a:spcPct val="0"/>
                </a:spcAft>
              </a:pPr>
              <a:r>
                <a:rPr kumimoji="0" lang="en-US" sz="1600" b="0" i="0" u="none" strike="noStrike" cap="none" normalizeH="0" baseline="0" dirty="0" smtClean="0">
                  <a:ln>
                    <a:noFill/>
                  </a:ln>
                  <a:solidFill>
                    <a:srgbClr val="569CD6"/>
                  </a:solidFill>
                  <a:effectLst/>
                  <a:cs typeface="Arial" pitchFamily="34" charset="0"/>
                </a:rPr>
                <a:t>return</a:t>
              </a:r>
              <a:r>
                <a:rPr kumimoji="0" lang="en-US" sz="1600" b="0" i="0" u="none" strike="noStrike" cap="none" normalizeH="0" baseline="0" dirty="0" smtClean="0">
                  <a:ln>
                    <a:noFill/>
                  </a:ln>
                  <a:solidFill>
                    <a:srgbClr val="D4D4D4"/>
                  </a:solidFill>
                  <a:effectLst/>
                  <a:cs typeface="Arial" pitchFamily="34" charset="0"/>
                </a:rPr>
                <a:t> Command( goto=</a:t>
              </a:r>
              <a:r>
                <a:rPr kumimoji="0" lang="en-US" sz="1600" b="0" i="0" u="none" strike="noStrike" cap="none" normalizeH="0" baseline="0" dirty="0" smtClean="0">
                  <a:ln>
                    <a:noFill/>
                  </a:ln>
                  <a:solidFill>
                    <a:srgbClr val="CE9178"/>
                  </a:solidFill>
                  <a:effectLst/>
                  <a:cs typeface="Arial" pitchFamily="34" charset="0"/>
                </a:rPr>
                <a:t>"node_c"</a:t>
              </a:r>
              <a:r>
                <a:rPr kumimoji="0" lang="en-US" sz="1600" b="0" i="0" u="none" strike="noStrike" cap="none" normalizeH="0" baseline="0" dirty="0" smtClean="0">
                  <a:ln>
                    <a:noFill/>
                  </a:ln>
                  <a:solidFill>
                    <a:srgbClr val="D4D4D4"/>
                  </a:solidFill>
                  <a:effectLst/>
                  <a:cs typeface="Arial" pitchFamily="34" charset="0"/>
                </a:rPr>
                <a:t>, update={ </a:t>
              </a:r>
              <a:r>
                <a:rPr kumimoji="0" lang="en-US" sz="1600" b="0" i="0" u="none" strike="noStrike" cap="none" normalizeH="0" baseline="0" dirty="0" smtClean="0">
                  <a:ln>
                    <a:noFill/>
                  </a:ln>
                  <a:solidFill>
                    <a:srgbClr val="CE9178"/>
                  </a:solidFill>
                  <a:effectLst/>
                  <a:cs typeface="Arial" pitchFamily="34" charset="0"/>
                </a:rPr>
                <a:t>"text"</a:t>
              </a:r>
              <a:r>
                <a:rPr kumimoji="0" lang="en-US" sz="1600" b="0" i="0" u="none" strike="noStrike" cap="none" normalizeH="0" baseline="0" dirty="0" smtClean="0">
                  <a:ln>
                    <a:noFill/>
                  </a:ln>
                  <a:solidFill>
                    <a:srgbClr val="D4D4D4"/>
                  </a:solidFill>
                  <a:effectLst/>
                  <a:cs typeface="Arial" pitchFamily="34" charset="0"/>
                </a:rPr>
                <a:t>: state[</a:t>
              </a:r>
              <a:r>
                <a:rPr kumimoji="0" lang="en-US" sz="1600" b="0" i="0" u="none" strike="noStrike" cap="none" normalizeH="0" baseline="0" dirty="0" smtClean="0">
                  <a:ln>
                    <a:noFill/>
                  </a:ln>
                  <a:solidFill>
                    <a:srgbClr val="CE9178"/>
                  </a:solidFill>
                  <a:effectLst/>
                  <a:cs typeface="Arial" pitchFamily="34" charset="0"/>
                </a:rPr>
                <a:t>"text"</a:t>
              </a:r>
              <a:r>
                <a:rPr kumimoji="0" lang="en-US" sz="1600" b="0" i="0" u="none" strike="noStrike" cap="none" normalizeH="0" baseline="0" dirty="0" smtClean="0">
                  <a:ln>
                    <a:noFill/>
                  </a:ln>
                  <a:solidFill>
                    <a:srgbClr val="D4D4D4"/>
                  </a:solidFill>
                  <a:effectLst/>
                  <a:cs typeface="Arial" pitchFamily="34" charset="0"/>
                </a:rPr>
                <a:t>] + </a:t>
              </a:r>
              <a:r>
                <a:rPr kumimoji="0" lang="en-US" sz="1600" b="0" i="0" u="none" strike="noStrike" cap="none" normalizeH="0" baseline="0" dirty="0" smtClean="0">
                  <a:ln>
                    <a:noFill/>
                  </a:ln>
                  <a:solidFill>
                    <a:srgbClr val="CE9178"/>
                  </a:solidFill>
                  <a:effectLst/>
                  <a:cs typeface="Arial" pitchFamily="34" charset="0"/>
                </a:rPr>
                <a:t>'b'</a:t>
              </a:r>
              <a:r>
                <a:rPr kumimoji="0" lang="en-US" sz="1600" b="0" i="0" u="none" strike="noStrike" cap="none" normalizeH="0" baseline="0" dirty="0" smtClean="0">
                  <a:ln>
                    <a:noFill/>
                  </a:ln>
                  <a:solidFill>
                    <a:srgbClr val="D4D4D4"/>
                  </a:solidFill>
                  <a:effectLst/>
                  <a:cs typeface="Arial" pitchFamily="34" charset="0"/>
                </a:rPr>
                <a:t> } ) </a:t>
              </a:r>
            </a:p>
            <a:p>
              <a:pPr marL="0" marR="0" lvl="0" indent="0" algn="l" defTabSz="914400" rtl="0" eaLnBrk="1" fontAlgn="base" latinLnBrk="0" hangingPunct="1">
                <a:lnSpc>
                  <a:spcPct val="100000"/>
                </a:lnSpc>
                <a:spcBef>
                  <a:spcPct val="0"/>
                </a:spcBef>
                <a:spcAft>
                  <a:spcPct val="0"/>
                </a:spcAft>
                <a:buClrTx/>
                <a:buSzTx/>
                <a:buFontTx/>
                <a:buNone/>
                <a:tabLst/>
              </a:pPr>
              <a:endParaRPr lang="en-US" sz="1600" dirty="0">
                <a:solidFill>
                  <a:srgbClr val="D4D4D4"/>
                </a:solidFill>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569CD6"/>
                  </a:solidFill>
                  <a:effectLst/>
                  <a:cs typeface="Arial" pitchFamily="34" charset="0"/>
                </a:rPr>
                <a:t>def</a:t>
              </a:r>
              <a:r>
                <a:rPr kumimoji="0" lang="en-US" sz="1600" b="0" i="0" u="none" strike="noStrike" cap="none" normalizeH="0" baseline="0" dirty="0" smtClean="0">
                  <a:ln>
                    <a:noFill/>
                  </a:ln>
                  <a:solidFill>
                    <a:srgbClr val="D4D4D4"/>
                  </a:solidFill>
                  <a:effectLst/>
                  <a:cs typeface="Arial" pitchFamily="34" charset="0"/>
                </a:rPr>
                <a:t> </a:t>
              </a:r>
              <a:r>
                <a:rPr kumimoji="0" lang="en-US" sz="1600" b="0" i="0" u="none" strike="noStrike" cap="none" normalizeH="0" baseline="0" dirty="0" smtClean="0">
                  <a:ln>
                    <a:noFill/>
                  </a:ln>
                  <a:solidFill>
                    <a:srgbClr val="DCDCAA"/>
                  </a:solidFill>
                  <a:effectLst/>
                  <a:cs typeface="Arial" pitchFamily="34" charset="0"/>
                </a:rPr>
                <a:t>node_c</a:t>
              </a:r>
              <a:r>
                <a:rPr kumimoji="0" lang="en-US" sz="1600" b="0" i="0" u="none" strike="noStrike" cap="none" normalizeH="0" baseline="0" dirty="0" smtClean="0">
                  <a:ln>
                    <a:noFill/>
                  </a:ln>
                  <a:solidFill>
                    <a:srgbClr val="D4D4D4"/>
                  </a:solidFill>
                  <a:effectLst/>
                  <a:cs typeface="Arial" pitchFamily="34" charset="0"/>
                </a:rPr>
                <a:t>(state: BaiscChatState): </a:t>
              </a:r>
            </a:p>
            <a:p>
              <a:pPr lvl="1" fontAlgn="base">
                <a:spcBef>
                  <a:spcPct val="0"/>
                </a:spcBef>
                <a:spcAft>
                  <a:spcPct val="0"/>
                </a:spcAft>
              </a:pPr>
              <a:r>
                <a:rPr kumimoji="0" lang="en-US" sz="1600" b="0" i="0" u="none" strike="noStrike" cap="none" normalizeH="0" baseline="0" dirty="0" smtClean="0">
                  <a:ln>
                    <a:noFill/>
                  </a:ln>
                  <a:solidFill>
                    <a:srgbClr val="DCDCAA"/>
                  </a:solidFill>
                  <a:effectLst/>
                  <a:cs typeface="Arial" pitchFamily="34" charset="0"/>
                </a:rPr>
                <a:t>print</a:t>
              </a:r>
              <a:r>
                <a:rPr kumimoji="0" lang="en-US" sz="1600" b="0" i="0" u="none" strike="noStrike" cap="none" normalizeH="0" baseline="0" dirty="0" smtClean="0">
                  <a:ln>
                    <a:noFill/>
                  </a:ln>
                  <a:solidFill>
                    <a:srgbClr val="D4D4D4"/>
                  </a:solidFill>
                  <a:effectLst/>
                  <a:cs typeface="Arial" pitchFamily="34" charset="0"/>
                </a:rPr>
                <a:t>(</a:t>
              </a:r>
              <a:r>
                <a:rPr kumimoji="0" lang="en-US" sz="1600" b="0" i="0" u="none" strike="noStrike" cap="none" normalizeH="0" baseline="0" dirty="0" smtClean="0">
                  <a:ln>
                    <a:noFill/>
                  </a:ln>
                  <a:solidFill>
                    <a:srgbClr val="CE9178"/>
                  </a:solidFill>
                  <a:effectLst/>
                  <a:cs typeface="Arial" pitchFamily="34" charset="0"/>
                </a:rPr>
                <a:t>"node_c"</a:t>
              </a:r>
              <a:r>
                <a:rPr kumimoji="0" lang="en-US" sz="1600" b="0" i="0" u="none" strike="noStrike" cap="none" normalizeH="0" baseline="0" dirty="0" smtClean="0">
                  <a:ln>
                    <a:noFill/>
                  </a:ln>
                  <a:solidFill>
                    <a:srgbClr val="D4D4D4"/>
                  </a:solidFill>
                  <a:effectLst/>
                  <a:cs typeface="Arial" pitchFamily="34" charset="0"/>
                </a:rPr>
                <a:t>) </a:t>
              </a:r>
            </a:p>
            <a:p>
              <a:pPr lvl="1" fontAlgn="base">
                <a:spcBef>
                  <a:spcPct val="0"/>
                </a:spcBef>
                <a:spcAft>
                  <a:spcPct val="0"/>
                </a:spcAft>
              </a:pPr>
              <a:r>
                <a:rPr kumimoji="0" lang="en-US" sz="1600" b="0" i="0" u="none" strike="noStrike" cap="none" normalizeH="0" baseline="0" dirty="0" smtClean="0">
                  <a:ln>
                    <a:noFill/>
                  </a:ln>
                  <a:solidFill>
                    <a:srgbClr val="569CD6"/>
                  </a:solidFill>
                  <a:effectLst/>
                  <a:cs typeface="Arial" pitchFamily="34" charset="0"/>
                </a:rPr>
                <a:t>return</a:t>
              </a:r>
              <a:r>
                <a:rPr kumimoji="0" lang="en-US" sz="1600" b="0" i="0" u="none" strike="noStrike" cap="none" normalizeH="0" baseline="0" dirty="0" smtClean="0">
                  <a:ln>
                    <a:noFill/>
                  </a:ln>
                  <a:solidFill>
                    <a:srgbClr val="D4D4D4"/>
                  </a:solidFill>
                  <a:effectLst/>
                  <a:cs typeface="Arial" pitchFamily="34" charset="0"/>
                </a:rPr>
                <a:t> Command( goto=</a:t>
              </a:r>
              <a:r>
                <a:rPr kumimoji="0" lang="en-US" sz="1600" b="0" i="0" u="none" strike="noStrike" cap="none" normalizeH="0" baseline="0" dirty="0" smtClean="0">
                  <a:ln>
                    <a:noFill/>
                  </a:ln>
                  <a:solidFill>
                    <a:srgbClr val="CE9178"/>
                  </a:solidFill>
                  <a:effectLst/>
                  <a:cs typeface="Arial" pitchFamily="34" charset="0"/>
                </a:rPr>
                <a:t>"node_d"</a:t>
              </a:r>
              <a:r>
                <a:rPr kumimoji="0" lang="en-US" sz="1600" b="0" i="0" u="none" strike="noStrike" cap="none" normalizeH="0" baseline="0" dirty="0" smtClean="0">
                  <a:ln>
                    <a:noFill/>
                  </a:ln>
                  <a:solidFill>
                    <a:srgbClr val="D4D4D4"/>
                  </a:solidFill>
                  <a:effectLst/>
                  <a:cs typeface="Arial" pitchFamily="34" charset="0"/>
                </a:rPr>
                <a:t>, update={ </a:t>
              </a:r>
              <a:r>
                <a:rPr kumimoji="0" lang="en-US" sz="1600" b="0" i="0" u="none" strike="noStrike" cap="none" normalizeH="0" baseline="0" dirty="0" smtClean="0">
                  <a:ln>
                    <a:noFill/>
                  </a:ln>
                  <a:solidFill>
                    <a:srgbClr val="CE9178"/>
                  </a:solidFill>
                  <a:effectLst/>
                  <a:cs typeface="Arial" pitchFamily="34" charset="0"/>
                </a:rPr>
                <a:t>"text"</a:t>
              </a:r>
              <a:r>
                <a:rPr kumimoji="0" lang="en-US" sz="1600" b="0" i="0" u="none" strike="noStrike" cap="none" normalizeH="0" baseline="0" dirty="0" smtClean="0">
                  <a:ln>
                    <a:noFill/>
                  </a:ln>
                  <a:solidFill>
                    <a:srgbClr val="D4D4D4"/>
                  </a:solidFill>
                  <a:effectLst/>
                  <a:cs typeface="Arial" pitchFamily="34" charset="0"/>
                </a:rPr>
                <a:t>: state[</a:t>
              </a:r>
              <a:r>
                <a:rPr kumimoji="0" lang="en-US" sz="1600" b="0" i="0" u="none" strike="noStrike" cap="none" normalizeH="0" baseline="0" dirty="0" smtClean="0">
                  <a:ln>
                    <a:noFill/>
                  </a:ln>
                  <a:solidFill>
                    <a:srgbClr val="CE9178"/>
                  </a:solidFill>
                  <a:effectLst/>
                  <a:cs typeface="Arial" pitchFamily="34" charset="0"/>
                </a:rPr>
                <a:t>"text"</a:t>
              </a:r>
              <a:r>
                <a:rPr kumimoji="0" lang="en-US" sz="1600" b="0" i="0" u="none" strike="noStrike" cap="none" normalizeH="0" baseline="0" dirty="0" smtClean="0">
                  <a:ln>
                    <a:noFill/>
                  </a:ln>
                  <a:solidFill>
                    <a:srgbClr val="D4D4D4"/>
                  </a:solidFill>
                  <a:effectLst/>
                  <a:cs typeface="Arial" pitchFamily="34" charset="0"/>
                </a:rPr>
                <a:t>] + </a:t>
              </a:r>
              <a:r>
                <a:rPr kumimoji="0" lang="en-US" sz="1600" b="0" i="0" u="none" strike="noStrike" cap="none" normalizeH="0" baseline="0" dirty="0" smtClean="0">
                  <a:ln>
                    <a:noFill/>
                  </a:ln>
                  <a:solidFill>
                    <a:srgbClr val="CE9178"/>
                  </a:solidFill>
                  <a:effectLst/>
                  <a:cs typeface="Arial" pitchFamily="34" charset="0"/>
                </a:rPr>
                <a:t>'c'</a:t>
              </a:r>
              <a:r>
                <a:rPr kumimoji="0" lang="en-US" sz="1600" b="0" i="0" u="none" strike="noStrike" cap="none" normalizeH="0" baseline="0" dirty="0" smtClean="0">
                  <a:ln>
                    <a:noFill/>
                  </a:ln>
                  <a:solidFill>
                    <a:srgbClr val="D4D4D4"/>
                  </a:solidFill>
                  <a:effectLst/>
                  <a:cs typeface="Arial" pitchFamily="34" charset="0"/>
                </a:rPr>
                <a:t> } )</a:t>
              </a:r>
              <a:r>
                <a:rPr kumimoji="0" lang="en-US" sz="1600" b="0" i="0" u="none" strike="noStrike" cap="none" normalizeH="0" baseline="0" dirty="0" smtClean="0">
                  <a:ln>
                    <a:noFill/>
                  </a:ln>
                  <a:solidFill>
                    <a:schemeClr val="tx1"/>
                  </a:solidFill>
                  <a:effectLst/>
                  <a:cs typeface="Arial" pitchFamily="34" charset="0"/>
                </a:rPr>
                <a:t/>
              </a:r>
              <a:br>
                <a:rPr kumimoji="0" lang="en-US" sz="1600" b="0" i="0" u="none" strike="noStrike" cap="none" normalizeH="0" baseline="0" dirty="0" smtClean="0">
                  <a:ln>
                    <a:noFill/>
                  </a:ln>
                  <a:solidFill>
                    <a:schemeClr val="tx1"/>
                  </a:solidFill>
                  <a:effectLst/>
                  <a:cs typeface="Arial" pitchFamily="34" charset="0"/>
                </a:rPr>
              </a:br>
              <a:endParaRPr kumimoji="0" lang="en-US" sz="1600" b="0" i="0" u="none" strike="noStrike" cap="none" normalizeH="0" baseline="0" dirty="0" smtClean="0">
                <a:ln>
                  <a:noFill/>
                </a:ln>
                <a:solidFill>
                  <a:schemeClr val="tx1"/>
                </a:solidFill>
                <a:effectLst/>
                <a:cs typeface="Arial" pitchFamily="34" charset="0"/>
              </a:endParaRPr>
            </a:p>
          </p:txBody>
        </p:sp>
        <p:sp>
          <p:nvSpPr>
            <p:cNvPr id="4" name="Rectangle 3"/>
            <p:cNvSpPr>
              <a:spLocks noChangeArrowheads="1"/>
            </p:cNvSpPr>
            <p:nvPr/>
          </p:nvSpPr>
          <p:spPr bwMode="auto">
            <a:xfrm>
              <a:off x="7751931" y="888411"/>
              <a:ext cx="4162566" cy="2092881"/>
            </a:xfrm>
            <a:prstGeom prst="rect">
              <a:avLst/>
            </a:prstGeom>
            <a:solidFill>
              <a:schemeClr val="bg2">
                <a:lumMod val="25000"/>
              </a:schemeClr>
            </a:solidFill>
            <a:ln>
              <a:solidFill>
                <a:schemeClr val="accent1"/>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B0F0"/>
                  </a:solidFill>
                  <a:effectLst/>
                  <a:latin typeface="+mj-lt"/>
                  <a:cs typeface="Arial" pitchFamily="34" charset="0"/>
                </a:rPr>
                <a:t>graph</a:t>
              </a:r>
              <a:r>
                <a:rPr kumimoji="0" lang="en-US" sz="1600" b="0" i="0" u="none" strike="noStrike" cap="none" normalizeH="0" baseline="0" dirty="0" smtClean="0">
                  <a:ln>
                    <a:noFill/>
                  </a:ln>
                  <a:solidFill>
                    <a:srgbClr val="D4D4D4"/>
                  </a:solidFill>
                  <a:effectLst/>
                  <a:latin typeface="+mj-lt"/>
                  <a:cs typeface="Arial" pitchFamily="34" charset="0"/>
                </a:rPr>
                <a:t> = </a:t>
              </a:r>
              <a:r>
                <a:rPr kumimoji="0" lang="en-US" sz="1600" b="0" i="0" u="none" strike="noStrike" cap="none" normalizeH="0" baseline="0" dirty="0" smtClean="0">
                  <a:ln>
                    <a:noFill/>
                  </a:ln>
                  <a:solidFill>
                    <a:srgbClr val="00CC99"/>
                  </a:solidFill>
                  <a:effectLst/>
                  <a:latin typeface="+mj-lt"/>
                  <a:cs typeface="Arial" pitchFamily="34" charset="0"/>
                </a:rPr>
                <a:t>StateGraph</a:t>
              </a:r>
              <a:r>
                <a:rPr kumimoji="0" lang="en-US" sz="1600" b="0" i="0" u="none" strike="noStrike" cap="none" normalizeH="0" baseline="0" dirty="0" smtClean="0">
                  <a:ln>
                    <a:noFill/>
                  </a:ln>
                  <a:solidFill>
                    <a:srgbClr val="D4D4D4"/>
                  </a:solidFill>
                  <a:effectLst/>
                  <a:latin typeface="+mj-lt"/>
                  <a:cs typeface="Arial" pitchFamily="34" charset="0"/>
                </a:rPr>
                <a:t>(</a:t>
              </a:r>
              <a:r>
                <a:rPr lang="en-US" sz="1600" dirty="0">
                  <a:solidFill>
                    <a:srgbClr val="00CC99"/>
                  </a:solidFill>
                  <a:latin typeface="+mj-lt"/>
                  <a:cs typeface="Arial" pitchFamily="34" charset="0"/>
                </a:rPr>
                <a:t>BaiscChatState</a:t>
              </a:r>
              <a:r>
                <a:rPr kumimoji="0" lang="en-US" sz="1600" b="0" i="0" u="none" strike="noStrike" cap="none" normalizeH="0" baseline="0" dirty="0" smtClean="0">
                  <a:ln>
                    <a:noFill/>
                  </a:ln>
                  <a:solidFill>
                    <a:srgbClr val="D4D4D4"/>
                  </a:solidFill>
                  <a:effectLst/>
                  <a:latin typeface="+mj-lt"/>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1600" dirty="0">
                  <a:solidFill>
                    <a:srgbClr val="00B0F0"/>
                  </a:solidFill>
                  <a:latin typeface="+mj-lt"/>
                  <a:cs typeface="Arial" pitchFamily="34" charset="0"/>
                </a:rPr>
                <a:t>graph</a:t>
              </a:r>
              <a:r>
                <a:rPr kumimoji="0" lang="en-US" sz="1600" b="0" i="0" u="none" strike="noStrike" cap="none" normalizeH="0" baseline="0" dirty="0" smtClean="0">
                  <a:ln>
                    <a:noFill/>
                  </a:ln>
                  <a:solidFill>
                    <a:srgbClr val="D4D4D4"/>
                  </a:solidFill>
                  <a:effectLst/>
                  <a:latin typeface="+mj-lt"/>
                  <a:cs typeface="Arial" pitchFamily="34" charset="0"/>
                </a:rPr>
                <a:t>.</a:t>
              </a:r>
              <a:r>
                <a:rPr kumimoji="0" lang="en-US" sz="1600" b="0" i="0" u="none" strike="noStrike" cap="none" normalizeH="0" baseline="0" dirty="0" smtClean="0">
                  <a:ln>
                    <a:noFill/>
                  </a:ln>
                  <a:solidFill>
                    <a:schemeClr val="accent4"/>
                  </a:solidFill>
                  <a:effectLst/>
                  <a:latin typeface="+mj-lt"/>
                  <a:cs typeface="Arial" pitchFamily="34" charset="0"/>
                </a:rPr>
                <a:t>add_node</a:t>
              </a:r>
              <a:r>
                <a:rPr kumimoji="0" lang="en-US" sz="1600" b="0" i="0" u="none" strike="noStrike" cap="none" normalizeH="0" baseline="0" dirty="0" smtClean="0">
                  <a:ln>
                    <a:noFill/>
                  </a:ln>
                  <a:solidFill>
                    <a:srgbClr val="D4D4D4"/>
                  </a:solidFill>
                  <a:effectLst/>
                  <a:latin typeface="+mj-lt"/>
                  <a:cs typeface="Arial" pitchFamily="34" charset="0"/>
                </a:rPr>
                <a:t>(</a:t>
              </a:r>
              <a:r>
                <a:rPr kumimoji="0" lang="en-US" sz="1600" b="0" i="0" u="none" strike="noStrike" cap="none" normalizeH="0" baseline="0" dirty="0" smtClean="0">
                  <a:ln>
                    <a:noFill/>
                  </a:ln>
                  <a:solidFill>
                    <a:srgbClr val="CE9178"/>
                  </a:solidFill>
                  <a:effectLst/>
                  <a:latin typeface="+mj-lt"/>
                  <a:cs typeface="Arial" pitchFamily="34" charset="0"/>
                </a:rPr>
                <a:t>"node_a"</a:t>
              </a:r>
              <a:r>
                <a:rPr kumimoji="0" lang="en-US" sz="1600" b="0" i="0" u="none" strike="noStrike" cap="none" normalizeH="0" baseline="0" dirty="0" smtClean="0">
                  <a:ln>
                    <a:noFill/>
                  </a:ln>
                  <a:solidFill>
                    <a:srgbClr val="D4D4D4"/>
                  </a:solidFill>
                  <a:effectLst/>
                  <a:latin typeface="+mj-lt"/>
                  <a:cs typeface="Arial" pitchFamily="34" charset="0"/>
                </a:rPr>
                <a:t>, node_a) </a:t>
              </a:r>
            </a:p>
            <a:p>
              <a:pPr marL="0" marR="0" lvl="0" indent="0" algn="l" defTabSz="914400" rtl="0" eaLnBrk="1" fontAlgn="base" latinLnBrk="0" hangingPunct="1">
                <a:lnSpc>
                  <a:spcPct val="100000"/>
                </a:lnSpc>
                <a:spcBef>
                  <a:spcPct val="0"/>
                </a:spcBef>
                <a:spcAft>
                  <a:spcPct val="0"/>
                </a:spcAft>
                <a:buClrTx/>
                <a:buSzTx/>
                <a:buFontTx/>
                <a:buNone/>
                <a:tabLst/>
              </a:pPr>
              <a:r>
                <a:rPr lang="en-US" sz="1600" dirty="0">
                  <a:solidFill>
                    <a:srgbClr val="00B0F0"/>
                  </a:solidFill>
                  <a:latin typeface="+mj-lt"/>
                  <a:cs typeface="Arial" pitchFamily="34" charset="0"/>
                </a:rPr>
                <a:t>graph</a:t>
              </a:r>
              <a:r>
                <a:rPr kumimoji="0" lang="en-US" sz="1600" b="0" i="0" u="none" strike="noStrike" cap="none" normalizeH="0" baseline="0" dirty="0" smtClean="0">
                  <a:ln>
                    <a:noFill/>
                  </a:ln>
                  <a:solidFill>
                    <a:srgbClr val="D4D4D4"/>
                  </a:solidFill>
                  <a:effectLst/>
                  <a:latin typeface="+mj-lt"/>
                  <a:cs typeface="Arial" pitchFamily="34" charset="0"/>
                </a:rPr>
                <a:t>.</a:t>
              </a:r>
              <a:r>
                <a:rPr lang="en-US" sz="1600" dirty="0">
                  <a:solidFill>
                    <a:schemeClr val="accent4"/>
                  </a:solidFill>
                  <a:latin typeface="+mj-lt"/>
                  <a:cs typeface="Arial" pitchFamily="34" charset="0"/>
                </a:rPr>
                <a:t>add_node</a:t>
              </a:r>
              <a:r>
                <a:rPr kumimoji="0" lang="en-US" sz="1600" b="0" i="0" u="none" strike="noStrike" cap="none" normalizeH="0" baseline="0" dirty="0" smtClean="0">
                  <a:ln>
                    <a:noFill/>
                  </a:ln>
                  <a:solidFill>
                    <a:srgbClr val="D4D4D4"/>
                  </a:solidFill>
                  <a:effectLst/>
                  <a:latin typeface="+mj-lt"/>
                  <a:cs typeface="Arial" pitchFamily="34" charset="0"/>
                </a:rPr>
                <a:t>(</a:t>
              </a:r>
              <a:r>
                <a:rPr kumimoji="0" lang="en-US" sz="1600" b="0" i="0" u="none" strike="noStrike" cap="none" normalizeH="0" baseline="0" dirty="0" smtClean="0">
                  <a:ln>
                    <a:noFill/>
                  </a:ln>
                  <a:solidFill>
                    <a:srgbClr val="CE9178"/>
                  </a:solidFill>
                  <a:effectLst/>
                  <a:latin typeface="+mj-lt"/>
                  <a:cs typeface="Arial" pitchFamily="34" charset="0"/>
                </a:rPr>
                <a:t>"node_b"</a:t>
              </a:r>
              <a:r>
                <a:rPr kumimoji="0" lang="en-US" sz="1600" b="0" i="0" u="none" strike="noStrike" cap="none" normalizeH="0" baseline="0" dirty="0" smtClean="0">
                  <a:ln>
                    <a:noFill/>
                  </a:ln>
                  <a:solidFill>
                    <a:srgbClr val="D4D4D4"/>
                  </a:solidFill>
                  <a:effectLst/>
                  <a:latin typeface="+mj-lt"/>
                  <a:cs typeface="Arial" pitchFamily="34" charset="0"/>
                </a:rPr>
                <a:t>, node_b) </a:t>
              </a:r>
            </a:p>
            <a:p>
              <a:pPr marL="0" marR="0" lvl="0" indent="0" algn="l" defTabSz="914400" rtl="0" eaLnBrk="1" fontAlgn="base" latinLnBrk="0" hangingPunct="1">
                <a:lnSpc>
                  <a:spcPct val="100000"/>
                </a:lnSpc>
                <a:spcBef>
                  <a:spcPct val="0"/>
                </a:spcBef>
                <a:spcAft>
                  <a:spcPct val="0"/>
                </a:spcAft>
                <a:buClrTx/>
                <a:buSzTx/>
                <a:buFontTx/>
                <a:buNone/>
                <a:tabLst/>
              </a:pPr>
              <a:r>
                <a:rPr lang="en-US" sz="1600" dirty="0">
                  <a:solidFill>
                    <a:srgbClr val="00B0F0"/>
                  </a:solidFill>
                  <a:latin typeface="+mj-lt"/>
                  <a:cs typeface="Arial" pitchFamily="34" charset="0"/>
                </a:rPr>
                <a:t>graph</a:t>
              </a:r>
              <a:r>
                <a:rPr kumimoji="0" lang="en-US" sz="1600" b="0" i="0" u="none" strike="noStrike" cap="none" normalizeH="0" baseline="0" dirty="0" smtClean="0">
                  <a:ln>
                    <a:noFill/>
                  </a:ln>
                  <a:solidFill>
                    <a:srgbClr val="D4D4D4"/>
                  </a:solidFill>
                  <a:effectLst/>
                  <a:latin typeface="+mj-lt"/>
                  <a:cs typeface="Arial" pitchFamily="34" charset="0"/>
                </a:rPr>
                <a:t>.</a:t>
              </a:r>
              <a:r>
                <a:rPr lang="en-US" sz="1600" dirty="0">
                  <a:solidFill>
                    <a:schemeClr val="accent4"/>
                  </a:solidFill>
                  <a:latin typeface="+mj-lt"/>
                  <a:cs typeface="Arial" pitchFamily="34" charset="0"/>
                </a:rPr>
                <a:t>add_node</a:t>
              </a:r>
              <a:r>
                <a:rPr kumimoji="0" lang="en-US" sz="1600" b="0" i="0" u="none" strike="noStrike" cap="none" normalizeH="0" baseline="0" dirty="0" smtClean="0">
                  <a:ln>
                    <a:noFill/>
                  </a:ln>
                  <a:solidFill>
                    <a:srgbClr val="D4D4D4"/>
                  </a:solidFill>
                  <a:effectLst/>
                  <a:latin typeface="+mj-lt"/>
                  <a:cs typeface="Arial" pitchFamily="34" charset="0"/>
                </a:rPr>
                <a:t>(</a:t>
              </a:r>
              <a:r>
                <a:rPr kumimoji="0" lang="en-US" sz="1600" b="0" i="0" u="none" strike="noStrike" cap="none" normalizeH="0" baseline="0" dirty="0" smtClean="0">
                  <a:ln>
                    <a:noFill/>
                  </a:ln>
                  <a:solidFill>
                    <a:srgbClr val="CE9178"/>
                  </a:solidFill>
                  <a:effectLst/>
                  <a:latin typeface="+mj-lt"/>
                  <a:cs typeface="Arial" pitchFamily="34" charset="0"/>
                </a:rPr>
                <a:t>"node_c"</a:t>
              </a:r>
              <a:r>
                <a:rPr kumimoji="0" lang="en-US" sz="1600" b="0" i="0" u="none" strike="noStrike" cap="none" normalizeH="0" baseline="0" dirty="0" smtClean="0">
                  <a:ln>
                    <a:noFill/>
                  </a:ln>
                  <a:solidFill>
                    <a:srgbClr val="D4D4D4"/>
                  </a:solidFill>
                  <a:effectLst/>
                  <a:latin typeface="+mj-lt"/>
                  <a:cs typeface="Arial" pitchFamily="34" charset="0"/>
                </a:rPr>
                <a:t>, node_c) </a:t>
              </a:r>
            </a:p>
            <a:p>
              <a:pPr marL="0" marR="0" lvl="0" indent="0" algn="l" defTabSz="914400" rtl="0" eaLnBrk="1" fontAlgn="base" latinLnBrk="0" hangingPunct="1">
                <a:lnSpc>
                  <a:spcPct val="100000"/>
                </a:lnSpc>
                <a:spcBef>
                  <a:spcPct val="0"/>
                </a:spcBef>
                <a:spcAft>
                  <a:spcPct val="0"/>
                </a:spcAft>
                <a:buClrTx/>
                <a:buSzTx/>
                <a:buFontTx/>
                <a:buNone/>
                <a:tabLst/>
              </a:pPr>
              <a:r>
                <a:rPr lang="en-US" sz="1600" dirty="0">
                  <a:solidFill>
                    <a:srgbClr val="00B0F0"/>
                  </a:solidFill>
                  <a:latin typeface="+mj-lt"/>
                  <a:cs typeface="Arial" pitchFamily="34" charset="0"/>
                </a:rPr>
                <a:t>graph</a:t>
              </a:r>
              <a:r>
                <a:rPr kumimoji="0" lang="en-US" sz="1600" b="0" i="0" u="none" strike="noStrike" cap="none" normalizeH="0" baseline="0" dirty="0" smtClean="0">
                  <a:ln>
                    <a:noFill/>
                  </a:ln>
                  <a:solidFill>
                    <a:srgbClr val="D4D4D4"/>
                  </a:solidFill>
                  <a:effectLst/>
                  <a:latin typeface="+mj-lt"/>
                  <a:cs typeface="Arial" pitchFamily="34" charset="0"/>
                </a:rPr>
                <a:t>.s</a:t>
              </a:r>
              <a:r>
                <a:rPr lang="en-US" sz="1600" dirty="0">
                  <a:solidFill>
                    <a:schemeClr val="accent4"/>
                  </a:solidFill>
                  <a:latin typeface="+mj-lt"/>
                  <a:cs typeface="Arial" pitchFamily="34" charset="0"/>
                </a:rPr>
                <a:t>et_entry_point</a:t>
              </a:r>
              <a:r>
                <a:rPr kumimoji="0" lang="en-US" sz="1600" b="0" i="0" u="none" strike="noStrike" cap="none" normalizeH="0" baseline="0" dirty="0" smtClean="0">
                  <a:ln>
                    <a:noFill/>
                  </a:ln>
                  <a:solidFill>
                    <a:srgbClr val="D4D4D4"/>
                  </a:solidFill>
                  <a:effectLst/>
                  <a:latin typeface="+mj-lt"/>
                  <a:cs typeface="Arial" pitchFamily="34" charset="0"/>
                </a:rPr>
                <a:t>(</a:t>
              </a:r>
              <a:r>
                <a:rPr kumimoji="0" lang="en-US" sz="1600" b="0" i="0" u="none" strike="noStrike" cap="none" normalizeH="0" baseline="0" dirty="0" smtClean="0">
                  <a:ln>
                    <a:noFill/>
                  </a:ln>
                  <a:solidFill>
                    <a:srgbClr val="CE9178"/>
                  </a:solidFill>
                  <a:effectLst/>
                  <a:latin typeface="+mj-lt"/>
                  <a:cs typeface="Arial" pitchFamily="34" charset="0"/>
                </a:rPr>
                <a:t>"node_a"</a:t>
              </a:r>
              <a:r>
                <a:rPr kumimoji="0" lang="en-US" sz="1600" b="0" i="0" u="none" strike="noStrike" cap="none" normalizeH="0" baseline="0" dirty="0" smtClean="0">
                  <a:ln>
                    <a:noFill/>
                  </a:ln>
                  <a:solidFill>
                    <a:srgbClr val="D4D4D4"/>
                  </a:solidFill>
                  <a:effectLst/>
                  <a:latin typeface="+mj-lt"/>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1600" dirty="0">
                  <a:solidFill>
                    <a:srgbClr val="00B0F0"/>
                  </a:solidFill>
                  <a:latin typeface="+mj-lt"/>
                  <a:cs typeface="Arial" pitchFamily="34" charset="0"/>
                </a:rPr>
                <a:t>app </a:t>
              </a:r>
              <a:r>
                <a:rPr kumimoji="0" lang="en-US" sz="1600" b="0" i="0" u="none" strike="noStrike" cap="none" normalizeH="0" baseline="0" dirty="0" smtClean="0">
                  <a:ln>
                    <a:noFill/>
                  </a:ln>
                  <a:solidFill>
                    <a:srgbClr val="D4D4D4"/>
                  </a:solidFill>
                  <a:effectLst/>
                  <a:latin typeface="+mj-lt"/>
                  <a:cs typeface="Arial" pitchFamily="34" charset="0"/>
                </a:rPr>
                <a:t>= </a:t>
              </a:r>
              <a:r>
                <a:rPr lang="en-US" sz="1600" dirty="0">
                  <a:solidFill>
                    <a:srgbClr val="00B0F0"/>
                  </a:solidFill>
                  <a:latin typeface="+mj-lt"/>
                  <a:cs typeface="Arial" pitchFamily="34" charset="0"/>
                </a:rPr>
                <a:t>graph</a:t>
              </a:r>
              <a:r>
                <a:rPr kumimoji="0" lang="en-US" sz="1600" b="0" i="0" u="none" strike="noStrike" cap="none" normalizeH="0" baseline="0" dirty="0" smtClean="0">
                  <a:ln>
                    <a:noFill/>
                  </a:ln>
                  <a:solidFill>
                    <a:srgbClr val="D4D4D4"/>
                  </a:solidFill>
                  <a:effectLst/>
                  <a:latin typeface="+mj-lt"/>
                  <a:cs typeface="Arial" pitchFamily="34" charset="0"/>
                </a:rPr>
                <a:t>.</a:t>
              </a:r>
              <a:r>
                <a:rPr lang="en-US" sz="1600" dirty="0">
                  <a:solidFill>
                    <a:schemeClr val="accent4"/>
                  </a:solidFill>
                  <a:latin typeface="+mj-lt"/>
                  <a:cs typeface="Arial" pitchFamily="34" charset="0"/>
                </a:rPr>
                <a:t>compile</a:t>
              </a:r>
              <a:r>
                <a:rPr kumimoji="0" lang="en-US" sz="1600" b="0" i="0" u="none" strike="noStrike" cap="none" normalizeH="0" baseline="0" dirty="0" smtClean="0">
                  <a:ln>
                    <a:noFill/>
                  </a:ln>
                  <a:solidFill>
                    <a:srgbClr val="D4D4D4"/>
                  </a:solidFill>
                  <a:effectLst/>
                  <a:latin typeface="+mj-lt"/>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1600" dirty="0">
                  <a:solidFill>
                    <a:srgbClr val="00B0F0"/>
                  </a:solidFill>
                  <a:latin typeface="+mj-lt"/>
                  <a:cs typeface="Arial" pitchFamily="34" charset="0"/>
                </a:rPr>
                <a:t>result </a:t>
              </a:r>
              <a:r>
                <a:rPr kumimoji="0" lang="en-US" sz="1600" b="0" i="0" u="none" strike="noStrike" cap="none" normalizeH="0" baseline="0" dirty="0" smtClean="0">
                  <a:ln>
                    <a:noFill/>
                  </a:ln>
                  <a:solidFill>
                    <a:srgbClr val="D4D4D4"/>
                  </a:solidFill>
                  <a:effectLst/>
                  <a:latin typeface="+mj-lt"/>
                  <a:cs typeface="Arial" pitchFamily="34" charset="0"/>
                </a:rPr>
                <a:t>= </a:t>
              </a:r>
              <a:r>
                <a:rPr lang="en-US" sz="1600" dirty="0">
                  <a:solidFill>
                    <a:srgbClr val="00B0F0"/>
                  </a:solidFill>
                  <a:latin typeface="+mj-lt"/>
                  <a:cs typeface="Arial" pitchFamily="34" charset="0"/>
                </a:rPr>
                <a:t>app</a:t>
              </a:r>
              <a:r>
                <a:rPr kumimoji="0" lang="en-US" sz="1600" b="0" i="0" u="none" strike="noStrike" cap="none" normalizeH="0" baseline="0" dirty="0" smtClean="0">
                  <a:ln>
                    <a:noFill/>
                  </a:ln>
                  <a:solidFill>
                    <a:srgbClr val="D4D4D4"/>
                  </a:solidFill>
                  <a:effectLst/>
                  <a:latin typeface="+mj-lt"/>
                  <a:cs typeface="Arial" pitchFamily="34" charset="0"/>
                </a:rPr>
                <a:t>.</a:t>
              </a:r>
              <a:r>
                <a:rPr lang="en-US" sz="1600" dirty="0">
                  <a:solidFill>
                    <a:schemeClr val="accent4"/>
                  </a:solidFill>
                  <a:latin typeface="+mj-lt"/>
                  <a:cs typeface="Arial" pitchFamily="34" charset="0"/>
                </a:rPr>
                <a:t>invoke</a:t>
              </a:r>
              <a:r>
                <a:rPr kumimoji="0" lang="en-US" sz="1600" b="0" i="0" u="none" strike="noStrike" cap="none" normalizeH="0" baseline="0" dirty="0" smtClean="0">
                  <a:ln>
                    <a:noFill/>
                  </a:ln>
                  <a:solidFill>
                    <a:srgbClr val="D4D4D4"/>
                  </a:solidFill>
                  <a:effectLst/>
                  <a:latin typeface="+mj-lt"/>
                  <a:cs typeface="Arial" pitchFamily="34" charset="0"/>
                </a:rPr>
                <a:t>({</a:t>
              </a:r>
              <a:r>
                <a:rPr kumimoji="0" lang="en-US" sz="1600" b="0" i="0" u="none" strike="noStrike" cap="none" normalizeH="0" baseline="0" dirty="0" smtClean="0">
                  <a:ln>
                    <a:noFill/>
                  </a:ln>
                  <a:solidFill>
                    <a:srgbClr val="CE9178"/>
                  </a:solidFill>
                  <a:effectLst/>
                  <a:latin typeface="+mj-lt"/>
                  <a:cs typeface="Arial" pitchFamily="34" charset="0"/>
                </a:rPr>
                <a:t>"text"</a:t>
              </a:r>
              <a:r>
                <a:rPr kumimoji="0" lang="en-US" sz="1600" b="0" i="0" u="none" strike="noStrike" cap="none" normalizeH="0" baseline="0" dirty="0" smtClean="0">
                  <a:ln>
                    <a:noFill/>
                  </a:ln>
                  <a:solidFill>
                    <a:srgbClr val="D4D4D4"/>
                  </a:solidFill>
                  <a:effectLst/>
                  <a:latin typeface="+mj-lt"/>
                  <a:cs typeface="Arial" pitchFamily="34" charset="0"/>
                </a:rPr>
                <a:t>: </a:t>
              </a:r>
              <a:r>
                <a:rPr kumimoji="0" lang="en-US" sz="1600" b="0" i="0" u="none" strike="noStrike" cap="none" normalizeH="0" baseline="0" dirty="0" smtClean="0">
                  <a:ln>
                    <a:noFill/>
                  </a:ln>
                  <a:solidFill>
                    <a:srgbClr val="CE9178"/>
                  </a:solidFill>
                  <a:effectLst/>
                  <a:latin typeface="+mj-lt"/>
                  <a:cs typeface="Arial" pitchFamily="34" charset="0"/>
                </a:rPr>
                <a:t>""</a:t>
              </a:r>
              <a:r>
                <a:rPr kumimoji="0" lang="en-US" sz="1600" b="0" i="0" u="none" strike="noStrike" cap="none" normalizeH="0" baseline="0" dirty="0" smtClean="0">
                  <a:ln>
                    <a:noFill/>
                  </a:ln>
                  <a:solidFill>
                    <a:srgbClr val="D4D4D4"/>
                  </a:solidFill>
                  <a:effectLst/>
                  <a:latin typeface="+mj-lt"/>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1600" dirty="0">
                  <a:solidFill>
                    <a:srgbClr val="00B0F0"/>
                  </a:solidFill>
                  <a:latin typeface="+mj-lt"/>
                  <a:cs typeface="Arial" pitchFamily="34" charset="0"/>
                </a:rPr>
                <a:t>result </a:t>
              </a:r>
            </a:p>
          </p:txBody>
        </p:sp>
        <p:sp>
          <p:nvSpPr>
            <p:cNvPr id="5" name="TextBox 4"/>
            <p:cNvSpPr txBox="1"/>
            <p:nvPr/>
          </p:nvSpPr>
          <p:spPr>
            <a:xfrm>
              <a:off x="5552624" y="123062"/>
              <a:ext cx="1725152" cy="338554"/>
            </a:xfrm>
            <a:prstGeom prst="rect">
              <a:avLst/>
            </a:prstGeom>
            <a:solidFill>
              <a:schemeClr val="accent1"/>
            </a:solidFill>
          </p:spPr>
          <p:txBody>
            <a:bodyPr wrap="none" rtlCol="0">
              <a:spAutoFit/>
            </a:bodyPr>
            <a:lstStyle/>
            <a:p>
              <a:r>
                <a:rPr lang="en-US" sz="1600" dirty="0" smtClean="0">
                  <a:solidFill>
                    <a:schemeClr val="bg1"/>
                  </a:solidFill>
                  <a:latin typeface="Bahnschrift" pitchFamily="34" charset="0"/>
                </a:rPr>
                <a:t>Command object</a:t>
              </a:r>
              <a:endParaRPr lang="en-IN" sz="1600" dirty="0">
                <a:solidFill>
                  <a:schemeClr val="bg1"/>
                </a:solidFill>
                <a:latin typeface="Bahnschrift" pitchFamily="34" charset="0"/>
              </a:endParaRPr>
            </a:p>
          </p:txBody>
        </p:sp>
      </p:grpSp>
    </p:spTree>
    <p:extLst>
      <p:ext uri="{BB962C8B-B14F-4D97-AF65-F5344CB8AC3E}">
        <p14:creationId xmlns:p14="http://schemas.microsoft.com/office/powerpoint/2010/main" val="11981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grpSp>
        <p:nvGrpSpPr>
          <p:cNvPr id="7" name="Group 6"/>
          <p:cNvGrpSpPr/>
          <p:nvPr/>
        </p:nvGrpSpPr>
        <p:grpSpPr>
          <a:xfrm>
            <a:off x="1096002" y="450376"/>
            <a:ext cx="10026923" cy="4258102"/>
            <a:chOff x="1096002" y="450376"/>
            <a:chExt cx="10026923" cy="4258102"/>
          </a:xfrm>
        </p:grpSpPr>
        <p:sp>
          <p:nvSpPr>
            <p:cNvPr id="6" name="Rectangle 5"/>
            <p:cNvSpPr/>
            <p:nvPr/>
          </p:nvSpPr>
          <p:spPr>
            <a:xfrm>
              <a:off x="1096002" y="450376"/>
              <a:ext cx="10026923" cy="4258102"/>
            </a:xfrm>
            <a:prstGeom prst="rect">
              <a:avLst/>
            </a:prstGeom>
            <a:solidFill>
              <a:schemeClr val="tx1">
                <a:lumMod val="75000"/>
                <a:lumOff val="25000"/>
              </a:schemeClr>
            </a:solidFill>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7"/>
            <p:cNvSpPr/>
            <p:nvPr/>
          </p:nvSpPr>
          <p:spPr>
            <a:xfrm>
              <a:off x="1340482" y="1771655"/>
              <a:ext cx="4217157" cy="369332"/>
            </a:xfrm>
            <a:prstGeom prst="rect">
              <a:avLst/>
            </a:prstGeom>
            <a:solidFill>
              <a:schemeClr val="tx1">
                <a:lumMod val="75000"/>
                <a:lumOff val="25000"/>
              </a:schemeClr>
            </a:solidFill>
          </p:spPr>
          <p:txBody>
            <a:bodyPr wrap="square">
              <a:spAutoFit/>
            </a:bodyPr>
            <a:lstStyle/>
            <a:p>
              <a:r>
                <a:rPr lang="en-IN" dirty="0">
                  <a:solidFill>
                    <a:schemeClr val="bg1"/>
                  </a:solidFill>
                  <a:latin typeface="Bahnschrift Light" pitchFamily="34" charset="0"/>
                </a:rPr>
                <a:t>Operations with Interrupts:</a:t>
              </a:r>
            </a:p>
          </p:txBody>
        </p:sp>
        <p:sp>
          <p:nvSpPr>
            <p:cNvPr id="9" name="Rectangle 1"/>
            <p:cNvSpPr>
              <a:spLocks noChangeArrowheads="1"/>
            </p:cNvSpPr>
            <p:nvPr/>
          </p:nvSpPr>
          <p:spPr bwMode="auto">
            <a:xfrm>
              <a:off x="1191901" y="2342899"/>
              <a:ext cx="9931024" cy="1754326"/>
            </a:xfrm>
            <a:prstGeom prst="rect">
              <a:avLst/>
            </a:prstGeom>
            <a:solidFill>
              <a:schemeClr val="tx1">
                <a:lumMod val="75000"/>
                <a:lumOff val="25000"/>
              </a:schemeClr>
            </a:solidFill>
            <a:ln>
              <a:noFill/>
            </a:ln>
            <a:effec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1" fontAlgn="base" latinLnBrk="0" hangingPunct="1">
                <a:lnSpc>
                  <a:spcPct val="100000"/>
                </a:lnSpc>
                <a:spcBef>
                  <a:spcPct val="0"/>
                </a:spcBef>
                <a:spcAft>
                  <a:spcPct val="0"/>
                </a:spcAft>
                <a:buClrTx/>
                <a:buSzTx/>
                <a:buFont typeface="+mj-lt"/>
                <a:buAutoNum type="arabicPeriod"/>
                <a:tabLst/>
              </a:pPr>
              <a:r>
                <a:rPr kumimoji="0" lang="en-US" b="1" i="0" u="none" strike="noStrike" cap="none" normalizeH="0" baseline="0" dirty="0" smtClean="0">
                  <a:ln>
                    <a:noFill/>
                  </a:ln>
                  <a:solidFill>
                    <a:schemeClr val="bg1"/>
                  </a:solidFill>
                  <a:effectLst/>
                  <a:latin typeface="Bahnschrift" pitchFamily="34" charset="0"/>
                  <a:cs typeface="Arial" charset="0"/>
                </a:rPr>
                <a:t>Resume</a:t>
              </a:r>
              <a:r>
                <a:rPr kumimoji="0" lang="en-US" b="0" i="0" u="none" strike="noStrike" cap="none" normalizeH="0" baseline="0" dirty="0" smtClean="0">
                  <a:ln>
                    <a:noFill/>
                  </a:ln>
                  <a:solidFill>
                    <a:schemeClr val="bg1"/>
                  </a:solidFill>
                  <a:effectLst/>
                  <a:latin typeface="Bahnschrift" pitchFamily="34" charset="0"/>
                  <a:cs typeface="Arial" charset="0"/>
                </a:rPr>
                <a:t> – </a:t>
              </a:r>
              <a:r>
                <a:rPr kumimoji="0" lang="en-US" b="0" i="0" u="none" strike="noStrike" cap="none" normalizeH="0" baseline="0" dirty="0" smtClean="0">
                  <a:ln>
                    <a:noFill/>
                  </a:ln>
                  <a:solidFill>
                    <a:schemeClr val="bg1"/>
                  </a:solidFill>
                  <a:effectLst/>
                  <a:latin typeface="Arial" charset="0"/>
                  <a:cs typeface="Arial" charset="0"/>
                </a:rPr>
                <a:t>Continue execution with input from the user without modifying the state</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b="1" i="0" u="none" strike="noStrike" cap="none" normalizeH="0" baseline="0" dirty="0" smtClean="0">
                  <a:ln>
                    <a:noFill/>
                  </a:ln>
                  <a:solidFill>
                    <a:schemeClr val="bg1"/>
                  </a:solidFill>
                  <a:effectLst/>
                  <a:latin typeface="Bahnschrift" pitchFamily="34" charset="0"/>
                  <a:cs typeface="Arial" charset="0"/>
                </a:rPr>
                <a:t>Update and Resume</a:t>
              </a:r>
              <a:r>
                <a:rPr kumimoji="0" lang="en-US" b="0" i="0" u="none" strike="noStrike" cap="none" normalizeH="0" baseline="0" dirty="0" smtClean="0">
                  <a:ln>
                    <a:noFill/>
                  </a:ln>
                  <a:solidFill>
                    <a:schemeClr val="bg1"/>
                  </a:solidFill>
                  <a:effectLst/>
                  <a:latin typeface="Bahnschrift" pitchFamily="34" charset="0"/>
                  <a:cs typeface="Arial" charset="0"/>
                </a:rPr>
                <a:t> – </a:t>
              </a:r>
              <a:r>
                <a:rPr kumimoji="0" lang="en-US" b="0" i="0" u="none" strike="noStrike" cap="none" normalizeH="0" baseline="0" dirty="0" smtClean="0">
                  <a:ln>
                    <a:noFill/>
                  </a:ln>
                  <a:solidFill>
                    <a:schemeClr val="bg1"/>
                  </a:solidFill>
                  <a:effectLst/>
                  <a:latin typeface="Arial" charset="0"/>
                  <a:cs typeface="Arial" charset="0"/>
                </a:rPr>
                <a:t>Update the state and then continue execution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b="1" dirty="0">
                  <a:solidFill>
                    <a:schemeClr val="bg1"/>
                  </a:solidFill>
                  <a:latin typeface="Bahnschrift" pitchFamily="34" charset="0"/>
                  <a:cs typeface="Arial" charset="0"/>
                </a:rPr>
                <a:t>Rewind / Time Travel – </a:t>
              </a:r>
              <a:r>
                <a:rPr kumimoji="0" lang="en-US" b="0" i="0" u="none" strike="noStrike" cap="none" normalizeH="0" baseline="0" dirty="0" smtClean="0">
                  <a:ln>
                    <a:noFill/>
                  </a:ln>
                  <a:solidFill>
                    <a:schemeClr val="bg1"/>
                  </a:solidFill>
                  <a:effectLst/>
                  <a:latin typeface="Arial" charset="0"/>
                  <a:cs typeface="Arial" charset="0"/>
                </a:rPr>
                <a:t>Go back to a previous checkpoint in the execution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b="1" dirty="0">
                  <a:solidFill>
                    <a:schemeClr val="bg1"/>
                  </a:solidFill>
                  <a:latin typeface="Bahnschrift" pitchFamily="34" charset="0"/>
                  <a:cs typeface="Arial" charset="0"/>
                </a:rPr>
                <a:t>Branch – </a:t>
              </a:r>
              <a:r>
                <a:rPr kumimoji="0" lang="en-US" b="0" i="0" u="none" strike="noStrike" cap="none" normalizeH="0" baseline="0" dirty="0" smtClean="0">
                  <a:ln>
                    <a:noFill/>
                  </a:ln>
                  <a:solidFill>
                    <a:schemeClr val="bg1"/>
                  </a:solidFill>
                  <a:effectLst/>
                  <a:latin typeface="Arial" charset="0"/>
                  <a:cs typeface="Arial" charset="0"/>
                </a:rPr>
                <a:t>Create a new branch from the current execution state to explore alternative paths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b="1" dirty="0">
                  <a:solidFill>
                    <a:schemeClr val="bg1"/>
                  </a:solidFill>
                  <a:latin typeface="Bahnschrift" pitchFamily="34" charset="0"/>
                  <a:cs typeface="Arial" charset="0"/>
                </a:rPr>
                <a:t>Abort – </a:t>
              </a:r>
              <a:r>
                <a:rPr kumimoji="0" lang="en-US" b="0" i="0" u="none" strike="noStrike" cap="none" normalizeH="0" baseline="0" dirty="0" smtClean="0">
                  <a:ln>
                    <a:noFill/>
                  </a:ln>
                  <a:solidFill>
                    <a:schemeClr val="bg1"/>
                  </a:solidFill>
                  <a:effectLst/>
                  <a:latin typeface="Arial" charset="0"/>
                  <a:cs typeface="Arial" charset="0"/>
                </a:rPr>
                <a:t>Cancel the current execution entirely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b="0" i="0" u="none" strike="noStrike" cap="none" normalizeH="0" baseline="0" dirty="0" smtClean="0">
                <a:ln>
                  <a:noFill/>
                </a:ln>
                <a:solidFill>
                  <a:schemeClr val="bg1"/>
                </a:solidFill>
                <a:effectLst/>
                <a:latin typeface="Arial" charset="0"/>
                <a:cs typeface="Arial" charset="0"/>
              </a:endParaRPr>
            </a:p>
          </p:txBody>
        </p:sp>
        <p:sp>
          <p:nvSpPr>
            <p:cNvPr id="11" name="Rectangle 10"/>
            <p:cNvSpPr/>
            <p:nvPr/>
          </p:nvSpPr>
          <p:spPr>
            <a:xfrm>
              <a:off x="1191900" y="4099298"/>
              <a:ext cx="9821843" cy="338554"/>
            </a:xfrm>
            <a:prstGeom prst="rect">
              <a:avLst/>
            </a:prstGeom>
            <a:solidFill>
              <a:schemeClr val="tx1">
                <a:lumMod val="75000"/>
                <a:lumOff val="25000"/>
              </a:schemeClr>
            </a:solidFill>
          </p:spPr>
          <p:txBody>
            <a:bodyPr wrap="square">
              <a:spAutoFit/>
            </a:bodyPr>
            <a:lstStyle/>
            <a:p>
              <a:r>
                <a:rPr lang="en-US" sz="1600" dirty="0">
                  <a:solidFill>
                    <a:schemeClr val="bg1"/>
                  </a:solidFill>
                </a:rPr>
                <a:t>Each of these operations gives you different ways to control the flow of your graph interrupted.</a:t>
              </a:r>
              <a:endParaRPr lang="en-IN" sz="1600" dirty="0">
                <a:solidFill>
                  <a:schemeClr val="bg1"/>
                </a:solidFill>
              </a:endParaRPr>
            </a:p>
          </p:txBody>
        </p:sp>
        <p:sp>
          <p:nvSpPr>
            <p:cNvPr id="12" name="Rectangle 11"/>
            <p:cNvSpPr/>
            <p:nvPr/>
          </p:nvSpPr>
          <p:spPr>
            <a:xfrm>
              <a:off x="1269241" y="610240"/>
              <a:ext cx="9744501" cy="461665"/>
            </a:xfrm>
            <a:prstGeom prst="rect">
              <a:avLst/>
            </a:prstGeom>
            <a:solidFill>
              <a:schemeClr val="tx1">
                <a:lumMod val="75000"/>
                <a:lumOff val="25000"/>
              </a:schemeClr>
            </a:solidFill>
            <a:ln w="3175">
              <a:solidFill>
                <a:schemeClr val="accent1"/>
              </a:solidFill>
            </a:ln>
          </p:spPr>
          <p:txBody>
            <a:bodyPr wrap="square">
              <a:spAutoFit/>
            </a:bodyPr>
            <a:lstStyle/>
            <a:p>
              <a:pPr algn="ctr"/>
              <a:r>
                <a:rPr lang="en-IN" sz="2400" dirty="0">
                  <a:solidFill>
                    <a:schemeClr val="bg1"/>
                  </a:solidFill>
                  <a:latin typeface="Bahnschrift" pitchFamily="34" charset="0"/>
                </a:rPr>
                <a:t>Interrupts</a:t>
              </a:r>
              <a:endParaRPr lang="en-IN" sz="2000" dirty="0">
                <a:solidFill>
                  <a:schemeClr val="bg1"/>
                </a:solidFill>
                <a:latin typeface="Bahnschrift" pitchFamily="34" charset="0"/>
              </a:endParaRPr>
            </a:p>
          </p:txBody>
        </p:sp>
      </p:grpSp>
    </p:spTree>
    <p:extLst>
      <p:ext uri="{BB962C8B-B14F-4D97-AF65-F5344CB8AC3E}">
        <p14:creationId xmlns:p14="http://schemas.microsoft.com/office/powerpoint/2010/main" val="1555467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grpSp>
        <p:nvGrpSpPr>
          <p:cNvPr id="10" name="Group 9"/>
          <p:cNvGrpSpPr/>
          <p:nvPr/>
        </p:nvGrpSpPr>
        <p:grpSpPr>
          <a:xfrm>
            <a:off x="95534" y="79767"/>
            <a:ext cx="5516974" cy="2185214"/>
            <a:chOff x="216271" y="270038"/>
            <a:chExt cx="5476924" cy="2185214"/>
          </a:xfrm>
        </p:grpSpPr>
        <p:sp>
          <p:nvSpPr>
            <p:cNvPr id="2" name="Rectangle 1"/>
            <p:cNvSpPr>
              <a:spLocks noChangeArrowheads="1"/>
            </p:cNvSpPr>
            <p:nvPr/>
          </p:nvSpPr>
          <p:spPr bwMode="auto">
            <a:xfrm rot="10800000" flipV="1">
              <a:off x="216271" y="270038"/>
              <a:ext cx="5476924" cy="2185214"/>
            </a:xfrm>
            <a:prstGeom prst="rect">
              <a:avLst/>
            </a:prstGeom>
            <a:solidFill>
              <a:schemeClr val="bg2">
                <a:lumMod val="2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dirty="0" smtClean="0">
                  <a:ln>
                    <a:noFill/>
                  </a:ln>
                  <a:solidFill>
                    <a:srgbClr val="C586C0"/>
                  </a:solidFill>
                  <a:effectLst/>
                  <a:cs typeface="Arial" pitchFamily="34" charset="0"/>
                </a:rPr>
                <a:t>from</a:t>
              </a:r>
              <a:r>
                <a:rPr kumimoji="0" lang="en-US" sz="1700" b="0" i="0" u="none" strike="noStrike" cap="none" normalizeH="0" baseline="0" dirty="0" smtClean="0">
                  <a:ln>
                    <a:noFill/>
                  </a:ln>
                  <a:solidFill>
                    <a:srgbClr val="D4D4D4"/>
                  </a:solidFill>
                  <a:effectLst/>
                  <a:cs typeface="Arial" pitchFamily="34" charset="0"/>
                </a:rPr>
                <a:t> typing </a:t>
              </a:r>
              <a:r>
                <a:rPr kumimoji="0" lang="en-US" sz="1700" b="0" i="0" u="none" strike="noStrike" cap="none" normalizeH="0" baseline="0" dirty="0" smtClean="0">
                  <a:ln>
                    <a:noFill/>
                  </a:ln>
                  <a:solidFill>
                    <a:srgbClr val="569CD6"/>
                  </a:solidFill>
                  <a:effectLst/>
                  <a:cs typeface="Arial" pitchFamily="34" charset="0"/>
                </a:rPr>
                <a:t>import</a:t>
              </a:r>
              <a:r>
                <a:rPr kumimoji="0" lang="en-US" sz="1700" b="0" i="0" u="none" strike="noStrike" cap="none" normalizeH="0" baseline="0" dirty="0" smtClean="0">
                  <a:ln>
                    <a:noFill/>
                  </a:ln>
                  <a:solidFill>
                    <a:srgbClr val="D4D4D4"/>
                  </a:solidFill>
                  <a:effectLst/>
                  <a:cs typeface="Arial" pitchFamily="34" charset="0"/>
                </a:rPr>
                <a:t> TypedDict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dirty="0" smtClean="0">
                  <a:ln>
                    <a:noFill/>
                  </a:ln>
                  <a:solidFill>
                    <a:srgbClr val="C586C0"/>
                  </a:solidFill>
                  <a:effectLst/>
                  <a:cs typeface="Arial" pitchFamily="34" charset="0"/>
                </a:rPr>
                <a:t>from</a:t>
              </a:r>
              <a:r>
                <a:rPr kumimoji="0" lang="en-US" sz="1700" b="0" i="0" u="none" strike="noStrike" cap="none" normalizeH="0" baseline="0" dirty="0" smtClean="0">
                  <a:ln>
                    <a:noFill/>
                  </a:ln>
                  <a:solidFill>
                    <a:srgbClr val="D4D4D4"/>
                  </a:solidFill>
                  <a:effectLst/>
                  <a:cs typeface="Arial" pitchFamily="34" charset="0"/>
                </a:rPr>
                <a:t> langgraph.graph </a:t>
              </a:r>
              <a:r>
                <a:rPr kumimoji="0" lang="en-US" sz="1700" b="0" i="0" u="none" strike="noStrike" cap="none" normalizeH="0" baseline="0" dirty="0" smtClean="0">
                  <a:ln>
                    <a:noFill/>
                  </a:ln>
                  <a:solidFill>
                    <a:srgbClr val="569CD6"/>
                  </a:solidFill>
                  <a:effectLst/>
                  <a:cs typeface="Arial" pitchFamily="34" charset="0"/>
                </a:rPr>
                <a:t>import</a:t>
              </a:r>
              <a:r>
                <a:rPr kumimoji="0" lang="en-US" sz="1700" b="0" i="0" u="none" strike="noStrike" cap="none" normalizeH="0" baseline="0" dirty="0" smtClean="0">
                  <a:ln>
                    <a:noFill/>
                  </a:ln>
                  <a:solidFill>
                    <a:srgbClr val="D4D4D4"/>
                  </a:solidFill>
                  <a:effectLst/>
                  <a:cs typeface="Arial" pitchFamily="34" charset="0"/>
                </a:rPr>
                <a:t> StateGraph, END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dirty="0" smtClean="0">
                  <a:ln>
                    <a:noFill/>
                  </a:ln>
                  <a:solidFill>
                    <a:schemeClr val="bg1"/>
                  </a:solidFill>
                  <a:effectLst/>
                  <a:cs typeface="Arial" pitchFamily="34" charset="0"/>
                </a:rPr>
                <a:t>from </a:t>
              </a:r>
              <a:r>
                <a:rPr lang="en-US" sz="1700" dirty="0">
                  <a:solidFill>
                    <a:srgbClr val="4EC9B0"/>
                  </a:solidFill>
                  <a:cs typeface="Arial" pitchFamily="34" charset="0"/>
                </a:rPr>
                <a:t>langgraph.types </a:t>
              </a:r>
              <a:r>
                <a:rPr kumimoji="0" lang="en-US" sz="1700" b="0" i="0" u="none" strike="noStrike" cap="none" normalizeH="0" baseline="0" dirty="0" smtClean="0">
                  <a:ln>
                    <a:noFill/>
                  </a:ln>
                  <a:solidFill>
                    <a:schemeClr val="bg1"/>
                  </a:solidFill>
                  <a:effectLst/>
                  <a:cs typeface="Arial" pitchFamily="34" charset="0"/>
                </a:rPr>
                <a:t>import </a:t>
              </a:r>
              <a:r>
                <a:rPr lang="en-US" sz="1700" dirty="0">
                  <a:solidFill>
                    <a:srgbClr val="4EC9B0"/>
                  </a:solidFill>
                  <a:cs typeface="Arial" pitchFamily="34" charset="0"/>
                </a:rPr>
                <a:t>Command </a:t>
              </a:r>
            </a:p>
            <a:p>
              <a:pPr fontAlgn="base">
                <a:spcBef>
                  <a:spcPct val="0"/>
                </a:spcBef>
                <a:spcAft>
                  <a:spcPct val="0"/>
                </a:spcAft>
              </a:pPr>
              <a:r>
                <a:rPr lang="en-IN" sz="1700" dirty="0">
                  <a:solidFill>
                    <a:schemeClr val="bg1"/>
                  </a:solidFill>
                </a:rPr>
                <a:t>from </a:t>
              </a:r>
              <a:r>
                <a:rPr lang="en-IN" sz="1700" dirty="0">
                  <a:solidFill>
                    <a:srgbClr val="4EC9B0"/>
                  </a:solidFill>
                  <a:cs typeface="Arial" pitchFamily="34" charset="0"/>
                </a:rPr>
                <a:t>langgraph.checkpoint.memory </a:t>
              </a:r>
              <a:r>
                <a:rPr lang="en-IN" sz="1700" dirty="0">
                  <a:solidFill>
                    <a:schemeClr val="bg1"/>
                  </a:solidFill>
                </a:rPr>
                <a:t>import </a:t>
              </a:r>
              <a:r>
                <a:rPr lang="en-IN" sz="1700" dirty="0" smtClean="0">
                  <a:solidFill>
                    <a:srgbClr val="4EC9B0"/>
                  </a:solidFill>
                  <a:cs typeface="Arial" pitchFamily="34" charset="0"/>
                </a:rPr>
                <a:t>MemorySaver</a:t>
              </a:r>
            </a:p>
            <a:p>
              <a:pPr fontAlgn="base">
                <a:spcBef>
                  <a:spcPct val="0"/>
                </a:spcBef>
                <a:spcAft>
                  <a:spcPct val="0"/>
                </a:spcAft>
              </a:pPr>
              <a:endParaRPr lang="en-IN" sz="1700" dirty="0">
                <a:solidFill>
                  <a:srgbClr val="4EC9B0"/>
                </a:solidFill>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dirty="0" smtClean="0">
                  <a:ln>
                    <a:noFill/>
                  </a:ln>
                  <a:solidFill>
                    <a:srgbClr val="569CD6"/>
                  </a:solidFill>
                  <a:effectLst/>
                  <a:cs typeface="Arial" pitchFamily="34" charset="0"/>
                </a:rPr>
                <a:t>class</a:t>
              </a:r>
              <a:r>
                <a:rPr kumimoji="0" lang="en-US" sz="1700" b="0" i="0" u="none" strike="noStrike" cap="none" normalizeH="0" baseline="0" dirty="0" smtClean="0">
                  <a:ln>
                    <a:noFill/>
                  </a:ln>
                  <a:solidFill>
                    <a:srgbClr val="D4D4D4"/>
                  </a:solidFill>
                  <a:effectLst/>
                  <a:cs typeface="Arial" pitchFamily="34" charset="0"/>
                </a:rPr>
                <a:t> </a:t>
              </a:r>
              <a:r>
                <a:rPr kumimoji="0" lang="en-US" sz="1700" b="0" i="0" u="none" strike="noStrike" cap="none" normalizeH="0" baseline="0" dirty="0" smtClean="0">
                  <a:ln>
                    <a:noFill/>
                  </a:ln>
                  <a:solidFill>
                    <a:srgbClr val="4EC9B0"/>
                  </a:solidFill>
                  <a:effectLst/>
                  <a:cs typeface="Arial" pitchFamily="34" charset="0"/>
                </a:rPr>
                <a:t>BaiscChatState</a:t>
              </a:r>
              <a:r>
                <a:rPr kumimoji="0" lang="en-US" sz="1700" b="0" i="0" u="none" strike="noStrike" cap="none" normalizeH="0" baseline="0" dirty="0" smtClean="0">
                  <a:ln>
                    <a:noFill/>
                  </a:ln>
                  <a:solidFill>
                    <a:srgbClr val="D4D4D4"/>
                  </a:solidFill>
                  <a:effectLst/>
                  <a:cs typeface="Arial" pitchFamily="34" charset="0"/>
                </a:rPr>
                <a:t>(TypedDict):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dirty="0" smtClean="0">
                  <a:ln>
                    <a:noFill/>
                  </a:ln>
                  <a:solidFill>
                    <a:srgbClr val="D4D4D4"/>
                  </a:solidFill>
                  <a:effectLst/>
                  <a:cs typeface="Arial" pitchFamily="34" charset="0"/>
                </a:rPr>
                <a:t>text: </a:t>
              </a:r>
              <a:r>
                <a:rPr kumimoji="0" lang="en-US" sz="1700" b="0" i="0" u="none" strike="noStrike" cap="none" normalizeH="0" baseline="0" dirty="0" smtClean="0">
                  <a:ln>
                    <a:noFill/>
                  </a:ln>
                  <a:solidFill>
                    <a:srgbClr val="4EC9B0"/>
                  </a:solidFill>
                  <a:effectLst/>
                  <a:cs typeface="Arial" pitchFamily="34" charset="0"/>
                </a:rPr>
                <a:t>str</a:t>
              </a:r>
              <a:r>
                <a:rPr kumimoji="0" lang="en-US" sz="1700" b="0" i="0" u="none" strike="noStrike" cap="none" normalizeH="0" baseline="0" dirty="0" smtClean="0">
                  <a:ln>
                    <a:noFill/>
                  </a:ln>
                  <a:solidFill>
                    <a:srgbClr val="D4D4D4"/>
                  </a:solidFill>
                  <a:effectLst/>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endParaRPr lang="en-US" sz="1700" dirty="0">
                <a:solidFill>
                  <a:srgbClr val="D4D4D4"/>
                </a:solidFill>
                <a:cs typeface="Arial" pitchFamily="34" charset="0"/>
              </a:endParaRPr>
            </a:p>
          </p:txBody>
        </p:sp>
        <p:sp>
          <p:nvSpPr>
            <p:cNvPr id="7" name="Oval 6"/>
            <p:cNvSpPr/>
            <p:nvPr/>
          </p:nvSpPr>
          <p:spPr>
            <a:xfrm>
              <a:off x="5164157" y="450038"/>
              <a:ext cx="357387" cy="360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ahnschrift" pitchFamily="34" charset="0"/>
                </a:rPr>
                <a:t>1</a:t>
              </a:r>
              <a:endParaRPr lang="en-IN" dirty="0">
                <a:latin typeface="Bahnschrift" pitchFamily="34" charset="0"/>
              </a:endParaRPr>
            </a:p>
          </p:txBody>
        </p:sp>
      </p:grpSp>
      <p:grpSp>
        <p:nvGrpSpPr>
          <p:cNvPr id="15" name="Group 14"/>
          <p:cNvGrpSpPr/>
          <p:nvPr/>
        </p:nvGrpSpPr>
        <p:grpSpPr>
          <a:xfrm>
            <a:off x="4287036" y="1502121"/>
            <a:ext cx="7258970" cy="5170646"/>
            <a:chOff x="4287036" y="1502121"/>
            <a:chExt cx="7258970" cy="5170646"/>
          </a:xfrm>
        </p:grpSpPr>
        <p:sp>
          <p:nvSpPr>
            <p:cNvPr id="5" name="Rectangle 1"/>
            <p:cNvSpPr>
              <a:spLocks noChangeArrowheads="1"/>
            </p:cNvSpPr>
            <p:nvPr/>
          </p:nvSpPr>
          <p:spPr bwMode="auto">
            <a:xfrm>
              <a:off x="4287036" y="1502121"/>
              <a:ext cx="7258970" cy="5170646"/>
            </a:xfrm>
            <a:prstGeom prst="rect">
              <a:avLst/>
            </a:prstGeom>
            <a:solidFill>
              <a:schemeClr val="bg2">
                <a:lumMod val="25000"/>
              </a:schemeClr>
            </a:solidFill>
            <a:ln>
              <a:solidFill>
                <a:schemeClr val="accent1"/>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569CD6"/>
                  </a:solidFill>
                  <a:effectLst/>
                  <a:cs typeface="Arial" pitchFamily="34" charset="0"/>
                </a:rPr>
                <a:t>def</a:t>
              </a:r>
              <a:r>
                <a:rPr kumimoji="0" lang="en-US" sz="1600" b="0" i="0" u="none" strike="noStrike" cap="none" normalizeH="0" baseline="0" dirty="0" smtClean="0">
                  <a:ln>
                    <a:noFill/>
                  </a:ln>
                  <a:solidFill>
                    <a:srgbClr val="D4D4D4"/>
                  </a:solidFill>
                  <a:effectLst/>
                  <a:cs typeface="Arial" pitchFamily="34" charset="0"/>
                </a:rPr>
                <a:t> </a:t>
              </a:r>
              <a:r>
                <a:rPr kumimoji="0" lang="en-US" sz="1600" b="0" i="0" u="none" strike="noStrike" cap="none" normalizeH="0" baseline="0" dirty="0" smtClean="0">
                  <a:ln>
                    <a:noFill/>
                  </a:ln>
                  <a:solidFill>
                    <a:srgbClr val="DCDCAA"/>
                  </a:solidFill>
                  <a:effectLst/>
                  <a:cs typeface="Arial" pitchFamily="34" charset="0"/>
                </a:rPr>
                <a:t>node_a</a:t>
              </a:r>
              <a:r>
                <a:rPr kumimoji="0" lang="en-US" sz="1600" b="0" i="0" u="none" strike="noStrike" cap="none" normalizeH="0" baseline="0" dirty="0" smtClean="0">
                  <a:ln>
                    <a:noFill/>
                  </a:ln>
                  <a:solidFill>
                    <a:srgbClr val="D4D4D4"/>
                  </a:solidFill>
                  <a:effectLst/>
                  <a:cs typeface="Arial" pitchFamily="34" charset="0"/>
                </a:rPr>
                <a:t>(state: BaiscChatState): </a:t>
              </a:r>
            </a:p>
            <a:p>
              <a:pPr lvl="1" fontAlgn="base">
                <a:spcBef>
                  <a:spcPct val="0"/>
                </a:spcBef>
                <a:spcAft>
                  <a:spcPct val="0"/>
                </a:spcAft>
              </a:pPr>
              <a:r>
                <a:rPr kumimoji="0" lang="en-US" sz="1600" b="0" i="0" u="none" strike="noStrike" cap="none" normalizeH="0" baseline="0" dirty="0" smtClean="0">
                  <a:ln>
                    <a:noFill/>
                  </a:ln>
                  <a:solidFill>
                    <a:srgbClr val="DCDCAA"/>
                  </a:solidFill>
                  <a:effectLst/>
                  <a:cs typeface="Arial" pitchFamily="34" charset="0"/>
                </a:rPr>
                <a:t>print</a:t>
              </a:r>
              <a:r>
                <a:rPr kumimoji="0" lang="en-US" sz="1600" b="0" i="0" u="none" strike="noStrike" cap="none" normalizeH="0" baseline="0" dirty="0" smtClean="0">
                  <a:ln>
                    <a:noFill/>
                  </a:ln>
                  <a:solidFill>
                    <a:srgbClr val="D4D4D4"/>
                  </a:solidFill>
                  <a:effectLst/>
                  <a:cs typeface="Arial" pitchFamily="34" charset="0"/>
                </a:rPr>
                <a:t>(</a:t>
              </a:r>
              <a:r>
                <a:rPr kumimoji="0" lang="en-US" sz="1600" b="0" i="0" u="none" strike="noStrike" cap="none" normalizeH="0" baseline="0" dirty="0" smtClean="0">
                  <a:ln>
                    <a:noFill/>
                  </a:ln>
                  <a:solidFill>
                    <a:srgbClr val="CE9178"/>
                  </a:solidFill>
                  <a:effectLst/>
                  <a:cs typeface="Arial" pitchFamily="34" charset="0"/>
                </a:rPr>
                <a:t>"node_a"</a:t>
              </a:r>
              <a:r>
                <a:rPr kumimoji="0" lang="en-US" sz="1600" b="0" i="0" u="none" strike="noStrike" cap="none" normalizeH="0" baseline="0" dirty="0" smtClean="0">
                  <a:ln>
                    <a:noFill/>
                  </a:ln>
                  <a:solidFill>
                    <a:srgbClr val="D4D4D4"/>
                  </a:solidFill>
                  <a:effectLst/>
                  <a:cs typeface="Arial" pitchFamily="34" charset="0"/>
                </a:rPr>
                <a:t>) </a:t>
              </a:r>
            </a:p>
            <a:p>
              <a:pPr lvl="1" fontAlgn="base">
                <a:spcBef>
                  <a:spcPct val="0"/>
                </a:spcBef>
                <a:spcAft>
                  <a:spcPct val="0"/>
                </a:spcAft>
              </a:pPr>
              <a:r>
                <a:rPr kumimoji="0" lang="en-US" sz="1600" b="0" i="0" u="none" strike="noStrike" cap="none" normalizeH="0" baseline="0" dirty="0" smtClean="0">
                  <a:ln>
                    <a:noFill/>
                  </a:ln>
                  <a:solidFill>
                    <a:srgbClr val="569CD6"/>
                  </a:solidFill>
                  <a:effectLst/>
                  <a:cs typeface="Arial" pitchFamily="34" charset="0"/>
                </a:rPr>
                <a:t>return</a:t>
              </a:r>
              <a:r>
                <a:rPr kumimoji="0" lang="en-US" sz="1600" b="0" i="0" u="none" strike="noStrike" cap="none" normalizeH="0" baseline="0" dirty="0" smtClean="0">
                  <a:ln>
                    <a:noFill/>
                  </a:ln>
                  <a:solidFill>
                    <a:srgbClr val="D4D4D4"/>
                  </a:solidFill>
                  <a:effectLst/>
                  <a:cs typeface="Arial" pitchFamily="34" charset="0"/>
                </a:rPr>
                <a:t> Command( goto=</a:t>
              </a:r>
              <a:r>
                <a:rPr kumimoji="0" lang="en-US" sz="1600" b="0" i="0" u="none" strike="noStrike" cap="none" normalizeH="0" baseline="0" dirty="0" smtClean="0">
                  <a:ln>
                    <a:noFill/>
                  </a:ln>
                  <a:solidFill>
                    <a:srgbClr val="CE9178"/>
                  </a:solidFill>
                  <a:effectLst/>
                  <a:cs typeface="Arial" pitchFamily="34" charset="0"/>
                </a:rPr>
                <a:t>"node_b"</a:t>
              </a:r>
              <a:r>
                <a:rPr kumimoji="0" lang="en-US" sz="1600" b="0" i="0" u="none" strike="noStrike" cap="none" normalizeH="0" baseline="0" dirty="0" smtClean="0">
                  <a:ln>
                    <a:noFill/>
                  </a:ln>
                  <a:solidFill>
                    <a:srgbClr val="D4D4D4"/>
                  </a:solidFill>
                  <a:effectLst/>
                  <a:cs typeface="Arial" pitchFamily="34" charset="0"/>
                </a:rPr>
                <a:t>, update={ </a:t>
              </a:r>
              <a:r>
                <a:rPr kumimoji="0" lang="en-US" sz="1600" b="0" i="0" u="none" strike="noStrike" cap="none" normalizeH="0" baseline="0" dirty="0" smtClean="0">
                  <a:ln>
                    <a:noFill/>
                  </a:ln>
                  <a:solidFill>
                    <a:srgbClr val="CE9178"/>
                  </a:solidFill>
                  <a:effectLst/>
                  <a:cs typeface="Arial" pitchFamily="34" charset="0"/>
                </a:rPr>
                <a:t>"text"</a:t>
              </a:r>
              <a:r>
                <a:rPr kumimoji="0" lang="en-US" sz="1600" b="0" i="0" u="none" strike="noStrike" cap="none" normalizeH="0" baseline="0" dirty="0" smtClean="0">
                  <a:ln>
                    <a:noFill/>
                  </a:ln>
                  <a:solidFill>
                    <a:srgbClr val="D4D4D4"/>
                  </a:solidFill>
                  <a:effectLst/>
                  <a:cs typeface="Arial" pitchFamily="34" charset="0"/>
                </a:rPr>
                <a:t>: state[</a:t>
              </a:r>
              <a:r>
                <a:rPr kumimoji="0" lang="en-US" sz="1600" b="0" i="0" u="none" strike="noStrike" cap="none" normalizeH="0" baseline="0" dirty="0" smtClean="0">
                  <a:ln>
                    <a:noFill/>
                  </a:ln>
                  <a:solidFill>
                    <a:srgbClr val="CE9178"/>
                  </a:solidFill>
                  <a:effectLst/>
                  <a:cs typeface="Arial" pitchFamily="34" charset="0"/>
                </a:rPr>
                <a:t>"text"</a:t>
              </a:r>
              <a:r>
                <a:rPr kumimoji="0" lang="en-US" sz="1600" b="0" i="0" u="none" strike="noStrike" cap="none" normalizeH="0" baseline="0" dirty="0" smtClean="0">
                  <a:ln>
                    <a:noFill/>
                  </a:ln>
                  <a:solidFill>
                    <a:srgbClr val="D4D4D4"/>
                  </a:solidFill>
                  <a:effectLst/>
                  <a:cs typeface="Arial" pitchFamily="34" charset="0"/>
                </a:rPr>
                <a:t>] + </a:t>
              </a:r>
              <a:r>
                <a:rPr kumimoji="0" lang="en-US" sz="1600" b="0" i="0" u="none" strike="noStrike" cap="none" normalizeH="0" baseline="0" dirty="0" smtClean="0">
                  <a:ln>
                    <a:noFill/>
                  </a:ln>
                  <a:solidFill>
                    <a:srgbClr val="CE9178"/>
                  </a:solidFill>
                  <a:effectLst/>
                  <a:cs typeface="Arial" pitchFamily="34" charset="0"/>
                </a:rPr>
                <a:t>'a'</a:t>
              </a:r>
              <a:r>
                <a:rPr kumimoji="0" lang="en-US" sz="1600" b="0" i="0" u="none" strike="noStrike" cap="none" normalizeH="0" baseline="0" dirty="0" smtClean="0">
                  <a:ln>
                    <a:noFill/>
                  </a:ln>
                  <a:solidFill>
                    <a:srgbClr val="D4D4D4"/>
                  </a:solidFill>
                  <a:effectLst/>
                  <a:cs typeface="Arial" pitchFamily="34" charset="0"/>
                </a:rPr>
                <a:t> } ) </a:t>
              </a:r>
            </a:p>
            <a:p>
              <a:pPr marL="0" marR="0" lvl="0" indent="0" algn="l" defTabSz="914400" rtl="0" eaLnBrk="1" fontAlgn="base" latinLnBrk="0" hangingPunct="1">
                <a:lnSpc>
                  <a:spcPct val="100000"/>
                </a:lnSpc>
                <a:spcBef>
                  <a:spcPct val="0"/>
                </a:spcBef>
                <a:spcAft>
                  <a:spcPct val="0"/>
                </a:spcAft>
                <a:buClrTx/>
                <a:buSzTx/>
                <a:buFontTx/>
                <a:buNone/>
                <a:tabLst/>
              </a:pPr>
              <a:endParaRPr lang="en-US" sz="1600" dirty="0">
                <a:solidFill>
                  <a:srgbClr val="D4D4D4"/>
                </a:solidFill>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569CD6"/>
                  </a:solidFill>
                  <a:effectLst/>
                  <a:cs typeface="Arial" pitchFamily="34" charset="0"/>
                </a:rPr>
                <a:t>def</a:t>
              </a:r>
              <a:r>
                <a:rPr kumimoji="0" lang="en-US" sz="1600" b="0" i="0" u="none" strike="noStrike" cap="none" normalizeH="0" baseline="0" dirty="0" smtClean="0">
                  <a:ln>
                    <a:noFill/>
                  </a:ln>
                  <a:solidFill>
                    <a:srgbClr val="D4D4D4"/>
                  </a:solidFill>
                  <a:effectLst/>
                  <a:cs typeface="Arial" pitchFamily="34" charset="0"/>
                </a:rPr>
                <a:t> </a:t>
              </a:r>
              <a:r>
                <a:rPr kumimoji="0" lang="en-US" sz="1600" b="0" i="0" u="none" strike="noStrike" cap="none" normalizeH="0" baseline="0" dirty="0" smtClean="0">
                  <a:ln>
                    <a:noFill/>
                  </a:ln>
                  <a:solidFill>
                    <a:srgbClr val="DCDCAA"/>
                  </a:solidFill>
                  <a:effectLst/>
                  <a:cs typeface="Arial" pitchFamily="34" charset="0"/>
                </a:rPr>
                <a:t>node_b</a:t>
              </a:r>
              <a:r>
                <a:rPr kumimoji="0" lang="en-US" sz="1600" b="0" i="0" u="none" strike="noStrike" cap="none" normalizeH="0" baseline="0" dirty="0" smtClean="0">
                  <a:ln>
                    <a:noFill/>
                  </a:ln>
                  <a:solidFill>
                    <a:srgbClr val="D4D4D4"/>
                  </a:solidFill>
                  <a:effectLst/>
                  <a:cs typeface="Arial" pitchFamily="34" charset="0"/>
                </a:rPr>
                <a:t>(state: BaiscChatState): </a:t>
              </a:r>
            </a:p>
            <a:p>
              <a:pPr lvl="1" fontAlgn="base">
                <a:spcBef>
                  <a:spcPct val="0"/>
                </a:spcBef>
                <a:spcAft>
                  <a:spcPct val="0"/>
                </a:spcAft>
              </a:pPr>
              <a:r>
                <a:rPr kumimoji="0" lang="en-US" sz="1600" b="0" i="0" u="none" strike="noStrike" cap="none" normalizeH="0" baseline="0" dirty="0" smtClean="0">
                  <a:ln>
                    <a:noFill/>
                  </a:ln>
                  <a:solidFill>
                    <a:srgbClr val="DCDCAA"/>
                  </a:solidFill>
                  <a:effectLst/>
                  <a:cs typeface="Arial" pitchFamily="34" charset="0"/>
                </a:rPr>
                <a:t>print</a:t>
              </a:r>
              <a:r>
                <a:rPr kumimoji="0" lang="en-US" sz="1600" b="0" i="0" u="none" strike="noStrike" cap="none" normalizeH="0" baseline="0" dirty="0" smtClean="0">
                  <a:ln>
                    <a:noFill/>
                  </a:ln>
                  <a:solidFill>
                    <a:srgbClr val="D4D4D4"/>
                  </a:solidFill>
                  <a:effectLst/>
                  <a:cs typeface="Arial" pitchFamily="34" charset="0"/>
                </a:rPr>
                <a:t>(</a:t>
              </a:r>
              <a:r>
                <a:rPr kumimoji="0" lang="en-US" sz="1600" b="0" i="0" u="none" strike="noStrike" cap="none" normalizeH="0" baseline="0" dirty="0" smtClean="0">
                  <a:ln>
                    <a:noFill/>
                  </a:ln>
                  <a:solidFill>
                    <a:srgbClr val="CE9178"/>
                  </a:solidFill>
                  <a:effectLst/>
                  <a:cs typeface="Arial" pitchFamily="34" charset="0"/>
                </a:rPr>
                <a:t>"node_b"</a:t>
              </a:r>
              <a:r>
                <a:rPr kumimoji="0" lang="en-US" sz="1600" b="0" i="0" u="none" strike="noStrike" cap="none" normalizeH="0" baseline="0" dirty="0" smtClean="0">
                  <a:ln>
                    <a:noFill/>
                  </a:ln>
                  <a:solidFill>
                    <a:srgbClr val="D4D4D4"/>
                  </a:solidFill>
                  <a:effectLst/>
                  <a:cs typeface="Arial" pitchFamily="34" charset="0"/>
                </a:rPr>
                <a:t>) </a:t>
              </a:r>
            </a:p>
            <a:p>
              <a:pPr lvl="1" fontAlgn="base">
                <a:spcBef>
                  <a:spcPct val="0"/>
                </a:spcBef>
                <a:spcAft>
                  <a:spcPct val="0"/>
                </a:spcAft>
              </a:pPr>
              <a:r>
                <a:rPr kumimoji="0" lang="en-US" sz="1600" b="0" i="0" u="none" strike="noStrike" cap="none" normalizeH="0" baseline="0" dirty="0" smtClean="0">
                  <a:ln>
                    <a:noFill/>
                  </a:ln>
                  <a:solidFill>
                    <a:srgbClr val="D4D4D4"/>
                  </a:solidFill>
                  <a:effectLst/>
                  <a:cs typeface="Arial" pitchFamily="34" charset="0"/>
                </a:rPr>
                <a:t>human_response = interrupt(</a:t>
              </a:r>
              <a:r>
                <a:rPr kumimoji="0" lang="en-US" sz="1600" b="0" i="0" u="none" strike="noStrike" cap="none" normalizeH="0" baseline="0" dirty="0" smtClean="0">
                  <a:ln>
                    <a:noFill/>
                  </a:ln>
                  <a:solidFill>
                    <a:srgbClr val="CE9178"/>
                  </a:solidFill>
                  <a:effectLst/>
                  <a:cs typeface="Arial" pitchFamily="34" charset="0"/>
                </a:rPr>
                <a:t>"do you want to go on C or D node?"</a:t>
              </a:r>
              <a:r>
                <a:rPr kumimoji="0" lang="en-US" sz="1600" b="0" i="0" u="none" strike="noStrike" cap="none" normalizeH="0" baseline="0" dirty="0" smtClean="0">
                  <a:ln>
                    <a:noFill/>
                  </a:ln>
                  <a:solidFill>
                    <a:srgbClr val="D4D4D4"/>
                  </a:solidFill>
                  <a:effectLst/>
                  <a:cs typeface="Arial" pitchFamily="34" charset="0"/>
                </a:rPr>
                <a:t>) </a:t>
              </a:r>
            </a:p>
            <a:p>
              <a:pPr lvl="1" fontAlgn="base">
                <a:spcBef>
                  <a:spcPct val="0"/>
                </a:spcBef>
                <a:spcAft>
                  <a:spcPct val="0"/>
                </a:spcAft>
              </a:pPr>
              <a:r>
                <a:rPr kumimoji="0" lang="en-US" sz="1600" b="0" i="0" u="none" strike="noStrike" cap="none" normalizeH="0" baseline="0" dirty="0" smtClean="0">
                  <a:ln>
                    <a:noFill/>
                  </a:ln>
                  <a:solidFill>
                    <a:srgbClr val="DCDCAA"/>
                  </a:solidFill>
                  <a:effectLst/>
                  <a:cs typeface="Arial" pitchFamily="34" charset="0"/>
                </a:rPr>
                <a:t>print</a:t>
              </a:r>
              <a:r>
                <a:rPr kumimoji="0" lang="en-US" sz="1600" b="0" i="0" u="none" strike="noStrike" cap="none" normalizeH="0" baseline="0" dirty="0" smtClean="0">
                  <a:ln>
                    <a:noFill/>
                  </a:ln>
                  <a:solidFill>
                    <a:srgbClr val="D4D4D4"/>
                  </a:solidFill>
                  <a:effectLst/>
                  <a:cs typeface="Arial" pitchFamily="34" charset="0"/>
                </a:rPr>
                <a:t>(</a:t>
              </a:r>
              <a:r>
                <a:rPr kumimoji="0" lang="en-US" sz="1600" b="0" i="0" u="none" strike="noStrike" cap="none" normalizeH="0" baseline="0" dirty="0" smtClean="0">
                  <a:ln>
                    <a:noFill/>
                  </a:ln>
                  <a:solidFill>
                    <a:srgbClr val="CE9178"/>
                  </a:solidFill>
                  <a:effectLst/>
                  <a:cs typeface="Arial" pitchFamily="34" charset="0"/>
                </a:rPr>
                <a:t>"Human Review Values: "</a:t>
              </a:r>
              <a:r>
                <a:rPr kumimoji="0" lang="en-US" sz="1600" b="0" i="0" u="none" strike="noStrike" cap="none" normalizeH="0" baseline="0" dirty="0" smtClean="0">
                  <a:ln>
                    <a:noFill/>
                  </a:ln>
                  <a:solidFill>
                    <a:srgbClr val="D4D4D4"/>
                  </a:solidFill>
                  <a:effectLst/>
                  <a:cs typeface="Arial" pitchFamily="34" charset="0"/>
                </a:rPr>
                <a:t>, human_response) </a:t>
              </a:r>
            </a:p>
            <a:p>
              <a:pPr lvl="1" fontAlgn="base">
                <a:spcBef>
                  <a:spcPct val="0"/>
                </a:spcBef>
                <a:spcAft>
                  <a:spcPct val="0"/>
                </a:spcAft>
              </a:pPr>
              <a:r>
                <a:rPr kumimoji="0" lang="en-US" sz="1600" b="0" i="0" u="none" strike="noStrike" cap="none" normalizeH="0" baseline="0" dirty="0" smtClean="0">
                  <a:ln>
                    <a:noFill/>
                  </a:ln>
                  <a:solidFill>
                    <a:srgbClr val="569CD6"/>
                  </a:solidFill>
                  <a:effectLst/>
                  <a:cs typeface="Arial" pitchFamily="34" charset="0"/>
                </a:rPr>
                <a:t>if</a:t>
              </a:r>
              <a:r>
                <a:rPr kumimoji="0" lang="en-US" sz="1600" b="0" i="0" u="none" strike="noStrike" cap="none" normalizeH="0" baseline="0" dirty="0" smtClean="0">
                  <a:ln>
                    <a:noFill/>
                  </a:ln>
                  <a:solidFill>
                    <a:srgbClr val="D4D4D4"/>
                  </a:solidFill>
                  <a:effectLst/>
                  <a:cs typeface="Arial" pitchFamily="34" charset="0"/>
                </a:rPr>
                <a:t> human_response == </a:t>
              </a:r>
              <a:r>
                <a:rPr kumimoji="0" lang="en-US" sz="1600" b="0" i="0" u="none" strike="noStrike" cap="none" normalizeH="0" baseline="0" dirty="0" smtClean="0">
                  <a:ln>
                    <a:noFill/>
                  </a:ln>
                  <a:solidFill>
                    <a:srgbClr val="CE9178"/>
                  </a:solidFill>
                  <a:effectLst/>
                  <a:cs typeface="Arial" pitchFamily="34" charset="0"/>
                </a:rPr>
                <a:t>"C"</a:t>
              </a:r>
              <a:r>
                <a:rPr kumimoji="0" lang="en-US" sz="1600" b="0" i="0" u="none" strike="noStrike" cap="none" normalizeH="0" baseline="0" dirty="0" smtClean="0">
                  <a:ln>
                    <a:noFill/>
                  </a:ln>
                  <a:solidFill>
                    <a:srgbClr val="D4D4D4"/>
                  </a:solidFill>
                  <a:effectLst/>
                  <a:cs typeface="Arial" pitchFamily="34" charset="0"/>
                </a:rPr>
                <a:t>: </a:t>
              </a:r>
            </a:p>
            <a:p>
              <a:pPr lvl="2" fontAlgn="base">
                <a:spcBef>
                  <a:spcPct val="0"/>
                </a:spcBef>
                <a:spcAft>
                  <a:spcPct val="0"/>
                </a:spcAft>
              </a:pPr>
              <a:r>
                <a:rPr kumimoji="0" lang="en-US" sz="1600" b="0" i="0" u="none" strike="noStrike" cap="none" normalizeH="0" baseline="0" dirty="0" smtClean="0">
                  <a:ln>
                    <a:noFill/>
                  </a:ln>
                  <a:solidFill>
                    <a:srgbClr val="569CD6"/>
                  </a:solidFill>
                  <a:effectLst/>
                  <a:cs typeface="Arial" pitchFamily="34" charset="0"/>
                </a:rPr>
                <a:t>return</a:t>
              </a:r>
              <a:r>
                <a:rPr kumimoji="0" lang="en-US" sz="1600" b="0" i="0" u="none" strike="noStrike" cap="none" normalizeH="0" baseline="0" dirty="0" smtClean="0">
                  <a:ln>
                    <a:noFill/>
                  </a:ln>
                  <a:solidFill>
                    <a:srgbClr val="D4D4D4"/>
                  </a:solidFill>
                  <a:effectLst/>
                  <a:cs typeface="Arial" pitchFamily="34" charset="0"/>
                </a:rPr>
                <a:t> Command( goto=</a:t>
              </a:r>
              <a:r>
                <a:rPr kumimoji="0" lang="en-US" sz="1600" b="0" i="0" u="none" strike="noStrike" cap="none" normalizeH="0" baseline="0" dirty="0" smtClean="0">
                  <a:ln>
                    <a:noFill/>
                  </a:ln>
                  <a:solidFill>
                    <a:srgbClr val="CE9178"/>
                  </a:solidFill>
                  <a:effectLst/>
                  <a:cs typeface="Arial" pitchFamily="34" charset="0"/>
                </a:rPr>
                <a:t>"node_c"</a:t>
              </a:r>
              <a:r>
                <a:rPr kumimoji="0" lang="en-US" sz="1600" b="0" i="0" u="none" strike="noStrike" cap="none" normalizeH="0" baseline="0" dirty="0" smtClean="0">
                  <a:ln>
                    <a:noFill/>
                  </a:ln>
                  <a:solidFill>
                    <a:srgbClr val="D4D4D4"/>
                  </a:solidFill>
                  <a:effectLst/>
                  <a:cs typeface="Arial" pitchFamily="34" charset="0"/>
                </a:rPr>
                <a:t>, update={ </a:t>
              </a:r>
              <a:r>
                <a:rPr kumimoji="0" lang="en-US" sz="1600" b="0" i="0" u="none" strike="noStrike" cap="none" normalizeH="0" baseline="0" dirty="0" smtClean="0">
                  <a:ln>
                    <a:noFill/>
                  </a:ln>
                  <a:solidFill>
                    <a:srgbClr val="CE9178"/>
                  </a:solidFill>
                  <a:effectLst/>
                  <a:cs typeface="Arial" pitchFamily="34" charset="0"/>
                </a:rPr>
                <a:t>"text"</a:t>
              </a:r>
              <a:r>
                <a:rPr kumimoji="0" lang="en-US" sz="1600" b="0" i="0" u="none" strike="noStrike" cap="none" normalizeH="0" baseline="0" dirty="0" smtClean="0">
                  <a:ln>
                    <a:noFill/>
                  </a:ln>
                  <a:solidFill>
                    <a:srgbClr val="D4D4D4"/>
                  </a:solidFill>
                  <a:effectLst/>
                  <a:cs typeface="Arial" pitchFamily="34" charset="0"/>
                </a:rPr>
                <a:t>: state[</a:t>
              </a:r>
              <a:r>
                <a:rPr kumimoji="0" lang="en-US" sz="1600" b="0" i="0" u="none" strike="noStrike" cap="none" normalizeH="0" baseline="0" dirty="0" smtClean="0">
                  <a:ln>
                    <a:noFill/>
                  </a:ln>
                  <a:solidFill>
                    <a:srgbClr val="CE9178"/>
                  </a:solidFill>
                  <a:effectLst/>
                  <a:cs typeface="Arial" pitchFamily="34" charset="0"/>
                </a:rPr>
                <a:t>"text"</a:t>
              </a:r>
              <a:r>
                <a:rPr kumimoji="0" lang="en-US" sz="1600" b="0" i="0" u="none" strike="noStrike" cap="none" normalizeH="0" baseline="0" dirty="0" smtClean="0">
                  <a:ln>
                    <a:noFill/>
                  </a:ln>
                  <a:solidFill>
                    <a:srgbClr val="D4D4D4"/>
                  </a:solidFill>
                  <a:effectLst/>
                  <a:cs typeface="Arial" pitchFamily="34" charset="0"/>
                </a:rPr>
                <a:t>] + </a:t>
              </a:r>
              <a:r>
                <a:rPr kumimoji="0" lang="en-US" sz="1600" b="0" i="0" u="none" strike="noStrike" cap="none" normalizeH="0" baseline="0" dirty="0" smtClean="0">
                  <a:ln>
                    <a:noFill/>
                  </a:ln>
                  <a:solidFill>
                    <a:srgbClr val="CE9178"/>
                  </a:solidFill>
                  <a:effectLst/>
                  <a:cs typeface="Arial" pitchFamily="34" charset="0"/>
                </a:rPr>
                <a:t>'b'</a:t>
              </a:r>
              <a:r>
                <a:rPr kumimoji="0" lang="en-US" sz="1600" b="0" i="0" u="none" strike="noStrike" cap="none" normalizeH="0" baseline="0" dirty="0" smtClean="0">
                  <a:ln>
                    <a:noFill/>
                  </a:ln>
                  <a:solidFill>
                    <a:srgbClr val="D4D4D4"/>
                  </a:solidFill>
                  <a:effectLst/>
                  <a:cs typeface="Arial" pitchFamily="34" charset="0"/>
                </a:rPr>
                <a:t> } ) </a:t>
              </a:r>
            </a:p>
            <a:p>
              <a:pPr lvl="1" fontAlgn="base">
                <a:spcBef>
                  <a:spcPct val="0"/>
                </a:spcBef>
                <a:spcAft>
                  <a:spcPct val="0"/>
                </a:spcAft>
              </a:pPr>
              <a:r>
                <a:rPr kumimoji="0" lang="en-US" sz="1600" b="0" i="0" u="none" strike="noStrike" cap="none" normalizeH="0" baseline="0" dirty="0" smtClean="0">
                  <a:ln>
                    <a:noFill/>
                  </a:ln>
                  <a:solidFill>
                    <a:srgbClr val="569CD6"/>
                  </a:solidFill>
                  <a:effectLst/>
                  <a:cs typeface="Arial" pitchFamily="34" charset="0"/>
                </a:rPr>
                <a:t>elif</a:t>
              </a:r>
              <a:r>
                <a:rPr kumimoji="0" lang="en-US" sz="1600" b="0" i="0" u="none" strike="noStrike" cap="none" normalizeH="0" baseline="0" dirty="0" smtClean="0">
                  <a:ln>
                    <a:noFill/>
                  </a:ln>
                  <a:solidFill>
                    <a:srgbClr val="D4D4D4"/>
                  </a:solidFill>
                  <a:effectLst/>
                  <a:cs typeface="Arial" pitchFamily="34" charset="0"/>
                </a:rPr>
                <a:t> human_response == </a:t>
              </a:r>
              <a:r>
                <a:rPr kumimoji="0" lang="en-US" sz="1600" b="0" i="0" u="none" strike="noStrike" cap="none" normalizeH="0" baseline="0" dirty="0" smtClean="0">
                  <a:ln>
                    <a:noFill/>
                  </a:ln>
                  <a:solidFill>
                    <a:srgbClr val="CE9178"/>
                  </a:solidFill>
                  <a:effectLst/>
                  <a:cs typeface="Arial" pitchFamily="34" charset="0"/>
                </a:rPr>
                <a:t>"D"</a:t>
              </a:r>
              <a:r>
                <a:rPr kumimoji="0" lang="en-US" sz="1600" b="0" i="0" u="none" strike="noStrike" cap="none" normalizeH="0" baseline="0" dirty="0" smtClean="0">
                  <a:ln>
                    <a:noFill/>
                  </a:ln>
                  <a:solidFill>
                    <a:srgbClr val="D4D4D4"/>
                  </a:solidFill>
                  <a:effectLst/>
                  <a:cs typeface="Arial" pitchFamily="34" charset="0"/>
                </a:rPr>
                <a:t>: </a:t>
              </a:r>
            </a:p>
            <a:p>
              <a:pPr lvl="2" fontAlgn="base">
                <a:spcBef>
                  <a:spcPct val="0"/>
                </a:spcBef>
                <a:spcAft>
                  <a:spcPct val="0"/>
                </a:spcAft>
              </a:pPr>
              <a:r>
                <a:rPr kumimoji="0" lang="en-US" sz="1600" b="0" i="0" u="none" strike="noStrike" cap="none" normalizeH="0" baseline="0" dirty="0" smtClean="0">
                  <a:ln>
                    <a:noFill/>
                  </a:ln>
                  <a:solidFill>
                    <a:srgbClr val="569CD6"/>
                  </a:solidFill>
                  <a:effectLst/>
                  <a:cs typeface="Arial" pitchFamily="34" charset="0"/>
                </a:rPr>
                <a:t>return</a:t>
              </a:r>
              <a:r>
                <a:rPr kumimoji="0" lang="en-US" sz="1600" b="0" i="0" u="none" strike="noStrike" cap="none" normalizeH="0" baseline="0" dirty="0" smtClean="0">
                  <a:ln>
                    <a:noFill/>
                  </a:ln>
                  <a:solidFill>
                    <a:srgbClr val="D4D4D4"/>
                  </a:solidFill>
                  <a:effectLst/>
                  <a:cs typeface="Arial" pitchFamily="34" charset="0"/>
                </a:rPr>
                <a:t> Command( goto=</a:t>
              </a:r>
              <a:r>
                <a:rPr kumimoji="0" lang="en-US" sz="1600" b="0" i="0" u="none" strike="noStrike" cap="none" normalizeH="0" baseline="0" dirty="0" smtClean="0">
                  <a:ln>
                    <a:noFill/>
                  </a:ln>
                  <a:solidFill>
                    <a:srgbClr val="CE9178"/>
                  </a:solidFill>
                  <a:effectLst/>
                  <a:cs typeface="Arial" pitchFamily="34" charset="0"/>
                </a:rPr>
                <a:t>"node_d"</a:t>
              </a:r>
              <a:r>
                <a:rPr kumimoji="0" lang="en-US" sz="1600" b="0" i="0" u="none" strike="noStrike" cap="none" normalizeH="0" baseline="0" dirty="0" smtClean="0">
                  <a:ln>
                    <a:noFill/>
                  </a:ln>
                  <a:solidFill>
                    <a:srgbClr val="D4D4D4"/>
                  </a:solidFill>
                  <a:effectLst/>
                  <a:cs typeface="Arial" pitchFamily="34" charset="0"/>
                </a:rPr>
                <a:t>, update={ </a:t>
              </a:r>
              <a:r>
                <a:rPr kumimoji="0" lang="en-US" sz="1600" b="0" i="0" u="none" strike="noStrike" cap="none" normalizeH="0" baseline="0" dirty="0" smtClean="0">
                  <a:ln>
                    <a:noFill/>
                  </a:ln>
                  <a:solidFill>
                    <a:srgbClr val="CE9178"/>
                  </a:solidFill>
                  <a:effectLst/>
                  <a:cs typeface="Arial" pitchFamily="34" charset="0"/>
                </a:rPr>
                <a:t>"text"</a:t>
              </a:r>
              <a:r>
                <a:rPr kumimoji="0" lang="en-US" sz="1600" b="0" i="0" u="none" strike="noStrike" cap="none" normalizeH="0" baseline="0" dirty="0" smtClean="0">
                  <a:ln>
                    <a:noFill/>
                  </a:ln>
                  <a:solidFill>
                    <a:srgbClr val="D4D4D4"/>
                  </a:solidFill>
                  <a:effectLst/>
                  <a:cs typeface="Arial" pitchFamily="34" charset="0"/>
                </a:rPr>
                <a:t>: state[</a:t>
              </a:r>
              <a:r>
                <a:rPr kumimoji="0" lang="en-US" sz="1600" b="0" i="0" u="none" strike="noStrike" cap="none" normalizeH="0" baseline="0" dirty="0" smtClean="0">
                  <a:ln>
                    <a:noFill/>
                  </a:ln>
                  <a:solidFill>
                    <a:srgbClr val="CE9178"/>
                  </a:solidFill>
                  <a:effectLst/>
                  <a:cs typeface="Arial" pitchFamily="34" charset="0"/>
                </a:rPr>
                <a:t>"text"</a:t>
              </a:r>
              <a:r>
                <a:rPr kumimoji="0" lang="en-US" sz="1600" b="0" i="0" u="none" strike="noStrike" cap="none" normalizeH="0" baseline="0" dirty="0" smtClean="0">
                  <a:ln>
                    <a:noFill/>
                  </a:ln>
                  <a:solidFill>
                    <a:srgbClr val="D4D4D4"/>
                  </a:solidFill>
                  <a:effectLst/>
                  <a:cs typeface="Arial" pitchFamily="34" charset="0"/>
                </a:rPr>
                <a:t>] + </a:t>
              </a:r>
              <a:r>
                <a:rPr kumimoji="0" lang="en-US" sz="1600" b="0" i="0" u="none" strike="noStrike" cap="none" normalizeH="0" baseline="0" dirty="0" smtClean="0">
                  <a:ln>
                    <a:noFill/>
                  </a:ln>
                  <a:solidFill>
                    <a:srgbClr val="CE9178"/>
                  </a:solidFill>
                  <a:effectLst/>
                  <a:cs typeface="Arial" pitchFamily="34" charset="0"/>
                </a:rPr>
                <a:t>'b'</a:t>
              </a:r>
              <a:r>
                <a:rPr kumimoji="0" lang="en-US" sz="1600" b="0" i="0" u="none" strike="noStrike" cap="none" normalizeH="0" baseline="0" dirty="0" smtClean="0">
                  <a:ln>
                    <a:noFill/>
                  </a:ln>
                  <a:solidFill>
                    <a:srgbClr val="D4D4D4"/>
                  </a:solidFill>
                  <a:effectLst/>
                  <a:cs typeface="Arial" pitchFamily="34" charset="0"/>
                </a:rPr>
                <a:t> } ) </a:t>
              </a:r>
            </a:p>
            <a:p>
              <a:pPr marL="0" marR="0" lvl="0" indent="0" algn="l" defTabSz="914400" rtl="0" eaLnBrk="1" fontAlgn="base" latinLnBrk="0" hangingPunct="1">
                <a:lnSpc>
                  <a:spcPct val="100000"/>
                </a:lnSpc>
                <a:spcBef>
                  <a:spcPct val="0"/>
                </a:spcBef>
                <a:spcAft>
                  <a:spcPct val="0"/>
                </a:spcAft>
                <a:buClrTx/>
                <a:buSzTx/>
                <a:buFontTx/>
                <a:buNone/>
                <a:tabLst/>
              </a:pPr>
              <a:endParaRPr lang="en-US" sz="1600" dirty="0">
                <a:solidFill>
                  <a:srgbClr val="D4D4D4"/>
                </a:solidFill>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569CD6"/>
                  </a:solidFill>
                  <a:effectLst/>
                  <a:cs typeface="Arial" pitchFamily="34" charset="0"/>
                </a:rPr>
                <a:t>def</a:t>
              </a:r>
              <a:r>
                <a:rPr kumimoji="0" lang="en-US" sz="1600" b="0" i="0" u="none" strike="noStrike" cap="none" normalizeH="0" baseline="0" dirty="0" smtClean="0">
                  <a:ln>
                    <a:noFill/>
                  </a:ln>
                  <a:solidFill>
                    <a:srgbClr val="D4D4D4"/>
                  </a:solidFill>
                  <a:effectLst/>
                  <a:cs typeface="Arial" pitchFamily="34" charset="0"/>
                </a:rPr>
                <a:t> </a:t>
              </a:r>
              <a:r>
                <a:rPr kumimoji="0" lang="en-US" sz="1600" b="0" i="0" u="none" strike="noStrike" cap="none" normalizeH="0" baseline="0" dirty="0" smtClean="0">
                  <a:ln>
                    <a:noFill/>
                  </a:ln>
                  <a:solidFill>
                    <a:srgbClr val="DCDCAA"/>
                  </a:solidFill>
                  <a:effectLst/>
                  <a:cs typeface="Arial" pitchFamily="34" charset="0"/>
                </a:rPr>
                <a:t>node_c</a:t>
              </a:r>
              <a:r>
                <a:rPr kumimoji="0" lang="en-US" sz="1600" b="0" i="0" u="none" strike="noStrike" cap="none" normalizeH="0" baseline="0" dirty="0" smtClean="0">
                  <a:ln>
                    <a:noFill/>
                  </a:ln>
                  <a:solidFill>
                    <a:srgbClr val="D4D4D4"/>
                  </a:solidFill>
                  <a:effectLst/>
                  <a:cs typeface="Arial" pitchFamily="34" charset="0"/>
                </a:rPr>
                <a:t>(state: BaiscChatState): </a:t>
              </a:r>
            </a:p>
            <a:p>
              <a:pPr lvl="1" fontAlgn="base">
                <a:spcBef>
                  <a:spcPct val="0"/>
                </a:spcBef>
                <a:spcAft>
                  <a:spcPct val="0"/>
                </a:spcAft>
              </a:pPr>
              <a:r>
                <a:rPr kumimoji="0" lang="en-US" sz="1600" b="0" i="0" u="none" strike="noStrike" cap="none" normalizeH="0" baseline="0" dirty="0" smtClean="0">
                  <a:ln>
                    <a:noFill/>
                  </a:ln>
                  <a:solidFill>
                    <a:srgbClr val="DCDCAA"/>
                  </a:solidFill>
                  <a:effectLst/>
                  <a:cs typeface="Arial" pitchFamily="34" charset="0"/>
                </a:rPr>
                <a:t>print</a:t>
              </a:r>
              <a:r>
                <a:rPr kumimoji="0" lang="en-US" sz="1600" b="0" i="0" u="none" strike="noStrike" cap="none" normalizeH="0" baseline="0" dirty="0" smtClean="0">
                  <a:ln>
                    <a:noFill/>
                  </a:ln>
                  <a:solidFill>
                    <a:srgbClr val="D4D4D4"/>
                  </a:solidFill>
                  <a:effectLst/>
                  <a:cs typeface="Arial" pitchFamily="34" charset="0"/>
                </a:rPr>
                <a:t>(</a:t>
              </a:r>
              <a:r>
                <a:rPr kumimoji="0" lang="en-US" sz="1600" b="0" i="0" u="none" strike="noStrike" cap="none" normalizeH="0" baseline="0" dirty="0" smtClean="0">
                  <a:ln>
                    <a:noFill/>
                  </a:ln>
                  <a:solidFill>
                    <a:srgbClr val="CE9178"/>
                  </a:solidFill>
                  <a:effectLst/>
                  <a:cs typeface="Arial" pitchFamily="34" charset="0"/>
                </a:rPr>
                <a:t>"node_c"</a:t>
              </a:r>
              <a:r>
                <a:rPr kumimoji="0" lang="en-US" sz="1600" b="0" i="0" u="none" strike="noStrike" cap="none" normalizeH="0" baseline="0" dirty="0" smtClean="0">
                  <a:ln>
                    <a:noFill/>
                  </a:ln>
                  <a:solidFill>
                    <a:srgbClr val="D4D4D4"/>
                  </a:solidFill>
                  <a:effectLst/>
                  <a:cs typeface="Arial" pitchFamily="34" charset="0"/>
                </a:rPr>
                <a:t>) </a:t>
              </a:r>
            </a:p>
            <a:p>
              <a:pPr lvl="1" fontAlgn="base">
                <a:spcBef>
                  <a:spcPct val="0"/>
                </a:spcBef>
                <a:spcAft>
                  <a:spcPct val="0"/>
                </a:spcAft>
              </a:pPr>
              <a:r>
                <a:rPr kumimoji="0" lang="en-US" sz="1600" b="0" i="0" u="none" strike="noStrike" cap="none" normalizeH="0" baseline="0" dirty="0" smtClean="0">
                  <a:ln>
                    <a:noFill/>
                  </a:ln>
                  <a:solidFill>
                    <a:srgbClr val="569CD6"/>
                  </a:solidFill>
                  <a:effectLst/>
                  <a:cs typeface="Arial" pitchFamily="34" charset="0"/>
                </a:rPr>
                <a:t>return</a:t>
              </a:r>
              <a:r>
                <a:rPr kumimoji="0" lang="en-US" sz="1600" b="0" i="0" u="none" strike="noStrike" cap="none" normalizeH="0" baseline="0" dirty="0" smtClean="0">
                  <a:ln>
                    <a:noFill/>
                  </a:ln>
                  <a:solidFill>
                    <a:srgbClr val="D4D4D4"/>
                  </a:solidFill>
                  <a:effectLst/>
                  <a:cs typeface="Arial" pitchFamily="34" charset="0"/>
                </a:rPr>
                <a:t> Command( goto=</a:t>
              </a:r>
              <a:r>
                <a:rPr kumimoji="0" lang="en-US" sz="1600" b="0" i="0" u="none" strike="noStrike" cap="none" normalizeH="0" baseline="0" dirty="0" smtClean="0">
                  <a:ln>
                    <a:noFill/>
                  </a:ln>
                  <a:solidFill>
                    <a:srgbClr val="CE9178"/>
                  </a:solidFill>
                  <a:effectLst/>
                  <a:cs typeface="Arial" pitchFamily="34" charset="0"/>
                </a:rPr>
                <a:t>"node_d"</a:t>
              </a:r>
              <a:r>
                <a:rPr kumimoji="0" lang="en-US" sz="1600" b="0" i="0" u="none" strike="noStrike" cap="none" normalizeH="0" baseline="0" dirty="0" smtClean="0">
                  <a:ln>
                    <a:noFill/>
                  </a:ln>
                  <a:solidFill>
                    <a:srgbClr val="D4D4D4"/>
                  </a:solidFill>
                  <a:effectLst/>
                  <a:cs typeface="Arial" pitchFamily="34" charset="0"/>
                </a:rPr>
                <a:t>, update={ </a:t>
              </a:r>
              <a:r>
                <a:rPr kumimoji="0" lang="en-US" sz="1600" b="0" i="0" u="none" strike="noStrike" cap="none" normalizeH="0" baseline="0" dirty="0" smtClean="0">
                  <a:ln>
                    <a:noFill/>
                  </a:ln>
                  <a:solidFill>
                    <a:srgbClr val="CE9178"/>
                  </a:solidFill>
                  <a:effectLst/>
                  <a:cs typeface="Arial" pitchFamily="34" charset="0"/>
                </a:rPr>
                <a:t>"text"</a:t>
              </a:r>
              <a:r>
                <a:rPr kumimoji="0" lang="en-US" sz="1600" b="0" i="0" u="none" strike="noStrike" cap="none" normalizeH="0" baseline="0" dirty="0" smtClean="0">
                  <a:ln>
                    <a:noFill/>
                  </a:ln>
                  <a:solidFill>
                    <a:srgbClr val="D4D4D4"/>
                  </a:solidFill>
                  <a:effectLst/>
                  <a:cs typeface="Arial" pitchFamily="34" charset="0"/>
                </a:rPr>
                <a:t>: state[</a:t>
              </a:r>
              <a:r>
                <a:rPr kumimoji="0" lang="en-US" sz="1600" b="0" i="0" u="none" strike="noStrike" cap="none" normalizeH="0" baseline="0" dirty="0" smtClean="0">
                  <a:ln>
                    <a:noFill/>
                  </a:ln>
                  <a:solidFill>
                    <a:srgbClr val="CE9178"/>
                  </a:solidFill>
                  <a:effectLst/>
                  <a:cs typeface="Arial" pitchFamily="34" charset="0"/>
                </a:rPr>
                <a:t>"text"</a:t>
              </a:r>
              <a:r>
                <a:rPr kumimoji="0" lang="en-US" sz="1600" b="0" i="0" u="none" strike="noStrike" cap="none" normalizeH="0" baseline="0" dirty="0" smtClean="0">
                  <a:ln>
                    <a:noFill/>
                  </a:ln>
                  <a:solidFill>
                    <a:srgbClr val="D4D4D4"/>
                  </a:solidFill>
                  <a:effectLst/>
                  <a:cs typeface="Arial" pitchFamily="34" charset="0"/>
                </a:rPr>
                <a:t>] + </a:t>
              </a:r>
              <a:r>
                <a:rPr kumimoji="0" lang="en-US" sz="1600" b="0" i="0" u="none" strike="noStrike" cap="none" normalizeH="0" baseline="0" dirty="0" smtClean="0">
                  <a:ln>
                    <a:noFill/>
                  </a:ln>
                  <a:solidFill>
                    <a:srgbClr val="CE9178"/>
                  </a:solidFill>
                  <a:effectLst/>
                  <a:cs typeface="Arial" pitchFamily="34" charset="0"/>
                </a:rPr>
                <a:t>'c'</a:t>
              </a:r>
              <a:r>
                <a:rPr kumimoji="0" lang="en-US" sz="1600" b="0" i="0" u="none" strike="noStrike" cap="none" normalizeH="0" baseline="0" dirty="0" smtClean="0">
                  <a:ln>
                    <a:noFill/>
                  </a:ln>
                  <a:solidFill>
                    <a:srgbClr val="D4D4D4"/>
                  </a:solidFill>
                  <a:effectLst/>
                  <a:cs typeface="Arial" pitchFamily="34" charset="0"/>
                </a:rPr>
                <a:t> } ) </a:t>
              </a:r>
            </a:p>
            <a:p>
              <a:pPr marL="0" marR="0" lvl="0" indent="0" algn="l" defTabSz="914400" rtl="0" eaLnBrk="1" fontAlgn="base" latinLnBrk="0" hangingPunct="1">
                <a:lnSpc>
                  <a:spcPct val="100000"/>
                </a:lnSpc>
                <a:spcBef>
                  <a:spcPct val="0"/>
                </a:spcBef>
                <a:spcAft>
                  <a:spcPct val="0"/>
                </a:spcAft>
                <a:buClrTx/>
                <a:buSzTx/>
                <a:buFontTx/>
                <a:buNone/>
                <a:tabLst/>
              </a:pPr>
              <a:endParaRPr lang="en-US" sz="1600" dirty="0">
                <a:solidFill>
                  <a:srgbClr val="D4D4D4"/>
                </a:solidFill>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569CD6"/>
                  </a:solidFill>
                  <a:effectLst/>
                  <a:cs typeface="Arial" pitchFamily="34" charset="0"/>
                </a:rPr>
                <a:t>def</a:t>
              </a:r>
              <a:r>
                <a:rPr kumimoji="0" lang="en-US" sz="1600" b="0" i="0" u="none" strike="noStrike" cap="none" normalizeH="0" baseline="0" dirty="0" smtClean="0">
                  <a:ln>
                    <a:noFill/>
                  </a:ln>
                  <a:solidFill>
                    <a:srgbClr val="D4D4D4"/>
                  </a:solidFill>
                  <a:effectLst/>
                  <a:cs typeface="Arial" pitchFamily="34" charset="0"/>
                </a:rPr>
                <a:t> </a:t>
              </a:r>
              <a:r>
                <a:rPr kumimoji="0" lang="en-US" sz="1600" b="0" i="0" u="none" strike="noStrike" cap="none" normalizeH="0" baseline="0" dirty="0" smtClean="0">
                  <a:ln>
                    <a:noFill/>
                  </a:ln>
                  <a:solidFill>
                    <a:srgbClr val="DCDCAA"/>
                  </a:solidFill>
                  <a:effectLst/>
                  <a:cs typeface="Arial" pitchFamily="34" charset="0"/>
                </a:rPr>
                <a:t>node_d</a:t>
              </a:r>
              <a:r>
                <a:rPr kumimoji="0" lang="en-US" sz="1600" b="0" i="0" u="none" strike="noStrike" cap="none" normalizeH="0" baseline="0" dirty="0" smtClean="0">
                  <a:ln>
                    <a:noFill/>
                  </a:ln>
                  <a:solidFill>
                    <a:srgbClr val="D4D4D4"/>
                  </a:solidFill>
                  <a:effectLst/>
                  <a:cs typeface="Arial" pitchFamily="34" charset="0"/>
                </a:rPr>
                <a:t>(state: BaiscChatState): </a:t>
              </a:r>
            </a:p>
            <a:p>
              <a:pPr lvl="1" fontAlgn="base">
                <a:spcBef>
                  <a:spcPct val="0"/>
                </a:spcBef>
                <a:spcAft>
                  <a:spcPct val="0"/>
                </a:spcAft>
              </a:pPr>
              <a:r>
                <a:rPr kumimoji="0" lang="en-US" sz="1600" b="0" i="0" u="none" strike="noStrike" cap="none" normalizeH="0" baseline="0" dirty="0" smtClean="0">
                  <a:ln>
                    <a:noFill/>
                  </a:ln>
                  <a:solidFill>
                    <a:srgbClr val="DCDCAA"/>
                  </a:solidFill>
                  <a:effectLst/>
                  <a:cs typeface="Arial" pitchFamily="34" charset="0"/>
                </a:rPr>
                <a:t>print</a:t>
              </a:r>
              <a:r>
                <a:rPr kumimoji="0" lang="en-US" sz="1600" b="0" i="0" u="none" strike="noStrike" cap="none" normalizeH="0" baseline="0" dirty="0" smtClean="0">
                  <a:ln>
                    <a:noFill/>
                  </a:ln>
                  <a:solidFill>
                    <a:srgbClr val="D4D4D4"/>
                  </a:solidFill>
                  <a:effectLst/>
                  <a:cs typeface="Arial" pitchFamily="34" charset="0"/>
                </a:rPr>
                <a:t>(</a:t>
              </a:r>
              <a:r>
                <a:rPr kumimoji="0" lang="en-US" sz="1600" b="0" i="0" u="none" strike="noStrike" cap="none" normalizeH="0" baseline="0" dirty="0" smtClean="0">
                  <a:ln>
                    <a:noFill/>
                  </a:ln>
                  <a:solidFill>
                    <a:srgbClr val="CE9178"/>
                  </a:solidFill>
                  <a:effectLst/>
                  <a:cs typeface="Arial" pitchFamily="34" charset="0"/>
                </a:rPr>
                <a:t>"node_d"</a:t>
              </a:r>
              <a:r>
                <a:rPr kumimoji="0" lang="en-US" sz="1600" b="0" i="0" u="none" strike="noStrike" cap="none" normalizeH="0" baseline="0" dirty="0" smtClean="0">
                  <a:ln>
                    <a:noFill/>
                  </a:ln>
                  <a:solidFill>
                    <a:srgbClr val="D4D4D4"/>
                  </a:solidFill>
                  <a:effectLst/>
                  <a:cs typeface="Arial" pitchFamily="34" charset="0"/>
                </a:rPr>
                <a:t>) </a:t>
              </a:r>
            </a:p>
            <a:p>
              <a:pPr lvl="1" fontAlgn="base">
                <a:spcBef>
                  <a:spcPct val="0"/>
                </a:spcBef>
                <a:spcAft>
                  <a:spcPct val="0"/>
                </a:spcAft>
              </a:pPr>
              <a:r>
                <a:rPr kumimoji="0" lang="en-US" sz="1600" b="0" i="0" u="none" strike="noStrike" cap="none" normalizeH="0" baseline="0" dirty="0" smtClean="0">
                  <a:ln>
                    <a:noFill/>
                  </a:ln>
                  <a:solidFill>
                    <a:srgbClr val="569CD6"/>
                  </a:solidFill>
                  <a:effectLst/>
                  <a:cs typeface="Arial" pitchFamily="34" charset="0"/>
                </a:rPr>
                <a:t>return</a:t>
              </a:r>
              <a:r>
                <a:rPr kumimoji="0" lang="en-US" sz="1600" b="0" i="0" u="none" strike="noStrike" cap="none" normalizeH="0" baseline="0" dirty="0" smtClean="0">
                  <a:ln>
                    <a:noFill/>
                  </a:ln>
                  <a:solidFill>
                    <a:srgbClr val="D4D4D4"/>
                  </a:solidFill>
                  <a:effectLst/>
                  <a:cs typeface="Arial" pitchFamily="34" charset="0"/>
                </a:rPr>
                <a:t> Command( goto=END, update={ </a:t>
              </a:r>
              <a:r>
                <a:rPr kumimoji="0" lang="en-US" sz="1600" b="0" i="0" u="none" strike="noStrike" cap="none" normalizeH="0" baseline="0" dirty="0" smtClean="0">
                  <a:ln>
                    <a:noFill/>
                  </a:ln>
                  <a:solidFill>
                    <a:srgbClr val="CE9178"/>
                  </a:solidFill>
                  <a:effectLst/>
                  <a:cs typeface="Arial" pitchFamily="34" charset="0"/>
                </a:rPr>
                <a:t>"text"</a:t>
              </a:r>
              <a:r>
                <a:rPr kumimoji="0" lang="en-US" sz="1600" b="0" i="0" u="none" strike="noStrike" cap="none" normalizeH="0" baseline="0" dirty="0" smtClean="0">
                  <a:ln>
                    <a:noFill/>
                  </a:ln>
                  <a:solidFill>
                    <a:srgbClr val="D4D4D4"/>
                  </a:solidFill>
                  <a:effectLst/>
                  <a:cs typeface="Arial" pitchFamily="34" charset="0"/>
                </a:rPr>
                <a:t>: state[</a:t>
              </a:r>
              <a:r>
                <a:rPr kumimoji="0" lang="en-US" sz="1600" b="0" i="0" u="none" strike="noStrike" cap="none" normalizeH="0" baseline="0" dirty="0" smtClean="0">
                  <a:ln>
                    <a:noFill/>
                  </a:ln>
                  <a:solidFill>
                    <a:srgbClr val="CE9178"/>
                  </a:solidFill>
                  <a:effectLst/>
                  <a:cs typeface="Arial" pitchFamily="34" charset="0"/>
                </a:rPr>
                <a:t>"text"</a:t>
              </a:r>
              <a:r>
                <a:rPr kumimoji="0" lang="en-US" sz="1600" b="0" i="0" u="none" strike="noStrike" cap="none" normalizeH="0" baseline="0" dirty="0" smtClean="0">
                  <a:ln>
                    <a:noFill/>
                  </a:ln>
                  <a:solidFill>
                    <a:srgbClr val="D4D4D4"/>
                  </a:solidFill>
                  <a:effectLst/>
                  <a:cs typeface="Arial" pitchFamily="34" charset="0"/>
                </a:rPr>
                <a:t>] + </a:t>
              </a:r>
              <a:r>
                <a:rPr kumimoji="0" lang="en-US" sz="1600" b="0" i="0" u="none" strike="noStrike" cap="none" normalizeH="0" baseline="0" dirty="0" smtClean="0">
                  <a:ln>
                    <a:noFill/>
                  </a:ln>
                  <a:solidFill>
                    <a:srgbClr val="CE9178"/>
                  </a:solidFill>
                  <a:effectLst/>
                  <a:cs typeface="Arial" pitchFamily="34" charset="0"/>
                </a:rPr>
                <a:t>'d'</a:t>
              </a:r>
              <a:r>
                <a:rPr kumimoji="0" lang="en-US" sz="1600" b="0" i="0" u="none" strike="noStrike" cap="none" normalizeH="0" baseline="0" dirty="0" smtClean="0">
                  <a:ln>
                    <a:noFill/>
                  </a:ln>
                  <a:solidFill>
                    <a:srgbClr val="D4D4D4"/>
                  </a:solidFill>
                  <a:effectLst/>
                  <a:cs typeface="Arial" pitchFamily="34" charset="0"/>
                </a:rPr>
                <a:t> } ) </a:t>
              </a:r>
              <a:endParaRPr kumimoji="0" lang="en-US" sz="3600" b="0" i="0" u="none" strike="noStrike" cap="none" normalizeH="0" baseline="0" dirty="0" smtClean="0">
                <a:ln>
                  <a:noFill/>
                </a:ln>
                <a:solidFill>
                  <a:schemeClr val="tx1"/>
                </a:solidFill>
                <a:effectLst/>
                <a:cs typeface="Arial" pitchFamily="34" charset="0"/>
              </a:endParaRPr>
            </a:p>
          </p:txBody>
        </p:sp>
        <p:sp>
          <p:nvSpPr>
            <p:cNvPr id="13" name="Oval 12"/>
            <p:cNvSpPr/>
            <p:nvPr/>
          </p:nvSpPr>
          <p:spPr>
            <a:xfrm>
              <a:off x="10923118" y="1573095"/>
              <a:ext cx="360000" cy="360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Bahnschrift" pitchFamily="34" charset="0"/>
                </a:rPr>
                <a:t>2</a:t>
              </a:r>
              <a:endParaRPr lang="en-IN" dirty="0">
                <a:latin typeface="Bahnschrift" pitchFamily="34" charset="0"/>
              </a:endParaRPr>
            </a:p>
          </p:txBody>
        </p:sp>
      </p:grpSp>
    </p:spTree>
    <p:extLst>
      <p:ext uri="{BB962C8B-B14F-4D97-AF65-F5344CB8AC3E}">
        <p14:creationId xmlns:p14="http://schemas.microsoft.com/office/powerpoint/2010/main" val="771025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grpSp>
        <p:nvGrpSpPr>
          <p:cNvPr id="12" name="Group 11"/>
          <p:cNvGrpSpPr/>
          <p:nvPr/>
        </p:nvGrpSpPr>
        <p:grpSpPr>
          <a:xfrm>
            <a:off x="587512" y="24139"/>
            <a:ext cx="5008699" cy="3924151"/>
            <a:chOff x="956850" y="107529"/>
            <a:chExt cx="5008699" cy="3924151"/>
          </a:xfrm>
        </p:grpSpPr>
        <p:sp>
          <p:nvSpPr>
            <p:cNvPr id="3" name="Rectangle 2"/>
            <p:cNvSpPr>
              <a:spLocks noChangeArrowheads="1"/>
            </p:cNvSpPr>
            <p:nvPr/>
          </p:nvSpPr>
          <p:spPr bwMode="auto">
            <a:xfrm>
              <a:off x="956850" y="107529"/>
              <a:ext cx="5008699" cy="3924151"/>
            </a:xfrm>
            <a:prstGeom prst="rect">
              <a:avLst/>
            </a:prstGeom>
            <a:solidFill>
              <a:schemeClr val="bg2">
                <a:lumMod val="25000"/>
              </a:schemeClr>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lvl="1" fontAlgn="base">
                <a:spcBef>
                  <a:spcPct val="0"/>
                </a:spcBef>
                <a:spcAft>
                  <a:spcPct val="0"/>
                </a:spcAft>
              </a:pPr>
              <a:r>
                <a:rPr kumimoji="0" lang="en-US" sz="1700" b="0" i="0" u="none" strike="noStrike" cap="none" normalizeH="0" baseline="0" dirty="0" smtClean="0">
                  <a:ln>
                    <a:noFill/>
                  </a:ln>
                  <a:solidFill>
                    <a:srgbClr val="4EC9B0"/>
                  </a:solidFill>
                  <a:effectLst/>
                  <a:cs typeface="Arial" pitchFamily="34" charset="0"/>
                </a:rPr>
                <a:t>graph</a:t>
              </a:r>
              <a:r>
                <a:rPr kumimoji="0" lang="en-US" sz="1700" b="0" i="0" u="none" strike="noStrike" cap="none" normalizeH="0" baseline="0" dirty="0" smtClean="0">
                  <a:ln>
                    <a:noFill/>
                  </a:ln>
                  <a:solidFill>
                    <a:srgbClr val="D4D4D4"/>
                  </a:solidFill>
                  <a:effectLst/>
                  <a:cs typeface="Arial" pitchFamily="34" charset="0"/>
                </a:rPr>
                <a:t> = </a:t>
              </a:r>
              <a:r>
                <a:rPr kumimoji="0" lang="en-US" sz="1700" b="0" i="0" u="none" strike="noStrike" cap="none" normalizeH="0" baseline="0" dirty="0" smtClean="0">
                  <a:ln>
                    <a:noFill/>
                  </a:ln>
                  <a:solidFill>
                    <a:srgbClr val="4EC9B0"/>
                  </a:solidFill>
                  <a:effectLst/>
                  <a:cs typeface="Arial" pitchFamily="34" charset="0"/>
                </a:rPr>
                <a:t>StateGraph</a:t>
              </a:r>
              <a:r>
                <a:rPr kumimoji="0" lang="en-US" sz="1700" b="0" i="0" u="none" strike="noStrike" cap="none" normalizeH="0" baseline="0" dirty="0" smtClean="0">
                  <a:ln>
                    <a:noFill/>
                  </a:ln>
                  <a:solidFill>
                    <a:srgbClr val="D4D4D4"/>
                  </a:solidFill>
                  <a:effectLst/>
                  <a:cs typeface="Arial" pitchFamily="34" charset="0"/>
                </a:rPr>
                <a:t>(</a:t>
              </a:r>
              <a:r>
                <a:rPr kumimoji="0" lang="en-US" sz="1700" b="0" i="0" u="none" strike="noStrike" cap="none" normalizeH="0" baseline="0" dirty="0" smtClean="0">
                  <a:ln>
                    <a:noFill/>
                  </a:ln>
                  <a:solidFill>
                    <a:srgbClr val="4EC9B0"/>
                  </a:solidFill>
                  <a:effectLst/>
                  <a:cs typeface="Arial" pitchFamily="34" charset="0"/>
                </a:rPr>
                <a:t>BaiscChatState</a:t>
              </a:r>
              <a:r>
                <a:rPr kumimoji="0" lang="en-US" sz="1700" b="0" i="0" u="none" strike="noStrike" cap="none" normalizeH="0" baseline="0" dirty="0" smtClean="0">
                  <a:ln>
                    <a:noFill/>
                  </a:ln>
                  <a:solidFill>
                    <a:srgbClr val="D4D4D4"/>
                  </a:solidFill>
                  <a:effectLst/>
                  <a:cs typeface="Arial" pitchFamily="34" charset="0"/>
                </a:rPr>
                <a:t>) </a:t>
              </a:r>
            </a:p>
            <a:p>
              <a:pPr lvl="1" fontAlgn="base">
                <a:spcBef>
                  <a:spcPct val="0"/>
                </a:spcBef>
                <a:spcAft>
                  <a:spcPct val="0"/>
                </a:spcAft>
              </a:pPr>
              <a:r>
                <a:rPr kumimoji="0" lang="en-US" sz="1700" b="0" i="0" u="none" strike="noStrike" cap="none" normalizeH="0" baseline="0" dirty="0" smtClean="0">
                  <a:ln>
                    <a:noFill/>
                  </a:ln>
                  <a:solidFill>
                    <a:srgbClr val="4EC9B0"/>
                  </a:solidFill>
                  <a:effectLst/>
                  <a:cs typeface="Arial" pitchFamily="34" charset="0"/>
                </a:rPr>
                <a:t>graph</a:t>
              </a:r>
              <a:r>
                <a:rPr kumimoji="0" lang="en-US" sz="1700" b="0" i="0" u="none" strike="noStrike" cap="none" normalizeH="0" baseline="0" dirty="0" smtClean="0">
                  <a:ln>
                    <a:noFill/>
                  </a:ln>
                  <a:solidFill>
                    <a:srgbClr val="D4D4D4"/>
                  </a:solidFill>
                  <a:effectLst/>
                  <a:cs typeface="Arial" pitchFamily="34" charset="0"/>
                </a:rPr>
                <a:t>.</a:t>
              </a:r>
              <a:r>
                <a:rPr kumimoji="0" lang="en-US" sz="1700" b="0" i="0" u="none" strike="noStrike" cap="none" normalizeH="0" baseline="0" dirty="0" smtClean="0">
                  <a:ln>
                    <a:noFill/>
                  </a:ln>
                  <a:solidFill>
                    <a:srgbClr val="DCDCAA"/>
                  </a:solidFill>
                  <a:effectLst/>
                  <a:cs typeface="Arial" pitchFamily="34" charset="0"/>
                </a:rPr>
                <a:t>add_node</a:t>
              </a:r>
              <a:r>
                <a:rPr kumimoji="0" lang="en-US" sz="1700" b="0" i="0" u="none" strike="noStrike" cap="none" normalizeH="0" baseline="0" dirty="0" smtClean="0">
                  <a:ln>
                    <a:noFill/>
                  </a:ln>
                  <a:solidFill>
                    <a:srgbClr val="D4D4D4"/>
                  </a:solidFill>
                  <a:effectLst/>
                  <a:cs typeface="Arial" pitchFamily="34" charset="0"/>
                </a:rPr>
                <a:t>(</a:t>
              </a:r>
              <a:r>
                <a:rPr kumimoji="0" lang="en-US" sz="1700" b="0" i="0" u="none" strike="noStrike" cap="none" normalizeH="0" baseline="0" dirty="0" smtClean="0">
                  <a:ln>
                    <a:noFill/>
                  </a:ln>
                  <a:solidFill>
                    <a:srgbClr val="CE9178"/>
                  </a:solidFill>
                  <a:effectLst/>
                  <a:cs typeface="Arial" pitchFamily="34" charset="0"/>
                </a:rPr>
                <a:t>"node_a"</a:t>
              </a:r>
              <a:r>
                <a:rPr kumimoji="0" lang="en-US" sz="1700" b="0" i="0" u="none" strike="noStrike" cap="none" normalizeH="0" baseline="0" dirty="0" smtClean="0">
                  <a:ln>
                    <a:noFill/>
                  </a:ln>
                  <a:solidFill>
                    <a:srgbClr val="D4D4D4"/>
                  </a:solidFill>
                  <a:effectLst/>
                  <a:cs typeface="Arial" pitchFamily="34" charset="0"/>
                </a:rPr>
                <a:t>, </a:t>
              </a:r>
              <a:r>
                <a:rPr kumimoji="0" lang="en-US" sz="1700" b="0" i="0" u="none" strike="noStrike" cap="none" normalizeH="0" baseline="0" dirty="0" smtClean="0">
                  <a:ln>
                    <a:noFill/>
                  </a:ln>
                  <a:solidFill>
                    <a:srgbClr val="DCDCAA"/>
                  </a:solidFill>
                  <a:effectLst/>
                  <a:cs typeface="Arial" pitchFamily="34" charset="0"/>
                </a:rPr>
                <a:t>node_a</a:t>
              </a:r>
              <a:r>
                <a:rPr kumimoji="0" lang="en-US" sz="1700" b="0" i="0" u="none" strike="noStrike" cap="none" normalizeH="0" baseline="0" dirty="0" smtClean="0">
                  <a:ln>
                    <a:noFill/>
                  </a:ln>
                  <a:solidFill>
                    <a:srgbClr val="D4D4D4"/>
                  </a:solidFill>
                  <a:effectLst/>
                  <a:cs typeface="Arial" pitchFamily="34" charset="0"/>
                </a:rPr>
                <a:t>) </a:t>
              </a:r>
            </a:p>
            <a:p>
              <a:pPr lvl="1" fontAlgn="base">
                <a:spcBef>
                  <a:spcPct val="0"/>
                </a:spcBef>
                <a:spcAft>
                  <a:spcPct val="0"/>
                </a:spcAft>
              </a:pPr>
              <a:r>
                <a:rPr kumimoji="0" lang="en-US" sz="1700" b="0" i="0" u="none" strike="noStrike" cap="none" normalizeH="0" baseline="0" dirty="0" smtClean="0">
                  <a:ln>
                    <a:noFill/>
                  </a:ln>
                  <a:solidFill>
                    <a:srgbClr val="4EC9B0"/>
                  </a:solidFill>
                  <a:effectLst/>
                  <a:cs typeface="Arial" pitchFamily="34" charset="0"/>
                </a:rPr>
                <a:t>graph</a:t>
              </a:r>
              <a:r>
                <a:rPr kumimoji="0" lang="en-US" sz="1700" b="0" i="0" u="none" strike="noStrike" cap="none" normalizeH="0" baseline="0" dirty="0" smtClean="0">
                  <a:ln>
                    <a:noFill/>
                  </a:ln>
                  <a:solidFill>
                    <a:srgbClr val="D4D4D4"/>
                  </a:solidFill>
                  <a:effectLst/>
                  <a:cs typeface="Arial" pitchFamily="34" charset="0"/>
                </a:rPr>
                <a:t>.</a:t>
              </a:r>
              <a:r>
                <a:rPr kumimoji="0" lang="en-US" sz="1700" b="0" i="0" u="none" strike="noStrike" cap="none" normalizeH="0" baseline="0" dirty="0" smtClean="0">
                  <a:ln>
                    <a:noFill/>
                  </a:ln>
                  <a:solidFill>
                    <a:srgbClr val="DCDCAA"/>
                  </a:solidFill>
                  <a:effectLst/>
                  <a:cs typeface="Arial" pitchFamily="34" charset="0"/>
                </a:rPr>
                <a:t>add_node</a:t>
              </a:r>
              <a:r>
                <a:rPr kumimoji="0" lang="en-US" sz="1700" b="0" i="0" u="none" strike="noStrike" cap="none" normalizeH="0" baseline="0" dirty="0" smtClean="0">
                  <a:ln>
                    <a:noFill/>
                  </a:ln>
                  <a:solidFill>
                    <a:srgbClr val="D4D4D4"/>
                  </a:solidFill>
                  <a:effectLst/>
                  <a:cs typeface="Arial" pitchFamily="34" charset="0"/>
                </a:rPr>
                <a:t>(</a:t>
              </a:r>
              <a:r>
                <a:rPr kumimoji="0" lang="en-US" sz="1700" b="0" i="0" u="none" strike="noStrike" cap="none" normalizeH="0" baseline="0" dirty="0" smtClean="0">
                  <a:ln>
                    <a:noFill/>
                  </a:ln>
                  <a:solidFill>
                    <a:srgbClr val="CE9178"/>
                  </a:solidFill>
                  <a:effectLst/>
                  <a:cs typeface="Arial" pitchFamily="34" charset="0"/>
                </a:rPr>
                <a:t>"node_b"</a:t>
              </a:r>
              <a:r>
                <a:rPr kumimoji="0" lang="en-US" sz="1700" b="0" i="0" u="none" strike="noStrike" cap="none" normalizeH="0" baseline="0" dirty="0" smtClean="0">
                  <a:ln>
                    <a:noFill/>
                  </a:ln>
                  <a:solidFill>
                    <a:srgbClr val="D4D4D4"/>
                  </a:solidFill>
                  <a:effectLst/>
                  <a:cs typeface="Arial" pitchFamily="34" charset="0"/>
                </a:rPr>
                <a:t>, </a:t>
              </a:r>
              <a:r>
                <a:rPr kumimoji="0" lang="en-US" sz="1700" b="0" i="0" u="none" strike="noStrike" cap="none" normalizeH="0" baseline="0" dirty="0" smtClean="0">
                  <a:ln>
                    <a:noFill/>
                  </a:ln>
                  <a:solidFill>
                    <a:srgbClr val="DCDCAA"/>
                  </a:solidFill>
                  <a:effectLst/>
                  <a:cs typeface="Arial" pitchFamily="34" charset="0"/>
                </a:rPr>
                <a:t>node_b</a:t>
              </a:r>
              <a:r>
                <a:rPr kumimoji="0" lang="en-US" sz="1700" b="0" i="0" u="none" strike="noStrike" cap="none" normalizeH="0" baseline="0" dirty="0" smtClean="0">
                  <a:ln>
                    <a:noFill/>
                  </a:ln>
                  <a:solidFill>
                    <a:srgbClr val="D4D4D4"/>
                  </a:solidFill>
                  <a:effectLst/>
                  <a:cs typeface="Arial" pitchFamily="34" charset="0"/>
                </a:rPr>
                <a:t>) </a:t>
              </a:r>
            </a:p>
            <a:p>
              <a:pPr lvl="1" fontAlgn="base">
                <a:spcBef>
                  <a:spcPct val="0"/>
                </a:spcBef>
                <a:spcAft>
                  <a:spcPct val="0"/>
                </a:spcAft>
              </a:pPr>
              <a:r>
                <a:rPr kumimoji="0" lang="en-US" sz="1700" b="0" i="0" u="none" strike="noStrike" cap="none" normalizeH="0" baseline="0" dirty="0" smtClean="0">
                  <a:ln>
                    <a:noFill/>
                  </a:ln>
                  <a:solidFill>
                    <a:srgbClr val="4EC9B0"/>
                  </a:solidFill>
                  <a:effectLst/>
                  <a:cs typeface="Arial" pitchFamily="34" charset="0"/>
                </a:rPr>
                <a:t>graph</a:t>
              </a:r>
              <a:r>
                <a:rPr kumimoji="0" lang="en-US" sz="1700" b="0" i="0" u="none" strike="noStrike" cap="none" normalizeH="0" baseline="0" dirty="0" smtClean="0">
                  <a:ln>
                    <a:noFill/>
                  </a:ln>
                  <a:solidFill>
                    <a:srgbClr val="D4D4D4"/>
                  </a:solidFill>
                  <a:effectLst/>
                  <a:cs typeface="Arial" pitchFamily="34" charset="0"/>
                </a:rPr>
                <a:t>.</a:t>
              </a:r>
              <a:r>
                <a:rPr kumimoji="0" lang="en-US" sz="1700" b="0" i="0" u="none" strike="noStrike" cap="none" normalizeH="0" baseline="0" dirty="0" smtClean="0">
                  <a:ln>
                    <a:noFill/>
                  </a:ln>
                  <a:solidFill>
                    <a:srgbClr val="DCDCAA"/>
                  </a:solidFill>
                  <a:effectLst/>
                  <a:cs typeface="Arial" pitchFamily="34" charset="0"/>
                </a:rPr>
                <a:t>add_node</a:t>
              </a:r>
              <a:r>
                <a:rPr kumimoji="0" lang="en-US" sz="1700" b="0" i="0" u="none" strike="noStrike" cap="none" normalizeH="0" baseline="0" dirty="0" smtClean="0">
                  <a:ln>
                    <a:noFill/>
                  </a:ln>
                  <a:solidFill>
                    <a:srgbClr val="D4D4D4"/>
                  </a:solidFill>
                  <a:effectLst/>
                  <a:cs typeface="Arial" pitchFamily="34" charset="0"/>
                </a:rPr>
                <a:t>(</a:t>
              </a:r>
              <a:r>
                <a:rPr kumimoji="0" lang="en-US" sz="1700" b="0" i="0" u="none" strike="noStrike" cap="none" normalizeH="0" baseline="0" dirty="0" smtClean="0">
                  <a:ln>
                    <a:noFill/>
                  </a:ln>
                  <a:solidFill>
                    <a:srgbClr val="CE9178"/>
                  </a:solidFill>
                  <a:effectLst/>
                  <a:cs typeface="Arial" pitchFamily="34" charset="0"/>
                </a:rPr>
                <a:t>"node_c"</a:t>
              </a:r>
              <a:r>
                <a:rPr kumimoji="0" lang="en-US" sz="1700" b="0" i="0" u="none" strike="noStrike" cap="none" normalizeH="0" baseline="0" dirty="0" smtClean="0">
                  <a:ln>
                    <a:noFill/>
                  </a:ln>
                  <a:solidFill>
                    <a:srgbClr val="D4D4D4"/>
                  </a:solidFill>
                  <a:effectLst/>
                  <a:cs typeface="Arial" pitchFamily="34" charset="0"/>
                </a:rPr>
                <a:t>, </a:t>
              </a:r>
              <a:r>
                <a:rPr kumimoji="0" lang="en-US" sz="1700" b="0" i="0" u="none" strike="noStrike" cap="none" normalizeH="0" baseline="0" dirty="0" smtClean="0">
                  <a:ln>
                    <a:noFill/>
                  </a:ln>
                  <a:solidFill>
                    <a:srgbClr val="DCDCAA"/>
                  </a:solidFill>
                  <a:effectLst/>
                  <a:cs typeface="Arial" pitchFamily="34" charset="0"/>
                </a:rPr>
                <a:t>node_c</a:t>
              </a:r>
              <a:r>
                <a:rPr kumimoji="0" lang="en-US" sz="1700" b="0" i="0" u="none" strike="noStrike" cap="none" normalizeH="0" baseline="0" dirty="0" smtClean="0">
                  <a:ln>
                    <a:noFill/>
                  </a:ln>
                  <a:solidFill>
                    <a:srgbClr val="D4D4D4"/>
                  </a:solidFill>
                  <a:effectLst/>
                  <a:cs typeface="Arial" pitchFamily="34" charset="0"/>
                </a:rPr>
                <a:t>) </a:t>
              </a:r>
            </a:p>
            <a:p>
              <a:pPr lvl="1" fontAlgn="base">
                <a:spcBef>
                  <a:spcPct val="0"/>
                </a:spcBef>
                <a:spcAft>
                  <a:spcPct val="0"/>
                </a:spcAft>
              </a:pPr>
              <a:r>
                <a:rPr kumimoji="0" lang="en-US" sz="1700" b="0" i="0" u="none" strike="noStrike" cap="none" normalizeH="0" baseline="0" dirty="0" smtClean="0">
                  <a:ln>
                    <a:noFill/>
                  </a:ln>
                  <a:solidFill>
                    <a:srgbClr val="4EC9B0"/>
                  </a:solidFill>
                  <a:effectLst/>
                  <a:cs typeface="Arial" pitchFamily="34" charset="0"/>
                </a:rPr>
                <a:t>graph</a:t>
              </a:r>
              <a:r>
                <a:rPr kumimoji="0" lang="en-US" sz="1700" b="0" i="0" u="none" strike="noStrike" cap="none" normalizeH="0" baseline="0" dirty="0" smtClean="0">
                  <a:ln>
                    <a:noFill/>
                  </a:ln>
                  <a:solidFill>
                    <a:srgbClr val="D4D4D4"/>
                  </a:solidFill>
                  <a:effectLst/>
                  <a:cs typeface="Arial" pitchFamily="34" charset="0"/>
                </a:rPr>
                <a:t>.</a:t>
              </a:r>
              <a:r>
                <a:rPr kumimoji="0" lang="en-US" sz="1700" b="0" i="0" u="none" strike="noStrike" cap="none" normalizeH="0" baseline="0" dirty="0" smtClean="0">
                  <a:ln>
                    <a:noFill/>
                  </a:ln>
                  <a:solidFill>
                    <a:srgbClr val="DCDCAA"/>
                  </a:solidFill>
                  <a:effectLst/>
                  <a:cs typeface="Arial" pitchFamily="34" charset="0"/>
                </a:rPr>
                <a:t>add_node</a:t>
              </a:r>
              <a:r>
                <a:rPr kumimoji="0" lang="en-US" sz="1700" b="0" i="0" u="none" strike="noStrike" cap="none" normalizeH="0" baseline="0" dirty="0" smtClean="0">
                  <a:ln>
                    <a:noFill/>
                  </a:ln>
                  <a:solidFill>
                    <a:srgbClr val="D4D4D4"/>
                  </a:solidFill>
                  <a:effectLst/>
                  <a:cs typeface="Arial" pitchFamily="34" charset="0"/>
                </a:rPr>
                <a:t>(</a:t>
              </a:r>
              <a:r>
                <a:rPr kumimoji="0" lang="en-US" sz="1700" b="0" i="0" u="none" strike="noStrike" cap="none" normalizeH="0" baseline="0" dirty="0" smtClean="0">
                  <a:ln>
                    <a:noFill/>
                  </a:ln>
                  <a:solidFill>
                    <a:srgbClr val="CE9178"/>
                  </a:solidFill>
                  <a:effectLst/>
                  <a:cs typeface="Arial" pitchFamily="34" charset="0"/>
                </a:rPr>
                <a:t>"node_d"</a:t>
              </a:r>
              <a:r>
                <a:rPr kumimoji="0" lang="en-US" sz="1700" b="0" i="0" u="none" strike="noStrike" cap="none" normalizeH="0" baseline="0" dirty="0" smtClean="0">
                  <a:ln>
                    <a:noFill/>
                  </a:ln>
                  <a:solidFill>
                    <a:srgbClr val="D4D4D4"/>
                  </a:solidFill>
                  <a:effectLst/>
                  <a:cs typeface="Arial" pitchFamily="34" charset="0"/>
                </a:rPr>
                <a:t>, </a:t>
              </a:r>
              <a:r>
                <a:rPr kumimoji="0" lang="en-US" sz="1700" b="0" i="0" u="none" strike="noStrike" cap="none" normalizeH="0" baseline="0" dirty="0" smtClean="0">
                  <a:ln>
                    <a:noFill/>
                  </a:ln>
                  <a:solidFill>
                    <a:srgbClr val="DCDCAA"/>
                  </a:solidFill>
                  <a:effectLst/>
                  <a:cs typeface="Arial" pitchFamily="34" charset="0"/>
                </a:rPr>
                <a:t>node_d</a:t>
              </a:r>
              <a:r>
                <a:rPr kumimoji="0" lang="en-US" sz="1700" b="0" i="0" u="none" strike="noStrike" cap="none" normalizeH="0" baseline="0" dirty="0" smtClean="0">
                  <a:ln>
                    <a:noFill/>
                  </a:ln>
                  <a:solidFill>
                    <a:srgbClr val="D4D4D4"/>
                  </a:solidFill>
                  <a:effectLst/>
                  <a:cs typeface="Arial" pitchFamily="34" charset="0"/>
                </a:rPr>
                <a:t>) </a:t>
              </a:r>
            </a:p>
            <a:p>
              <a:pPr lvl="1" fontAlgn="base">
                <a:spcBef>
                  <a:spcPct val="0"/>
                </a:spcBef>
                <a:spcAft>
                  <a:spcPct val="0"/>
                </a:spcAft>
              </a:pPr>
              <a:r>
                <a:rPr kumimoji="0" lang="en-US" sz="1700" b="0" i="0" u="none" strike="noStrike" cap="none" normalizeH="0" baseline="0" dirty="0" smtClean="0">
                  <a:ln>
                    <a:noFill/>
                  </a:ln>
                  <a:solidFill>
                    <a:srgbClr val="4EC9B0"/>
                  </a:solidFill>
                  <a:effectLst/>
                  <a:cs typeface="Arial" pitchFamily="34" charset="0"/>
                </a:rPr>
                <a:t>graph</a:t>
              </a:r>
              <a:r>
                <a:rPr kumimoji="0" lang="en-US" sz="1700" b="0" i="0" u="none" strike="noStrike" cap="none" normalizeH="0" baseline="0" dirty="0" smtClean="0">
                  <a:ln>
                    <a:noFill/>
                  </a:ln>
                  <a:solidFill>
                    <a:srgbClr val="D4D4D4"/>
                  </a:solidFill>
                  <a:effectLst/>
                  <a:cs typeface="Arial" pitchFamily="34" charset="0"/>
                </a:rPr>
                <a:t>.</a:t>
              </a:r>
              <a:r>
                <a:rPr kumimoji="0" lang="en-US" sz="1700" b="0" i="0" u="none" strike="noStrike" cap="none" normalizeH="0" baseline="0" dirty="0" smtClean="0">
                  <a:ln>
                    <a:noFill/>
                  </a:ln>
                  <a:solidFill>
                    <a:srgbClr val="DCDCAA"/>
                  </a:solidFill>
                  <a:effectLst/>
                  <a:cs typeface="Arial" pitchFamily="34" charset="0"/>
                </a:rPr>
                <a:t>set_entry_point</a:t>
              </a:r>
              <a:r>
                <a:rPr kumimoji="0" lang="en-US" sz="1700" b="0" i="0" u="none" strike="noStrike" cap="none" normalizeH="0" baseline="0" dirty="0" smtClean="0">
                  <a:ln>
                    <a:noFill/>
                  </a:ln>
                  <a:solidFill>
                    <a:srgbClr val="D4D4D4"/>
                  </a:solidFill>
                  <a:effectLst/>
                  <a:cs typeface="Arial" pitchFamily="34" charset="0"/>
                </a:rPr>
                <a:t>(</a:t>
              </a:r>
              <a:r>
                <a:rPr kumimoji="0" lang="en-US" sz="1700" b="0" i="0" u="none" strike="noStrike" cap="none" normalizeH="0" baseline="0" dirty="0" smtClean="0">
                  <a:ln>
                    <a:noFill/>
                  </a:ln>
                  <a:solidFill>
                    <a:srgbClr val="CE9178"/>
                  </a:solidFill>
                  <a:effectLst/>
                  <a:cs typeface="Arial" pitchFamily="34" charset="0"/>
                </a:rPr>
                <a:t>"node_a"</a:t>
              </a:r>
              <a:r>
                <a:rPr kumimoji="0" lang="en-US" sz="1700" b="0" i="0" u="none" strike="noStrike" cap="none" normalizeH="0" baseline="0" dirty="0" smtClean="0">
                  <a:ln>
                    <a:noFill/>
                  </a:ln>
                  <a:solidFill>
                    <a:srgbClr val="D4D4D4"/>
                  </a:solidFill>
                  <a:effectLst/>
                  <a:cs typeface="Arial" pitchFamily="34" charset="0"/>
                </a:rPr>
                <a:t>) </a:t>
              </a:r>
            </a:p>
            <a:p>
              <a:pPr lvl="1" fontAlgn="base">
                <a:spcBef>
                  <a:spcPct val="0"/>
                </a:spcBef>
                <a:spcAft>
                  <a:spcPct val="0"/>
                </a:spcAft>
              </a:pPr>
              <a:endParaRPr lang="en-US" sz="1700" dirty="0">
                <a:solidFill>
                  <a:srgbClr val="D4D4D4"/>
                </a:solidFill>
                <a:cs typeface="Arial" pitchFamily="34" charset="0"/>
              </a:endParaRPr>
            </a:p>
            <a:p>
              <a:pPr lvl="1" fontAlgn="base">
                <a:spcBef>
                  <a:spcPct val="0"/>
                </a:spcBef>
                <a:spcAft>
                  <a:spcPct val="0"/>
                </a:spcAft>
              </a:pPr>
              <a:r>
                <a:rPr kumimoji="0" lang="en-US" sz="1700" b="0" i="0" u="none" strike="noStrike" cap="none" normalizeH="0" baseline="0" dirty="0" smtClean="0">
                  <a:ln>
                    <a:noFill/>
                  </a:ln>
                  <a:solidFill>
                    <a:srgbClr val="4EC9B0"/>
                  </a:solidFill>
                  <a:effectLst/>
                  <a:cs typeface="Arial" pitchFamily="34" charset="0"/>
                </a:rPr>
                <a:t>app</a:t>
              </a:r>
              <a:r>
                <a:rPr kumimoji="0" lang="en-US" sz="1700" b="0" i="0" u="none" strike="noStrike" cap="none" normalizeH="0" baseline="0" dirty="0" smtClean="0">
                  <a:ln>
                    <a:noFill/>
                  </a:ln>
                  <a:solidFill>
                    <a:srgbClr val="D4D4D4"/>
                  </a:solidFill>
                  <a:effectLst/>
                  <a:cs typeface="Arial" pitchFamily="34" charset="0"/>
                </a:rPr>
                <a:t> = </a:t>
              </a:r>
              <a:r>
                <a:rPr kumimoji="0" lang="en-US" sz="1700" b="0" i="0" u="none" strike="noStrike" cap="none" normalizeH="0" baseline="0" dirty="0" smtClean="0">
                  <a:ln>
                    <a:noFill/>
                  </a:ln>
                  <a:solidFill>
                    <a:srgbClr val="4EC9B0"/>
                  </a:solidFill>
                  <a:effectLst/>
                  <a:cs typeface="Arial" pitchFamily="34" charset="0"/>
                </a:rPr>
                <a:t>graph</a:t>
              </a:r>
              <a:r>
                <a:rPr kumimoji="0" lang="en-US" sz="1700" b="0" i="0" u="none" strike="noStrike" cap="none" normalizeH="0" baseline="0" dirty="0" smtClean="0">
                  <a:ln>
                    <a:noFill/>
                  </a:ln>
                  <a:solidFill>
                    <a:srgbClr val="D4D4D4"/>
                  </a:solidFill>
                  <a:effectLst/>
                  <a:cs typeface="Arial" pitchFamily="34" charset="0"/>
                </a:rPr>
                <a:t>.</a:t>
              </a:r>
              <a:r>
                <a:rPr kumimoji="0" lang="en-US" sz="1700" b="0" i="0" u="none" strike="noStrike" cap="none" normalizeH="0" baseline="0" dirty="0" smtClean="0">
                  <a:ln>
                    <a:noFill/>
                  </a:ln>
                  <a:solidFill>
                    <a:srgbClr val="DCDCAA"/>
                  </a:solidFill>
                  <a:effectLst/>
                  <a:cs typeface="Arial" pitchFamily="34" charset="0"/>
                </a:rPr>
                <a:t>compile</a:t>
              </a:r>
              <a:r>
                <a:rPr kumimoji="0" lang="en-US" sz="1700" b="0" i="0" u="none" strike="noStrike" cap="none" normalizeH="0" baseline="0" dirty="0" smtClean="0">
                  <a:ln>
                    <a:noFill/>
                  </a:ln>
                  <a:solidFill>
                    <a:srgbClr val="D4D4D4"/>
                  </a:solidFill>
                  <a:effectLst/>
                  <a:cs typeface="Arial" pitchFamily="34" charset="0"/>
                </a:rPr>
                <a:t>( </a:t>
              </a:r>
              <a:r>
                <a:rPr kumimoji="0" lang="en-US" sz="1700" b="0" i="0" u="none" strike="noStrike" cap="none" normalizeH="0" baseline="0" dirty="0" smtClean="0">
                  <a:ln>
                    <a:noFill/>
                  </a:ln>
                  <a:solidFill>
                    <a:srgbClr val="4EC9B0"/>
                  </a:solidFill>
                  <a:effectLst/>
                  <a:cs typeface="Arial" pitchFamily="34" charset="0"/>
                </a:rPr>
                <a:t>checkpointer</a:t>
              </a:r>
              <a:r>
                <a:rPr kumimoji="0" lang="en-US" sz="1700" b="0" i="0" u="none" strike="noStrike" cap="none" normalizeH="0" baseline="0" dirty="0" smtClean="0">
                  <a:ln>
                    <a:noFill/>
                  </a:ln>
                  <a:solidFill>
                    <a:srgbClr val="D4D4D4"/>
                  </a:solidFill>
                  <a:effectLst/>
                  <a:cs typeface="Arial" pitchFamily="34" charset="0"/>
                </a:rPr>
                <a:t>=</a:t>
              </a:r>
              <a:r>
                <a:rPr kumimoji="0" lang="en-US" sz="1700" b="0" i="0" u="none" strike="noStrike" cap="none" normalizeH="0" baseline="0" dirty="0" smtClean="0">
                  <a:ln>
                    <a:noFill/>
                  </a:ln>
                  <a:solidFill>
                    <a:srgbClr val="4EC9B0"/>
                  </a:solidFill>
                  <a:effectLst/>
                  <a:cs typeface="Arial" pitchFamily="34" charset="0"/>
                </a:rPr>
                <a:t>memory</a:t>
              </a:r>
              <a:r>
                <a:rPr kumimoji="0" lang="en-US" sz="1700" b="0" i="0" u="none" strike="noStrike" cap="none" normalizeH="0" baseline="0" dirty="0" smtClean="0">
                  <a:ln>
                    <a:noFill/>
                  </a:ln>
                  <a:solidFill>
                    <a:srgbClr val="D4D4D4"/>
                  </a:solidFill>
                  <a:effectLst/>
                  <a:cs typeface="Arial" pitchFamily="34" charset="0"/>
                </a:rPr>
                <a:t>)</a:t>
              </a:r>
              <a:r>
                <a:rPr kumimoji="0" lang="en-US" sz="1700" b="0" i="0" u="none" strike="noStrike" cap="none" normalizeH="0" baseline="0" dirty="0" smtClean="0">
                  <a:ln>
                    <a:noFill/>
                  </a:ln>
                  <a:solidFill>
                    <a:schemeClr val="tx1"/>
                  </a:solidFill>
                  <a:effectLst/>
                  <a:cs typeface="Arial" pitchFamily="34" charset="0"/>
                </a:rPr>
                <a:t> </a:t>
              </a:r>
            </a:p>
            <a:p>
              <a:pPr lvl="1" fontAlgn="base">
                <a:spcBef>
                  <a:spcPct val="0"/>
                </a:spcBef>
                <a:spcAft>
                  <a:spcPct val="0"/>
                </a:spcAft>
              </a:pPr>
              <a:r>
                <a:rPr lang="en-US" sz="1700" dirty="0">
                  <a:solidFill>
                    <a:srgbClr val="D4D4D4"/>
                  </a:solidFill>
                  <a:cs typeface="Arial" pitchFamily="34" charset="0"/>
                </a:rPr>
                <a:t>result = app.invoke({</a:t>
              </a:r>
              <a:r>
                <a:rPr lang="en-US" sz="1700" dirty="0">
                  <a:solidFill>
                    <a:srgbClr val="CE9178"/>
                  </a:solidFill>
                  <a:cs typeface="Arial" pitchFamily="34" charset="0"/>
                </a:rPr>
                <a:t>"text"</a:t>
              </a:r>
              <a:r>
                <a:rPr lang="en-US" sz="1700" dirty="0">
                  <a:solidFill>
                    <a:srgbClr val="D4D4D4"/>
                  </a:solidFill>
                  <a:cs typeface="Arial" pitchFamily="34" charset="0"/>
                </a:rPr>
                <a:t>: </a:t>
              </a:r>
              <a:r>
                <a:rPr lang="en-US" sz="1700" dirty="0">
                  <a:solidFill>
                    <a:srgbClr val="CE9178"/>
                  </a:solidFill>
                  <a:cs typeface="Arial" pitchFamily="34" charset="0"/>
                </a:rPr>
                <a:t>""</a:t>
              </a:r>
              <a:r>
                <a:rPr lang="en-US" sz="1700" dirty="0">
                  <a:solidFill>
                    <a:srgbClr val="D4D4D4"/>
                  </a:solidFill>
                  <a:cs typeface="Arial" pitchFamily="34" charset="0"/>
                </a:rPr>
                <a:t>}) result </a:t>
              </a:r>
              <a:endParaRPr lang="en-US" sz="1700" dirty="0" smtClean="0">
                <a:solidFill>
                  <a:srgbClr val="D4D4D4"/>
                </a:solidFill>
                <a:cs typeface="Arial" pitchFamily="34" charset="0"/>
              </a:endParaRPr>
            </a:p>
            <a:p>
              <a:pPr lvl="2" fontAlgn="base">
                <a:spcBef>
                  <a:spcPct val="0"/>
                </a:spcBef>
                <a:spcAft>
                  <a:spcPct val="0"/>
                </a:spcAft>
              </a:pPr>
              <a:endParaRPr lang="en-US" sz="1700" dirty="0">
                <a:solidFill>
                  <a:srgbClr val="D4D4D4"/>
                </a:solidFill>
                <a:cs typeface="Arial" pitchFamily="34" charset="0"/>
              </a:endParaRPr>
            </a:p>
            <a:p>
              <a:pPr lvl="1"/>
              <a:r>
                <a:rPr lang="en-IN" sz="1700" dirty="0">
                  <a:solidFill>
                    <a:srgbClr val="0070C0"/>
                  </a:solidFill>
                </a:rPr>
                <a:t>config </a:t>
              </a:r>
              <a:r>
                <a:rPr lang="en-IN" sz="1700" dirty="0">
                  <a:solidFill>
                    <a:schemeClr val="bg1"/>
                  </a:solidFill>
                </a:rPr>
                <a:t>= </a:t>
              </a:r>
              <a:r>
                <a:rPr lang="en-IN" sz="1700" dirty="0" smtClean="0">
                  <a:solidFill>
                    <a:srgbClr val="FF0066"/>
                  </a:solidFill>
                </a:rPr>
                <a:t>{ </a:t>
              </a:r>
              <a:r>
                <a:rPr lang="en-IN" sz="1700" dirty="0" smtClean="0">
                  <a:solidFill>
                    <a:srgbClr val="FF4519"/>
                  </a:solidFill>
                </a:rPr>
                <a:t>"</a:t>
              </a:r>
              <a:r>
                <a:rPr lang="en-IN" sz="1700" dirty="0">
                  <a:solidFill>
                    <a:srgbClr val="FF4519"/>
                  </a:solidFill>
                </a:rPr>
                <a:t>configurable"</a:t>
              </a:r>
              <a:r>
                <a:rPr lang="en-IN" sz="1700" dirty="0">
                  <a:solidFill>
                    <a:schemeClr val="bg1"/>
                  </a:solidFill>
                </a:rPr>
                <a:t>: </a:t>
              </a:r>
              <a:r>
                <a:rPr lang="en-IN" sz="1700" dirty="0" smtClean="0">
                  <a:solidFill>
                    <a:schemeClr val="bg1"/>
                  </a:solidFill>
                </a:rPr>
                <a:t> </a:t>
              </a:r>
              <a:r>
                <a:rPr lang="en-IN" sz="1700" dirty="0" smtClean="0">
                  <a:solidFill>
                    <a:srgbClr val="FF0066"/>
                  </a:solidFill>
                </a:rPr>
                <a:t>{</a:t>
              </a:r>
              <a:r>
                <a:rPr lang="en-IN" sz="1700" dirty="0" smtClean="0">
                  <a:solidFill>
                    <a:schemeClr val="bg1"/>
                  </a:solidFill>
                </a:rPr>
                <a:t> </a:t>
              </a:r>
              <a:r>
                <a:rPr lang="en-IN" sz="1700" dirty="0" smtClean="0">
                  <a:solidFill>
                    <a:srgbClr val="FF4519"/>
                  </a:solidFill>
                </a:rPr>
                <a:t>"thread_id“ </a:t>
              </a:r>
              <a:r>
                <a:rPr lang="en-IN" sz="1700" dirty="0" smtClean="0">
                  <a:solidFill>
                    <a:schemeClr val="bg1"/>
                  </a:solidFill>
                </a:rPr>
                <a:t>:  </a:t>
              </a:r>
              <a:r>
                <a:rPr lang="en-IN" sz="1700" dirty="0" smtClean="0">
                  <a:solidFill>
                    <a:srgbClr val="FF4519"/>
                  </a:solidFill>
                </a:rPr>
                <a:t>"1“ </a:t>
              </a:r>
              <a:r>
                <a:rPr lang="en-IN" sz="1700" dirty="0" smtClean="0">
                  <a:solidFill>
                    <a:srgbClr val="FF0066"/>
                  </a:solidFill>
                </a:rPr>
                <a:t>}}</a:t>
              </a:r>
              <a:endParaRPr lang="en-IN" sz="1700" dirty="0">
                <a:solidFill>
                  <a:srgbClr val="FF0066"/>
                </a:solidFill>
              </a:endParaRPr>
            </a:p>
            <a:p>
              <a:pPr lvl="1"/>
              <a:r>
                <a:rPr lang="en-IN" sz="1700" dirty="0">
                  <a:solidFill>
                    <a:srgbClr val="0070C0"/>
                  </a:solidFill>
                </a:rPr>
                <a:t>initialstate </a:t>
              </a:r>
              <a:r>
                <a:rPr lang="en-IN" sz="1700" dirty="0">
                  <a:solidFill>
                    <a:schemeClr val="bg1"/>
                  </a:solidFill>
                </a:rPr>
                <a:t>= </a:t>
              </a:r>
              <a:r>
                <a:rPr lang="en-IN" sz="1700" dirty="0" smtClean="0">
                  <a:solidFill>
                    <a:srgbClr val="FF0066"/>
                  </a:solidFill>
                </a:rPr>
                <a:t>{ </a:t>
              </a:r>
              <a:r>
                <a:rPr lang="en-IN" sz="1700" dirty="0" smtClean="0">
                  <a:solidFill>
                    <a:srgbClr val="FF4519"/>
                  </a:solidFill>
                </a:rPr>
                <a:t>"text“ </a:t>
              </a:r>
              <a:r>
                <a:rPr lang="en-IN" sz="1700" dirty="0" smtClean="0">
                  <a:solidFill>
                    <a:schemeClr val="bg1"/>
                  </a:solidFill>
                </a:rPr>
                <a:t>: </a:t>
              </a:r>
              <a:r>
                <a:rPr lang="en-IN" sz="1700" dirty="0" smtClean="0">
                  <a:solidFill>
                    <a:srgbClr val="FF4519"/>
                  </a:solidFill>
                </a:rPr>
                <a:t>"“ </a:t>
              </a:r>
              <a:r>
                <a:rPr lang="en-IN" sz="1700" dirty="0" smtClean="0">
                  <a:solidFill>
                    <a:srgbClr val="FF0066"/>
                  </a:solidFill>
                </a:rPr>
                <a:t>}</a:t>
              </a:r>
              <a:endParaRPr lang="en-IN" sz="1700" dirty="0">
                <a:solidFill>
                  <a:srgbClr val="FF0066"/>
                </a:solidFill>
              </a:endParaRPr>
            </a:p>
            <a:p>
              <a:pPr lvl="1"/>
              <a:r>
                <a:rPr lang="en-IN" sz="1700" dirty="0">
                  <a:solidFill>
                    <a:srgbClr val="00B0F0"/>
                  </a:solidFill>
                </a:rPr>
                <a:t>result </a:t>
              </a:r>
              <a:r>
                <a:rPr lang="en-IN" sz="1700" dirty="0">
                  <a:solidFill>
                    <a:schemeClr val="bg1"/>
                  </a:solidFill>
                </a:rPr>
                <a:t>= app.invoke(</a:t>
              </a:r>
              <a:r>
                <a:rPr lang="en-IN" sz="1700" dirty="0">
                  <a:solidFill>
                    <a:srgbClr val="00B0F0"/>
                  </a:solidFill>
                </a:rPr>
                <a:t>initialstate</a:t>
              </a:r>
              <a:r>
                <a:rPr lang="en-IN" sz="1700" dirty="0">
                  <a:solidFill>
                    <a:schemeClr val="bg1"/>
                  </a:solidFill>
                </a:rPr>
                <a:t>,</a:t>
              </a:r>
              <a:r>
                <a:rPr lang="en-IN" sz="1700" dirty="0">
                  <a:solidFill>
                    <a:srgbClr val="00B0F0"/>
                  </a:solidFill>
                </a:rPr>
                <a:t>config</a:t>
              </a:r>
              <a:r>
                <a:rPr lang="en-IN" sz="1700" dirty="0">
                  <a:solidFill>
                    <a:schemeClr val="bg1"/>
                  </a:solidFill>
                </a:rPr>
                <a:t>=</a:t>
              </a:r>
              <a:r>
                <a:rPr lang="en-IN" sz="1700" dirty="0">
                  <a:solidFill>
                    <a:srgbClr val="00B0F0"/>
                  </a:solidFill>
                </a:rPr>
                <a:t>config</a:t>
              </a:r>
              <a:r>
                <a:rPr lang="en-IN" sz="1700" dirty="0" smtClean="0">
                  <a:solidFill>
                    <a:schemeClr val="bg1"/>
                  </a:solidFill>
                </a:rPr>
                <a:t>,</a:t>
              </a:r>
            </a:p>
            <a:p>
              <a:pPr lvl="1"/>
              <a:r>
                <a:rPr lang="en-IN" sz="1700" dirty="0" smtClean="0">
                  <a:solidFill>
                    <a:srgbClr val="00B0F0"/>
                  </a:solidFill>
                </a:rPr>
                <a:t>stream_mode</a:t>
              </a:r>
              <a:r>
                <a:rPr lang="en-IN" sz="1700" dirty="0">
                  <a:solidFill>
                    <a:schemeClr val="bg1"/>
                  </a:solidFill>
                </a:rPr>
                <a:t>=</a:t>
              </a:r>
              <a:r>
                <a:rPr lang="en-IN" sz="1700" dirty="0">
                  <a:solidFill>
                    <a:srgbClr val="FF4519"/>
                  </a:solidFill>
                </a:rPr>
                <a:t>"updates"</a:t>
              </a:r>
              <a:r>
                <a:rPr lang="en-IN" sz="1700" dirty="0">
                  <a:solidFill>
                    <a:schemeClr val="bg1"/>
                  </a:solidFill>
                </a:rPr>
                <a:t>)</a:t>
              </a:r>
            </a:p>
            <a:p>
              <a:pPr lvl="1"/>
              <a:r>
                <a:rPr lang="en-IN" sz="1700" dirty="0">
                  <a:solidFill>
                    <a:srgbClr val="00D05E"/>
                  </a:solidFill>
                </a:rPr>
                <a:t># print(app.get_state(config=config).next</a:t>
              </a:r>
              <a:r>
                <a:rPr lang="en-IN" sz="1700" dirty="0" smtClean="0">
                  <a:solidFill>
                    <a:srgbClr val="00D05E"/>
                  </a:solidFill>
                </a:rPr>
                <a:t>)</a:t>
              </a:r>
              <a:endParaRPr kumimoji="0" lang="en-US" sz="1700" b="0" i="0" u="none" strike="noStrike" cap="none" normalizeH="0" baseline="0" dirty="0" smtClean="0">
                <a:ln>
                  <a:noFill/>
                </a:ln>
                <a:solidFill>
                  <a:schemeClr val="tx1"/>
                </a:solidFill>
                <a:effectLst/>
                <a:cs typeface="Arial" pitchFamily="34" charset="0"/>
              </a:endParaRPr>
            </a:p>
          </p:txBody>
        </p:sp>
        <p:sp>
          <p:nvSpPr>
            <p:cNvPr id="4" name="Oval 3"/>
            <p:cNvSpPr/>
            <p:nvPr/>
          </p:nvSpPr>
          <p:spPr>
            <a:xfrm>
              <a:off x="5342302" y="294602"/>
              <a:ext cx="366953" cy="360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00" dirty="0" smtClean="0"/>
                <a:t>3</a:t>
              </a:r>
              <a:endParaRPr lang="en-IN" sz="1700" dirty="0"/>
            </a:p>
          </p:txBody>
        </p:sp>
      </p:grpSp>
      <p:grpSp>
        <p:nvGrpSpPr>
          <p:cNvPr id="7" name="Group 6"/>
          <p:cNvGrpSpPr/>
          <p:nvPr/>
        </p:nvGrpSpPr>
        <p:grpSpPr>
          <a:xfrm>
            <a:off x="587512" y="4669301"/>
            <a:ext cx="10672548" cy="646331"/>
            <a:chOff x="1160090" y="5033968"/>
            <a:chExt cx="10672548" cy="646331"/>
          </a:xfrm>
        </p:grpSpPr>
        <p:sp>
          <p:nvSpPr>
            <p:cNvPr id="5" name="Rectangle 4"/>
            <p:cNvSpPr/>
            <p:nvPr/>
          </p:nvSpPr>
          <p:spPr>
            <a:xfrm>
              <a:off x="1160090" y="5033968"/>
              <a:ext cx="10672548" cy="646331"/>
            </a:xfrm>
            <a:prstGeom prst="rect">
              <a:avLst/>
            </a:prstGeom>
            <a:solidFill>
              <a:schemeClr val="bg2">
                <a:lumMod val="25000"/>
              </a:schemeClr>
            </a:solidFill>
            <a:ln>
              <a:solidFill>
                <a:schemeClr val="accent1"/>
              </a:solidFill>
            </a:ln>
          </p:spPr>
          <p:txBody>
            <a:bodyPr wrap="square">
              <a:spAutoFit/>
            </a:bodyPr>
            <a:lstStyle/>
            <a:p>
              <a:r>
                <a:rPr lang="en-US" dirty="0">
                  <a:solidFill>
                    <a:srgbClr val="15C2FF"/>
                  </a:solidFill>
                </a:rPr>
                <a:t>second_result</a:t>
              </a:r>
              <a:r>
                <a:rPr lang="en-US" dirty="0">
                  <a:solidFill>
                    <a:schemeClr val="bg1"/>
                  </a:solidFill>
                </a:rPr>
                <a:t>=app.invoke(</a:t>
              </a:r>
              <a:r>
                <a:rPr lang="en-US" dirty="0">
                  <a:solidFill>
                    <a:srgbClr val="00CC99"/>
                  </a:solidFill>
                </a:rPr>
                <a:t>Command</a:t>
              </a:r>
              <a:r>
                <a:rPr lang="en-US" dirty="0">
                  <a:solidFill>
                    <a:schemeClr val="bg1"/>
                  </a:solidFill>
                </a:rPr>
                <a:t>(</a:t>
              </a:r>
              <a:r>
                <a:rPr lang="en-US" dirty="0">
                  <a:solidFill>
                    <a:schemeClr val="accent1">
                      <a:lumMod val="40000"/>
                      <a:lumOff val="60000"/>
                    </a:schemeClr>
                  </a:solidFill>
                </a:rPr>
                <a:t>resume</a:t>
              </a:r>
              <a:r>
                <a:rPr lang="en-US" dirty="0">
                  <a:solidFill>
                    <a:schemeClr val="bg1"/>
                  </a:solidFill>
                </a:rPr>
                <a:t>=</a:t>
              </a:r>
              <a:r>
                <a:rPr lang="en-US" dirty="0">
                  <a:solidFill>
                    <a:srgbClr val="FF4519"/>
                  </a:solidFill>
                </a:rPr>
                <a:t>"D"</a:t>
              </a:r>
              <a:r>
                <a:rPr lang="en-US" dirty="0">
                  <a:solidFill>
                    <a:schemeClr val="bg1"/>
                  </a:solidFill>
                </a:rPr>
                <a:t>),</a:t>
              </a:r>
              <a:r>
                <a:rPr lang="en-US" dirty="0">
                  <a:solidFill>
                    <a:schemeClr val="accent1">
                      <a:lumMod val="40000"/>
                      <a:lumOff val="60000"/>
                    </a:schemeClr>
                  </a:solidFill>
                </a:rPr>
                <a:t>config</a:t>
              </a:r>
              <a:r>
                <a:rPr lang="en-US" dirty="0">
                  <a:solidFill>
                    <a:schemeClr val="bg1"/>
                  </a:solidFill>
                </a:rPr>
                <a:t>=</a:t>
              </a:r>
              <a:r>
                <a:rPr lang="en-US" dirty="0">
                  <a:solidFill>
                    <a:schemeClr val="accent1">
                      <a:lumMod val="40000"/>
                      <a:lumOff val="60000"/>
                    </a:schemeClr>
                  </a:solidFill>
                </a:rPr>
                <a:t>config</a:t>
              </a:r>
              <a:r>
                <a:rPr lang="en-US" dirty="0">
                  <a:solidFill>
                    <a:schemeClr val="bg1"/>
                  </a:solidFill>
                </a:rPr>
                <a:t>,</a:t>
              </a:r>
              <a:r>
                <a:rPr lang="en-US" dirty="0">
                  <a:solidFill>
                    <a:schemeClr val="accent1">
                      <a:lumMod val="40000"/>
                      <a:lumOff val="60000"/>
                    </a:schemeClr>
                  </a:solidFill>
                </a:rPr>
                <a:t>stream_mode</a:t>
              </a:r>
              <a:r>
                <a:rPr lang="en-US" dirty="0">
                  <a:solidFill>
                    <a:schemeClr val="bg1"/>
                  </a:solidFill>
                </a:rPr>
                <a:t>=</a:t>
              </a:r>
              <a:r>
                <a:rPr lang="en-US" dirty="0">
                  <a:solidFill>
                    <a:srgbClr val="FF4519"/>
                  </a:solidFill>
                </a:rPr>
                <a:t>"updates</a:t>
              </a:r>
              <a:r>
                <a:rPr lang="en-US" dirty="0" smtClean="0">
                  <a:solidFill>
                    <a:srgbClr val="FF4519"/>
                  </a:solidFill>
                </a:rPr>
                <a:t>"</a:t>
              </a:r>
              <a:r>
                <a:rPr lang="en-US" dirty="0" smtClean="0">
                  <a:solidFill>
                    <a:schemeClr val="bg1"/>
                  </a:solidFill>
                </a:rPr>
                <a:t>)</a:t>
              </a:r>
            </a:p>
            <a:p>
              <a:r>
                <a:rPr lang="en-US" dirty="0" smtClean="0">
                  <a:solidFill>
                    <a:schemeClr val="bg1"/>
                  </a:solidFill>
                </a:rPr>
                <a:t>second_result</a:t>
              </a:r>
              <a:endParaRPr lang="en-US" dirty="0">
                <a:solidFill>
                  <a:schemeClr val="bg1"/>
                </a:solidFill>
              </a:endParaRPr>
            </a:p>
          </p:txBody>
        </p:sp>
        <p:sp>
          <p:nvSpPr>
            <p:cNvPr id="6" name="Oval 5"/>
            <p:cNvSpPr/>
            <p:nvPr/>
          </p:nvSpPr>
          <p:spPr>
            <a:xfrm>
              <a:off x="11366281" y="5135633"/>
              <a:ext cx="366953" cy="3600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00" dirty="0" smtClean="0"/>
                <a:t>4</a:t>
              </a:r>
              <a:endParaRPr lang="en-IN" sz="1700" dirty="0"/>
            </a:p>
          </p:txBody>
        </p:sp>
      </p:grpSp>
      <p:sp>
        <p:nvSpPr>
          <p:cNvPr id="8" name="Rectangle 7"/>
          <p:cNvSpPr/>
          <p:nvPr/>
        </p:nvSpPr>
        <p:spPr>
          <a:xfrm>
            <a:off x="587512" y="4013068"/>
            <a:ext cx="835485" cy="584775"/>
          </a:xfrm>
          <a:prstGeom prst="rect">
            <a:avLst/>
          </a:prstGeom>
          <a:ln>
            <a:solidFill>
              <a:srgbClr val="00CC99"/>
            </a:solidFill>
          </a:ln>
        </p:spPr>
        <p:txBody>
          <a:bodyPr wrap="none">
            <a:spAutoFit/>
          </a:bodyPr>
          <a:lstStyle/>
          <a:p>
            <a:r>
              <a:rPr lang="en-IN" sz="1600" dirty="0" smtClean="0">
                <a:latin typeface="Bahnschrift Light" pitchFamily="34" charset="0"/>
              </a:rPr>
              <a:t>node_a</a:t>
            </a:r>
          </a:p>
          <a:p>
            <a:r>
              <a:rPr lang="en-IN" sz="1600" dirty="0" smtClean="0">
                <a:latin typeface="Bahnschrift Light" pitchFamily="34" charset="0"/>
              </a:rPr>
              <a:t>node_b</a:t>
            </a:r>
            <a:endParaRPr lang="en-IN" sz="1600" dirty="0">
              <a:latin typeface="Bahnschrift Light" pitchFamily="34" charset="0"/>
            </a:endParaRPr>
          </a:p>
        </p:txBody>
      </p:sp>
      <p:sp>
        <p:nvSpPr>
          <p:cNvPr id="11" name="Rectangle 10"/>
          <p:cNvSpPr/>
          <p:nvPr/>
        </p:nvSpPr>
        <p:spPr>
          <a:xfrm>
            <a:off x="587512" y="5467348"/>
            <a:ext cx="6096000" cy="1354217"/>
          </a:xfrm>
          <a:prstGeom prst="rect">
            <a:avLst/>
          </a:prstGeom>
          <a:ln>
            <a:solidFill>
              <a:srgbClr val="00CC99"/>
            </a:solidFill>
          </a:ln>
        </p:spPr>
        <p:txBody>
          <a:bodyPr>
            <a:spAutoFit/>
          </a:bodyPr>
          <a:lstStyle/>
          <a:p>
            <a:r>
              <a:rPr lang="en-IN" sz="1600" dirty="0"/>
              <a:t>node_b</a:t>
            </a:r>
          </a:p>
          <a:p>
            <a:r>
              <a:rPr lang="en-IN" sz="1600" dirty="0"/>
              <a:t>Human Review Values:  D</a:t>
            </a:r>
          </a:p>
          <a:p>
            <a:r>
              <a:rPr lang="en-IN" sz="1600" dirty="0"/>
              <a:t>node_d</a:t>
            </a:r>
          </a:p>
          <a:p>
            <a:endParaRPr lang="en-IN" sz="1600" dirty="0"/>
          </a:p>
          <a:p>
            <a:r>
              <a:rPr lang="en-IN" sz="1600" dirty="0"/>
              <a:t>[{'node_b': {'text': 'ab'}}, {'node_d': {'text': 'aabd'}}]</a:t>
            </a:r>
          </a:p>
        </p:txBody>
      </p:sp>
    </p:spTree>
    <p:extLst>
      <p:ext uri="{BB962C8B-B14F-4D97-AF65-F5344CB8AC3E}">
        <p14:creationId xmlns:p14="http://schemas.microsoft.com/office/powerpoint/2010/main" val="2526673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grpSp>
        <p:nvGrpSpPr>
          <p:cNvPr id="4" name="Group 3"/>
          <p:cNvGrpSpPr/>
          <p:nvPr/>
        </p:nvGrpSpPr>
        <p:grpSpPr>
          <a:xfrm>
            <a:off x="309467" y="314194"/>
            <a:ext cx="10390378" cy="463683"/>
            <a:chOff x="1401288" y="286921"/>
            <a:chExt cx="10390378" cy="463683"/>
          </a:xfrm>
        </p:grpSpPr>
        <p:sp>
          <p:nvSpPr>
            <p:cNvPr id="35" name="Title 1">
              <a:extLst>
                <a:ext uri="{FF2B5EF4-FFF2-40B4-BE49-F238E27FC236}">
                  <a16:creationId xmlns:a16="http://schemas.microsoft.com/office/drawing/2014/main" xmlns="" id="{8E4945F9-351B-FE06-B4C4-5E27ED97FD2B}"/>
                </a:ext>
              </a:extLst>
            </p:cNvPr>
            <p:cNvSpPr txBox="1">
              <a:spLocks/>
            </p:cNvSpPr>
            <p:nvPr/>
          </p:nvSpPr>
          <p:spPr>
            <a:xfrm>
              <a:off x="1593437" y="286921"/>
              <a:ext cx="3821002" cy="46368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smtClean="0">
                  <a:solidFill>
                    <a:srgbClr val="0070C0"/>
                  </a:solidFill>
                  <a:latin typeface="Bahnschrift SemiBold" pitchFamily="34" charset="0"/>
                  <a:ea typeface="Cambria" pitchFamily="18" charset="0"/>
                  <a:cs typeface="Cascadia Mono SemiBold" pitchFamily="49" charset="0"/>
                </a:rPr>
                <a:t>Command Object</a:t>
              </a:r>
              <a:endParaRPr lang="en-IN" sz="2400" dirty="0">
                <a:solidFill>
                  <a:srgbClr val="0070C0"/>
                </a:solidFill>
                <a:latin typeface="Bahnschrift SemiBold" pitchFamily="34" charset="0"/>
                <a:ea typeface="Cambria" pitchFamily="18" charset="0"/>
                <a:cs typeface="Cascadia Mono SemiBold" pitchFamily="49" charset="0"/>
              </a:endParaRPr>
            </a:p>
          </p:txBody>
        </p:sp>
        <p:cxnSp>
          <p:nvCxnSpPr>
            <p:cNvPr id="3" name="Straight Connector 2"/>
            <p:cNvCxnSpPr/>
            <p:nvPr/>
          </p:nvCxnSpPr>
          <p:spPr>
            <a:xfrm>
              <a:off x="1401288" y="750604"/>
              <a:ext cx="10390378"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grpSp>
      <p:sp>
        <p:nvSpPr>
          <p:cNvPr id="5" name="Rectangle 3"/>
          <p:cNvSpPr>
            <a:spLocks noChangeArrowheads="1"/>
          </p:cNvSpPr>
          <p:nvPr/>
        </p:nvSpPr>
        <p:spPr bwMode="auto">
          <a:xfrm>
            <a:off x="1951362" y="1777142"/>
            <a:ext cx="7106585" cy="2462213"/>
          </a:xfrm>
          <a:prstGeom prst="rect">
            <a:avLst/>
          </a:prstGeom>
          <a:solidFill>
            <a:schemeClr val="bg2">
              <a:lumMod val="25000"/>
            </a:schemeClr>
          </a:solidFill>
          <a:ln w="9525">
            <a:solidFill>
              <a:schemeClr val="accent3">
                <a:lumMod val="20000"/>
                <a:lumOff val="80000"/>
              </a:schemeClr>
            </a:solidFill>
            <a:miter lim="800000"/>
            <a:headEnd/>
            <a:tailEnd/>
          </a:ln>
          <a:effectLst/>
          <a:extLst/>
        </p:spPr>
        <p:txBody>
          <a:bodyPr vert="horz" wrap="square" lIns="0" tIns="0" rIns="0" bIns="0" numCol="1" anchor="ctr" anchorCtr="0" compatLnSpc="1">
            <a:prstTxWarp prst="textNoShape">
              <a:avLst/>
            </a:prstTxWarp>
            <a:spAutoFit/>
          </a:bodyPr>
          <a:lstStyle/>
          <a:p>
            <a:pPr fontAlgn="base">
              <a:spcBef>
                <a:spcPct val="0"/>
              </a:spcBef>
              <a:spcAft>
                <a:spcPct val="0"/>
              </a:spcAft>
            </a:pPr>
            <a:r>
              <a:rPr kumimoji="0" lang="en-US" sz="1600" b="0" i="0" u="none" strike="noStrike" cap="none" normalizeH="0" baseline="0" dirty="0" smtClean="0">
                <a:ln>
                  <a:noFill/>
                </a:ln>
                <a:solidFill>
                  <a:srgbClr val="00B050"/>
                </a:solidFill>
                <a:effectLst/>
                <a:latin typeface="Cambria" pitchFamily="18" charset="0"/>
                <a:ea typeface="Cambria" pitchFamily="18" charset="0"/>
                <a:cs typeface="Arial" pitchFamily="34" charset="0"/>
              </a:rPr>
              <a:t>   </a:t>
            </a:r>
          </a:p>
          <a:p>
            <a:pPr fontAlgn="base">
              <a:spcBef>
                <a:spcPct val="0"/>
              </a:spcBef>
              <a:spcAft>
                <a:spcPct val="0"/>
              </a:spcAft>
            </a:pPr>
            <a:r>
              <a:rPr kumimoji="0" lang="en-US" sz="1600" b="0" i="0" u="none" strike="noStrike" cap="none" normalizeH="0" baseline="0" dirty="0" smtClean="0">
                <a:ln>
                  <a:noFill/>
                </a:ln>
                <a:solidFill>
                  <a:srgbClr val="00B050"/>
                </a:solidFill>
                <a:effectLst/>
                <a:latin typeface="Cambria" pitchFamily="18" charset="0"/>
                <a:ea typeface="Cambria" pitchFamily="18" charset="0"/>
                <a:cs typeface="Arial" pitchFamily="34" charset="0"/>
              </a:rPr>
              <a:t>   # With type hints, you can specify the possible nodes this can go to. </a:t>
            </a:r>
          </a:p>
          <a:p>
            <a:pPr fontAlgn="base">
              <a:spcBef>
                <a:spcPct val="0"/>
              </a:spcBef>
              <a:spcAft>
                <a:spcPct val="0"/>
              </a:spcAft>
            </a:pPr>
            <a:r>
              <a:rPr lang="en-US" sz="1600" dirty="0" smtClean="0">
                <a:latin typeface="Cambria" pitchFamily="18" charset="0"/>
                <a:ea typeface="Cambria" pitchFamily="18" charset="0"/>
                <a:cs typeface="Arial" pitchFamily="34" charset="0"/>
              </a:rPr>
              <a:t> </a:t>
            </a:r>
            <a:endParaRPr lang="en-US" sz="1600" dirty="0">
              <a:latin typeface="Cambria" pitchFamily="18" charset="0"/>
              <a:ea typeface="Cambria" pitchFamily="18" charset="0"/>
              <a:cs typeface="Arial" pitchFamily="34" charset="0"/>
            </a:endParaRPr>
          </a:p>
          <a:p>
            <a:pPr fontAlgn="base">
              <a:spcBef>
                <a:spcPct val="0"/>
              </a:spcBef>
              <a:spcAft>
                <a:spcPct val="0"/>
              </a:spcAft>
            </a:pPr>
            <a:r>
              <a:rPr kumimoji="0" lang="en-US" sz="1600" b="0" i="0" u="none" strike="noStrike" cap="none" normalizeH="0" baseline="0" dirty="0" smtClean="0">
                <a:ln>
                  <a:noFill/>
                </a:ln>
                <a:solidFill>
                  <a:schemeClr val="accent4">
                    <a:lumMod val="75000"/>
                  </a:schemeClr>
                </a:solidFill>
                <a:effectLst/>
                <a:latin typeface="Cambria" pitchFamily="18" charset="0"/>
                <a:ea typeface="Cambria" pitchFamily="18" charset="0"/>
                <a:cs typeface="Arial" pitchFamily="34" charset="0"/>
              </a:rPr>
              <a:t>   def</a:t>
            </a:r>
            <a:r>
              <a:rPr kumimoji="0" lang="en-US" sz="16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 </a:t>
            </a:r>
            <a:r>
              <a:rPr kumimoji="0" lang="en-US" sz="1600" b="0" i="0" u="none" strike="noStrike" cap="none" normalizeH="0" baseline="0" dirty="0" smtClean="0">
                <a:ln>
                  <a:noFill/>
                </a:ln>
                <a:solidFill>
                  <a:srgbClr val="0070C0"/>
                </a:solidFill>
                <a:effectLst/>
                <a:latin typeface="Cambria" pitchFamily="18" charset="0"/>
                <a:ea typeface="Cambria" pitchFamily="18" charset="0"/>
                <a:cs typeface="Arial" pitchFamily="34" charset="0"/>
              </a:rPr>
              <a:t>agent</a:t>
            </a:r>
            <a:r>
              <a:rPr kumimoji="0" lang="en-US" sz="1600" b="0" i="0" u="none" strike="noStrike" cap="none" normalizeH="0" baseline="0" dirty="0" smtClean="0">
                <a:ln>
                  <a:noFill/>
                </a:ln>
                <a:solidFill>
                  <a:schemeClr val="accent2"/>
                </a:solidFill>
                <a:effectLst/>
                <a:latin typeface="Cambria" pitchFamily="18" charset="0"/>
                <a:ea typeface="Cambria" pitchFamily="18" charset="0"/>
                <a:cs typeface="Arial" pitchFamily="34" charset="0"/>
              </a:rPr>
              <a:t>(</a:t>
            </a:r>
            <a:r>
              <a:rPr kumimoji="0" lang="en-US" sz="1600" b="0" i="0" u="none" strike="noStrike" cap="none" normalizeH="0" baseline="0" dirty="0" smtClean="0">
                <a:ln>
                  <a:noFill/>
                </a:ln>
                <a:solidFill>
                  <a:srgbClr val="00B0F0"/>
                </a:solidFill>
                <a:effectLst/>
                <a:latin typeface="Cambria" pitchFamily="18" charset="0"/>
                <a:ea typeface="Cambria" pitchFamily="18" charset="0"/>
                <a:cs typeface="Arial" pitchFamily="34" charset="0"/>
              </a:rPr>
              <a:t>state</a:t>
            </a:r>
            <a:r>
              <a:rPr kumimoji="0" lang="en-US" sz="1600" b="0" i="0" u="none" strike="noStrike" cap="none" normalizeH="0" baseline="0" dirty="0" smtClean="0">
                <a:ln>
                  <a:noFill/>
                </a:ln>
                <a:solidFill>
                  <a:schemeClr val="bg1"/>
                </a:solidFill>
                <a:effectLst/>
                <a:latin typeface="Cambria" pitchFamily="18" charset="0"/>
                <a:ea typeface="Cambria" pitchFamily="18" charset="0"/>
                <a:cs typeface="Arial" pitchFamily="34" charset="0"/>
              </a:rPr>
              <a:t>:</a:t>
            </a:r>
            <a:r>
              <a:rPr kumimoji="0" lang="en-US" sz="16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 </a:t>
            </a:r>
            <a:r>
              <a:rPr kumimoji="0" lang="en-US" sz="1600" b="0" i="0" u="none" strike="noStrike" cap="none" normalizeH="0" baseline="0" dirty="0" smtClean="0">
                <a:ln>
                  <a:noFill/>
                </a:ln>
                <a:solidFill>
                  <a:srgbClr val="00CC99"/>
                </a:solidFill>
                <a:effectLst/>
                <a:latin typeface="Cambria" pitchFamily="18" charset="0"/>
                <a:ea typeface="Cambria" pitchFamily="18" charset="0"/>
                <a:cs typeface="Arial" pitchFamily="34" charset="0"/>
              </a:rPr>
              <a:t>MessagesState</a:t>
            </a:r>
            <a:r>
              <a:rPr kumimoji="0" lang="en-US" sz="1600" b="0" i="0" u="none" strike="noStrike" cap="none" normalizeH="0" baseline="0" dirty="0" smtClean="0">
                <a:ln>
                  <a:noFill/>
                </a:ln>
                <a:solidFill>
                  <a:schemeClr val="accent2"/>
                </a:solidFill>
                <a:effectLst/>
                <a:latin typeface="Cambria" pitchFamily="18" charset="0"/>
                <a:ea typeface="Cambria" pitchFamily="18" charset="0"/>
                <a:cs typeface="Arial" pitchFamily="34" charset="0"/>
              </a:rPr>
              <a:t>)</a:t>
            </a:r>
            <a:r>
              <a:rPr kumimoji="0" lang="en-US" sz="16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 </a:t>
            </a:r>
            <a:r>
              <a:rPr kumimoji="0" lang="en-US" sz="1600" b="0" i="0" u="none" strike="noStrike" cap="none" normalizeH="0" baseline="0" dirty="0" smtClean="0">
                <a:ln>
                  <a:noFill/>
                </a:ln>
                <a:solidFill>
                  <a:schemeClr val="accent2"/>
                </a:solidFill>
                <a:effectLst/>
                <a:latin typeface="Cambria" pitchFamily="18" charset="0"/>
                <a:ea typeface="Cambria" pitchFamily="18" charset="0"/>
                <a:cs typeface="Arial" pitchFamily="34" charset="0"/>
              </a:rPr>
              <a:t>-&gt;</a:t>
            </a:r>
            <a:r>
              <a:rPr kumimoji="0" lang="en-US" sz="16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 </a:t>
            </a:r>
            <a:r>
              <a:rPr kumimoji="0" lang="en-US" sz="1600" b="0" i="0" u="none" strike="noStrike" cap="none" normalizeH="0" baseline="0" dirty="0" smtClean="0">
                <a:ln>
                  <a:noFill/>
                </a:ln>
                <a:solidFill>
                  <a:srgbClr val="00CC99"/>
                </a:solidFill>
                <a:effectLst/>
                <a:latin typeface="Cambria" pitchFamily="18" charset="0"/>
                <a:ea typeface="Cambria" pitchFamily="18" charset="0"/>
                <a:cs typeface="Arial" pitchFamily="34" charset="0"/>
              </a:rPr>
              <a:t>Command</a:t>
            </a:r>
            <a:r>
              <a:rPr kumimoji="0" lang="en-US" sz="1600" b="0" i="0" u="none" strike="noStrike" cap="none" normalizeH="0" baseline="0" dirty="0" smtClean="0">
                <a:ln>
                  <a:noFill/>
                </a:ln>
                <a:solidFill>
                  <a:srgbClr val="FF0066"/>
                </a:solidFill>
                <a:effectLst/>
                <a:latin typeface="Cambria" pitchFamily="18" charset="0"/>
                <a:ea typeface="Cambria" pitchFamily="18" charset="0"/>
                <a:cs typeface="Arial" pitchFamily="34" charset="0"/>
              </a:rPr>
              <a:t>[</a:t>
            </a:r>
            <a:r>
              <a:rPr kumimoji="0" lang="en-US" sz="1600" b="0" i="0" u="none" strike="noStrike" cap="none" normalizeH="0" baseline="0" dirty="0" smtClean="0">
                <a:ln>
                  <a:noFill/>
                </a:ln>
                <a:solidFill>
                  <a:srgbClr val="00CC99"/>
                </a:solidFill>
                <a:effectLst/>
                <a:latin typeface="Cambria" pitchFamily="18" charset="0"/>
                <a:ea typeface="Cambria" pitchFamily="18" charset="0"/>
                <a:cs typeface="Arial" pitchFamily="34" charset="0"/>
              </a:rPr>
              <a:t>Literal</a:t>
            </a:r>
            <a:r>
              <a:rPr kumimoji="0" lang="en-US" sz="1600" b="0" i="0" u="none" strike="noStrike" cap="none" normalizeH="0" baseline="0" dirty="0" smtClean="0">
                <a:ln>
                  <a:noFill/>
                </a:ln>
                <a:solidFill>
                  <a:srgbClr val="FF0066"/>
                </a:solidFill>
                <a:effectLst/>
                <a:latin typeface="Cambria" pitchFamily="18" charset="0"/>
                <a:ea typeface="Cambria" pitchFamily="18" charset="0"/>
                <a:cs typeface="Arial" pitchFamily="34" charset="0"/>
              </a:rPr>
              <a:t>[</a:t>
            </a:r>
            <a:r>
              <a:rPr kumimoji="0" lang="en-US" sz="1600" b="0" i="0" u="none" strike="noStrike" cap="none" normalizeH="0" baseline="0" dirty="0" smtClean="0">
                <a:ln>
                  <a:noFill/>
                </a:ln>
                <a:solidFill>
                  <a:schemeClr val="bg1"/>
                </a:solidFill>
                <a:effectLst/>
                <a:latin typeface="Cambria" pitchFamily="18" charset="0"/>
                <a:ea typeface="Cambria" pitchFamily="18" charset="0"/>
                <a:cs typeface="Arial" pitchFamily="34" charset="0"/>
              </a:rPr>
              <a:t>...,</a:t>
            </a:r>
            <a:r>
              <a:rPr kumimoji="0" lang="en-US" sz="16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 </a:t>
            </a:r>
            <a:r>
              <a:rPr kumimoji="0" lang="en-US" sz="1600" b="0" i="0" u="none" strike="noStrike" cap="none" normalizeH="0" baseline="0" dirty="0" smtClean="0">
                <a:ln>
                  <a:noFill/>
                </a:ln>
                <a:solidFill>
                  <a:srgbClr val="00CC99"/>
                </a:solidFill>
                <a:effectLst/>
                <a:latin typeface="Cambria" pitchFamily="18" charset="0"/>
                <a:ea typeface="Cambria" pitchFamily="18" charset="0"/>
                <a:cs typeface="Arial" pitchFamily="34" charset="0"/>
              </a:rPr>
              <a:t>END</a:t>
            </a:r>
            <a:r>
              <a:rPr kumimoji="0" lang="en-US" sz="1600" b="0" i="0" u="none" strike="noStrike" cap="none" normalizeH="0" baseline="0" dirty="0" smtClean="0">
                <a:ln>
                  <a:noFill/>
                </a:ln>
                <a:solidFill>
                  <a:schemeClr val="accent2"/>
                </a:solidFill>
                <a:effectLst/>
                <a:latin typeface="Cambria" pitchFamily="18" charset="0"/>
                <a:ea typeface="Cambria" pitchFamily="18" charset="0"/>
                <a:cs typeface="Arial" pitchFamily="34" charset="0"/>
              </a:rPr>
              <a:t>]</a:t>
            </a:r>
            <a:r>
              <a:rPr kumimoji="0" lang="en-US" sz="1600" b="0" i="0" u="none" strike="noStrike" cap="none" normalizeH="0" baseline="0" dirty="0" smtClean="0">
                <a:ln>
                  <a:noFill/>
                </a:ln>
                <a:solidFill>
                  <a:srgbClr val="FF0066"/>
                </a:solidFill>
                <a:effectLst/>
                <a:latin typeface="Cambria" pitchFamily="18" charset="0"/>
                <a:ea typeface="Cambria" pitchFamily="18" charset="0"/>
                <a:cs typeface="Arial" pitchFamily="34" charset="0"/>
              </a:rPr>
              <a:t>]:</a:t>
            </a:r>
            <a:r>
              <a:rPr kumimoji="0" lang="en-US" sz="16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 </a:t>
            </a:r>
          </a:p>
          <a:p>
            <a:pPr lvl="1" fontAlgn="base">
              <a:spcBef>
                <a:spcPct val="0"/>
              </a:spcBef>
              <a:spcAft>
                <a:spcPct val="0"/>
              </a:spcAft>
            </a:pPr>
            <a:r>
              <a:rPr kumimoji="0" lang="en-US" sz="1600" b="0" i="0" u="none" strike="noStrike" cap="none" normalizeH="0" baseline="0" dirty="0" smtClean="0">
                <a:ln>
                  <a:noFill/>
                </a:ln>
                <a:solidFill>
                  <a:schemeClr val="bg1"/>
                </a:solidFill>
                <a:effectLst/>
                <a:latin typeface="Cambria" pitchFamily="18" charset="0"/>
                <a:ea typeface="Cambria" pitchFamily="18" charset="0"/>
                <a:cs typeface="Arial" pitchFamily="34" charset="0"/>
              </a:rPr>
              <a:t>... </a:t>
            </a:r>
          </a:p>
          <a:p>
            <a:pPr lvl="1" fontAlgn="base">
              <a:spcBef>
                <a:spcPct val="0"/>
              </a:spcBef>
              <a:spcAft>
                <a:spcPct val="0"/>
              </a:spcAft>
            </a:pPr>
            <a:r>
              <a:rPr kumimoji="0" lang="en-US" sz="1600" b="0" i="0" u="none" strike="noStrike" cap="none" normalizeH="0" baseline="0" dirty="0" smtClean="0">
                <a:ln>
                  <a:noFill/>
                </a:ln>
                <a:solidFill>
                  <a:schemeClr val="accent1"/>
                </a:solidFill>
                <a:effectLst/>
                <a:latin typeface="Cambria" pitchFamily="18" charset="0"/>
                <a:ea typeface="Cambria" pitchFamily="18" charset="0"/>
                <a:cs typeface="Arial" pitchFamily="34" charset="0"/>
              </a:rPr>
              <a:t>return</a:t>
            </a:r>
            <a:r>
              <a:rPr kumimoji="0" lang="en-US" sz="16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 </a:t>
            </a:r>
            <a:r>
              <a:rPr kumimoji="0" lang="en-US" sz="1600" b="0" i="0" u="none" strike="noStrike" cap="none" normalizeH="0" baseline="0" dirty="0" smtClean="0">
                <a:ln>
                  <a:noFill/>
                </a:ln>
                <a:solidFill>
                  <a:srgbClr val="00CC99"/>
                </a:solidFill>
                <a:effectLst/>
                <a:latin typeface="Cambria" pitchFamily="18" charset="0"/>
                <a:ea typeface="Cambria" pitchFamily="18" charset="0"/>
                <a:cs typeface="Arial" pitchFamily="34" charset="0"/>
              </a:rPr>
              <a:t>Command</a:t>
            </a:r>
            <a:r>
              <a:rPr kumimoji="0" lang="en-US" sz="1600" b="0" i="0" u="none" strike="noStrike" cap="none" normalizeH="0" baseline="0" dirty="0" smtClean="0">
                <a:ln>
                  <a:noFill/>
                </a:ln>
                <a:solidFill>
                  <a:srgbClr val="CC3300"/>
                </a:solidFill>
                <a:effectLst/>
                <a:latin typeface="Cambria" pitchFamily="18" charset="0"/>
                <a:ea typeface="Cambria" pitchFamily="18" charset="0"/>
                <a:cs typeface="Arial" pitchFamily="34" charset="0"/>
              </a:rPr>
              <a:t>( </a:t>
            </a:r>
          </a:p>
          <a:p>
            <a:pPr lvl="1" fontAlgn="base">
              <a:spcBef>
                <a:spcPct val="0"/>
              </a:spcBef>
              <a:spcAft>
                <a:spcPct val="0"/>
              </a:spcAft>
            </a:pPr>
            <a:r>
              <a:rPr kumimoji="0" lang="en-US" sz="1600" b="0" i="0" u="none" strike="noStrike" cap="none" normalizeH="0" baseline="0" dirty="0" smtClean="0">
                <a:ln>
                  <a:noFill/>
                </a:ln>
                <a:solidFill>
                  <a:srgbClr val="15C2FF"/>
                </a:solidFill>
                <a:effectLst/>
                <a:latin typeface="Cambria" pitchFamily="18" charset="0"/>
                <a:ea typeface="Cambria" pitchFamily="18" charset="0"/>
                <a:cs typeface="Arial" pitchFamily="34" charset="0"/>
              </a:rPr>
              <a:t>goto</a:t>
            </a:r>
            <a:r>
              <a:rPr kumimoji="0" lang="en-US" sz="1600" b="0" i="0" u="none" strike="noStrike" cap="none" normalizeH="0" baseline="0" dirty="0" smtClean="0">
                <a:ln>
                  <a:noFill/>
                </a:ln>
                <a:solidFill>
                  <a:schemeClr val="accent1"/>
                </a:solidFill>
                <a:effectLst/>
                <a:latin typeface="Cambria" pitchFamily="18" charset="0"/>
                <a:ea typeface="Cambria" pitchFamily="18" charset="0"/>
                <a:cs typeface="Arial" pitchFamily="34" charset="0"/>
              </a:rPr>
              <a:t>=</a:t>
            </a:r>
            <a:r>
              <a:rPr kumimoji="0" lang="en-US" sz="1600" b="0" i="0" u="none" strike="noStrike" cap="none" normalizeH="0" baseline="0" dirty="0" smtClean="0">
                <a:ln>
                  <a:noFill/>
                </a:ln>
                <a:solidFill>
                  <a:srgbClr val="FF4519"/>
                </a:solidFill>
                <a:effectLst/>
                <a:latin typeface="Cambria" pitchFamily="18" charset="0"/>
                <a:ea typeface="Cambria" pitchFamily="18" charset="0"/>
                <a:cs typeface="Arial" pitchFamily="34" charset="0"/>
              </a:rPr>
              <a:t>“node_b”</a:t>
            </a:r>
            <a:r>
              <a:rPr kumimoji="0" lang="en-US" sz="1600" b="0" i="0" u="none" strike="noStrike" cap="none" normalizeH="0" baseline="0" dirty="0" smtClean="0">
                <a:ln>
                  <a:noFill/>
                </a:ln>
                <a:solidFill>
                  <a:schemeClr val="accent1"/>
                </a:solidFill>
                <a:effectLst/>
                <a:latin typeface="Cambria" pitchFamily="18" charset="0"/>
                <a:ea typeface="Cambria" pitchFamily="18" charset="0"/>
                <a:cs typeface="Arial" pitchFamily="34" charset="0"/>
              </a:rPr>
              <a:t>,</a:t>
            </a:r>
            <a:r>
              <a:rPr kumimoji="0" lang="en-US" sz="16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 </a:t>
            </a:r>
            <a:r>
              <a:rPr kumimoji="0" lang="en-US" sz="1600" b="0" i="0" u="none" strike="noStrike" cap="none" normalizeH="0" baseline="0" dirty="0" smtClean="0">
                <a:ln>
                  <a:noFill/>
                </a:ln>
                <a:solidFill>
                  <a:srgbClr val="00B050"/>
                </a:solidFill>
                <a:effectLst/>
                <a:latin typeface="Cambria" pitchFamily="18" charset="0"/>
                <a:ea typeface="Cambria" pitchFamily="18" charset="0"/>
                <a:cs typeface="Arial" pitchFamily="34" charset="0"/>
              </a:rPr>
              <a:t># The next node(s) to go to </a:t>
            </a:r>
          </a:p>
          <a:p>
            <a:pPr lvl="1" fontAlgn="base">
              <a:spcBef>
                <a:spcPct val="0"/>
              </a:spcBef>
              <a:spcAft>
                <a:spcPct val="0"/>
              </a:spcAft>
            </a:pPr>
            <a:r>
              <a:rPr kumimoji="0" lang="en-US" sz="1600" b="0" i="0" u="none" strike="noStrike" cap="none" normalizeH="0" baseline="0" dirty="0" smtClean="0">
                <a:ln>
                  <a:noFill/>
                </a:ln>
                <a:solidFill>
                  <a:srgbClr val="15C2FF"/>
                </a:solidFill>
                <a:effectLst/>
                <a:latin typeface="Cambria" pitchFamily="18" charset="0"/>
                <a:ea typeface="Cambria" pitchFamily="18" charset="0"/>
                <a:cs typeface="Arial" pitchFamily="34" charset="0"/>
              </a:rPr>
              <a:t>update</a:t>
            </a:r>
            <a:r>
              <a:rPr kumimoji="0" lang="en-US" sz="1600" b="0" i="0" u="none" strike="noStrike" cap="none" normalizeH="0" baseline="0" dirty="0" smtClean="0">
                <a:ln>
                  <a:noFill/>
                </a:ln>
                <a:solidFill>
                  <a:srgbClr val="CC3300"/>
                </a:solidFill>
                <a:effectLst/>
                <a:latin typeface="Cambria" pitchFamily="18" charset="0"/>
                <a:ea typeface="Cambria" pitchFamily="18" charset="0"/>
                <a:cs typeface="Arial" pitchFamily="34" charset="0"/>
              </a:rPr>
              <a:t>=</a:t>
            </a:r>
            <a:r>
              <a:rPr kumimoji="0" lang="en-US" sz="1600" b="0" i="0" u="none" strike="noStrike" cap="none" normalizeH="0" baseline="0" dirty="0" smtClean="0">
                <a:ln>
                  <a:noFill/>
                </a:ln>
                <a:solidFill>
                  <a:srgbClr val="FF0066"/>
                </a:solidFill>
                <a:effectLst/>
                <a:latin typeface="Cambria" pitchFamily="18" charset="0"/>
                <a:ea typeface="Cambria" pitchFamily="18" charset="0"/>
                <a:cs typeface="Arial" pitchFamily="34" charset="0"/>
              </a:rPr>
              <a:t>{ </a:t>
            </a:r>
            <a:r>
              <a:rPr kumimoji="0" lang="en-US" sz="1600" b="0" i="0" u="none" strike="noStrike" cap="none" normalizeH="0" baseline="0" dirty="0" smtClean="0">
                <a:ln>
                  <a:noFill/>
                </a:ln>
                <a:solidFill>
                  <a:srgbClr val="FF4519"/>
                </a:solidFill>
                <a:effectLst/>
                <a:latin typeface="Cambria" pitchFamily="18" charset="0"/>
                <a:ea typeface="Cambria" pitchFamily="18" charset="0"/>
                <a:cs typeface="Arial" pitchFamily="34" charset="0"/>
              </a:rPr>
              <a:t>"messages"</a:t>
            </a:r>
            <a:r>
              <a:rPr kumimoji="0" lang="en-US" sz="1600" b="0" i="0" u="none" strike="noStrike" cap="none" normalizeH="0" baseline="0" dirty="0" smtClean="0">
                <a:ln>
                  <a:noFill/>
                </a:ln>
                <a:solidFill>
                  <a:schemeClr val="bg1"/>
                </a:solidFill>
                <a:effectLst/>
                <a:latin typeface="Cambria" pitchFamily="18" charset="0"/>
                <a:ea typeface="Cambria" pitchFamily="18" charset="0"/>
                <a:cs typeface="Arial" pitchFamily="34" charset="0"/>
              </a:rPr>
              <a:t>:</a:t>
            </a:r>
            <a:r>
              <a:rPr kumimoji="0" lang="en-US" sz="16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 </a:t>
            </a:r>
            <a:r>
              <a:rPr kumimoji="0" lang="en-US" sz="1600" b="0" i="0" u="none" strike="noStrike" cap="none" normalizeH="0" baseline="0" dirty="0" smtClean="0">
                <a:ln>
                  <a:noFill/>
                </a:ln>
                <a:solidFill>
                  <a:srgbClr val="FF3399"/>
                </a:solidFill>
                <a:effectLst/>
                <a:latin typeface="Cambria" pitchFamily="18" charset="0"/>
                <a:ea typeface="Cambria" pitchFamily="18" charset="0"/>
                <a:cs typeface="Arial" pitchFamily="34" charset="0"/>
              </a:rPr>
              <a:t>[</a:t>
            </a:r>
            <a:r>
              <a:rPr kumimoji="0" lang="en-US" sz="1600" b="0" i="0" u="none" strike="noStrike" cap="none" normalizeH="0" baseline="0" dirty="0" smtClean="0">
                <a:ln>
                  <a:noFill/>
                </a:ln>
                <a:solidFill>
                  <a:srgbClr val="0070C0"/>
                </a:solidFill>
                <a:effectLst/>
                <a:latin typeface="Cambria" pitchFamily="18" charset="0"/>
                <a:ea typeface="Cambria" pitchFamily="18" charset="0"/>
                <a:cs typeface="Arial" pitchFamily="34" charset="0"/>
              </a:rPr>
              <a:t>response</a:t>
            </a:r>
            <a:r>
              <a:rPr kumimoji="0" lang="en-US" sz="1600" b="0" i="0" u="none" strike="noStrike" cap="none" normalizeH="0" baseline="0" dirty="0" smtClean="0">
                <a:ln>
                  <a:noFill/>
                </a:ln>
                <a:solidFill>
                  <a:srgbClr val="FF3399"/>
                </a:solidFill>
                <a:effectLst/>
                <a:latin typeface="Cambria" pitchFamily="18" charset="0"/>
                <a:ea typeface="Cambria" pitchFamily="18" charset="0"/>
                <a:cs typeface="Arial" pitchFamily="34" charset="0"/>
              </a:rPr>
              <a:t>]</a:t>
            </a:r>
            <a:r>
              <a:rPr kumimoji="0" lang="en-US" sz="1600" b="0" i="0" u="none" strike="noStrike" cap="none" normalizeH="0" baseline="0" dirty="0" smtClean="0">
                <a:ln>
                  <a:noFill/>
                </a:ln>
                <a:solidFill>
                  <a:srgbClr val="FF0066"/>
                </a:solidFill>
                <a:effectLst/>
                <a:latin typeface="Cambria" pitchFamily="18" charset="0"/>
                <a:ea typeface="Cambria" pitchFamily="18" charset="0"/>
                <a:cs typeface="Arial" pitchFamily="34" charset="0"/>
              </a:rPr>
              <a:t>}</a:t>
            </a:r>
            <a:r>
              <a:rPr kumimoji="0" lang="en-US" sz="1600" b="0" i="0" u="none" strike="noStrike" cap="none" normalizeH="0" baseline="0" dirty="0" smtClean="0">
                <a:ln>
                  <a:noFill/>
                </a:ln>
                <a:solidFill>
                  <a:schemeClr val="tx1"/>
                </a:solidFill>
                <a:effectLst/>
                <a:latin typeface="Cambria" pitchFamily="18" charset="0"/>
                <a:ea typeface="Cambria" pitchFamily="18" charset="0"/>
                <a:cs typeface="Arial" pitchFamily="34" charset="0"/>
              </a:rPr>
              <a:t> </a:t>
            </a:r>
            <a:r>
              <a:rPr kumimoji="0" lang="en-US" sz="1600" b="0" i="0" u="none" strike="noStrike" cap="none" normalizeH="0" baseline="0" dirty="0" smtClean="0">
                <a:ln>
                  <a:noFill/>
                </a:ln>
                <a:solidFill>
                  <a:srgbClr val="00B050"/>
                </a:solidFill>
                <a:effectLst/>
                <a:latin typeface="Cambria" pitchFamily="18" charset="0"/>
                <a:ea typeface="Cambria" pitchFamily="18" charset="0"/>
                <a:cs typeface="Arial" pitchFamily="34" charset="0"/>
              </a:rPr>
              <a:t># The update to apply to the state </a:t>
            </a:r>
          </a:p>
          <a:p>
            <a:pPr fontAlgn="base">
              <a:spcBef>
                <a:spcPct val="0"/>
              </a:spcBef>
              <a:spcAft>
                <a:spcPct val="0"/>
              </a:spcAft>
            </a:pPr>
            <a:r>
              <a:rPr kumimoji="0" lang="en-US" sz="1600" b="0" i="0" u="none" strike="noStrike" cap="none" normalizeH="0" baseline="0" dirty="0" smtClean="0">
                <a:ln>
                  <a:noFill/>
                </a:ln>
                <a:solidFill>
                  <a:schemeClr val="accent1"/>
                </a:solidFill>
                <a:effectLst/>
                <a:latin typeface="Cambria" pitchFamily="18" charset="0"/>
                <a:ea typeface="Cambria" pitchFamily="18" charset="0"/>
                <a:cs typeface="Arial" pitchFamily="34" charset="0"/>
              </a:rPr>
              <a:t>   ) </a:t>
            </a:r>
          </a:p>
          <a:p>
            <a:pPr fontAlgn="base">
              <a:spcBef>
                <a:spcPct val="0"/>
              </a:spcBef>
              <a:spcAft>
                <a:spcPct val="0"/>
              </a:spcAft>
            </a:pPr>
            <a:endParaRPr kumimoji="0" lang="en-US" sz="1600" b="0" i="0" u="none" strike="noStrike" cap="none" normalizeH="0" baseline="0" dirty="0" smtClean="0">
              <a:ln>
                <a:noFill/>
              </a:ln>
              <a:solidFill>
                <a:schemeClr val="accent1"/>
              </a:solidFill>
              <a:effectLst/>
              <a:latin typeface="Cambria" pitchFamily="18" charset="0"/>
              <a:ea typeface="Cambria" pitchFamily="18" charset="0"/>
              <a:cs typeface="Arial" pitchFamily="34" charset="0"/>
            </a:endParaRPr>
          </a:p>
        </p:txBody>
      </p:sp>
      <p:sp>
        <p:nvSpPr>
          <p:cNvPr id="9" name="Rectangle 8"/>
          <p:cNvSpPr/>
          <p:nvPr/>
        </p:nvSpPr>
        <p:spPr>
          <a:xfrm>
            <a:off x="309467" y="879228"/>
            <a:ext cx="11566922" cy="646331"/>
          </a:xfrm>
          <a:prstGeom prst="rect">
            <a:avLst/>
          </a:prstGeom>
        </p:spPr>
        <p:txBody>
          <a:bodyPr wrap="square">
            <a:spAutoFit/>
          </a:bodyPr>
          <a:lstStyle/>
          <a:p>
            <a:r>
              <a:rPr lang="en-US" b="1" dirty="0">
                <a:solidFill>
                  <a:srgbClr val="FF0066"/>
                </a:solidFill>
              </a:rPr>
              <a:t>Command</a:t>
            </a:r>
            <a:r>
              <a:rPr lang="en-US" dirty="0"/>
              <a:t> </a:t>
            </a:r>
            <a:r>
              <a:rPr lang="en-US" sz="1600" dirty="0" smtClean="0">
                <a:latin typeface="Bahnschrift Light" pitchFamily="34" charset="0"/>
                <a:ea typeface="Arial Unicode MS" pitchFamily="34" charset="-128"/>
                <a:cs typeface="Arial Unicode MS" pitchFamily="34" charset="-128"/>
              </a:rPr>
              <a:t>object(is a new tool) </a:t>
            </a:r>
            <a:r>
              <a:rPr lang="en-US" sz="1600" dirty="0">
                <a:latin typeface="Bahnschrift Light" pitchFamily="34" charset="0"/>
                <a:ea typeface="Arial Unicode MS" pitchFamily="34" charset="-128"/>
                <a:cs typeface="Arial Unicode MS" pitchFamily="34" charset="-128"/>
              </a:rPr>
              <a:t>in </a:t>
            </a:r>
            <a:r>
              <a:rPr lang="en-US" sz="1600" dirty="0" smtClean="0">
                <a:latin typeface="Bahnschrift Light" pitchFamily="34" charset="0"/>
                <a:ea typeface="Arial Unicode MS" pitchFamily="34" charset="-128"/>
                <a:cs typeface="Arial Unicode MS" pitchFamily="34" charset="-128"/>
              </a:rPr>
              <a:t>Langgraph </a:t>
            </a:r>
          </a:p>
          <a:p>
            <a:r>
              <a:rPr lang="en-US" sz="1600" dirty="0" smtClean="0">
                <a:latin typeface="Bahnschrift Light" pitchFamily="34" charset="0"/>
                <a:ea typeface="Arial Unicode MS" pitchFamily="34" charset="-128"/>
                <a:cs typeface="Arial Unicode MS" pitchFamily="34" charset="-128"/>
              </a:rPr>
              <a:t>that allows us </a:t>
            </a:r>
            <a:r>
              <a:rPr lang="en-US" sz="1600" dirty="0">
                <a:latin typeface="Bahnschrift Light" pitchFamily="34" charset="0"/>
                <a:ea typeface="Arial Unicode MS" pitchFamily="34" charset="-128"/>
                <a:cs typeface="Arial Unicode MS" pitchFamily="34" charset="-128"/>
              </a:rPr>
              <a:t>to manage dynamic, edgeless agent flows. it </a:t>
            </a:r>
            <a:r>
              <a:rPr lang="en-US" sz="1600" dirty="0" smtClean="0">
                <a:latin typeface="Bahnschrift Light" pitchFamily="34" charset="0"/>
                <a:ea typeface="Arial Unicode MS" pitchFamily="34" charset="-128"/>
                <a:cs typeface="Arial Unicode MS" pitchFamily="34" charset="-128"/>
              </a:rPr>
              <a:t>means, nodes </a:t>
            </a:r>
            <a:r>
              <a:rPr lang="en-US" sz="1600" dirty="0">
                <a:latin typeface="Bahnschrift Light" pitchFamily="34" charset="0"/>
                <a:ea typeface="Arial Unicode MS" pitchFamily="34" charset="-128"/>
                <a:cs typeface="Arial Unicode MS" pitchFamily="34" charset="-128"/>
              </a:rPr>
              <a:t>can dynamically decide which node to execute nex</a:t>
            </a:r>
            <a:r>
              <a:rPr lang="en-US" dirty="0">
                <a:latin typeface="Bahnschrift Light" pitchFamily="34" charset="0"/>
                <a:ea typeface="Arial Unicode MS" pitchFamily="34" charset="-128"/>
                <a:cs typeface="Arial Unicode MS" pitchFamily="34" charset="-128"/>
              </a:rPr>
              <a:t>t</a:t>
            </a:r>
            <a:endParaRPr lang="en-IN" dirty="0">
              <a:latin typeface="Bahnschrift Light" pitchFamily="34" charset="0"/>
              <a:ea typeface="Arial Unicode MS" pitchFamily="34" charset="-128"/>
              <a:cs typeface="Arial Unicode MS" pitchFamily="34" charset="-128"/>
            </a:endParaRPr>
          </a:p>
        </p:txBody>
      </p:sp>
      <p:grpSp>
        <p:nvGrpSpPr>
          <p:cNvPr id="8" name="Group 7"/>
          <p:cNvGrpSpPr/>
          <p:nvPr/>
        </p:nvGrpSpPr>
        <p:grpSpPr>
          <a:xfrm>
            <a:off x="1460665" y="4607627"/>
            <a:ext cx="8799616" cy="637343"/>
            <a:chOff x="1460665" y="4607627"/>
            <a:chExt cx="8799616" cy="637343"/>
          </a:xfrm>
        </p:grpSpPr>
        <p:sp>
          <p:nvSpPr>
            <p:cNvPr id="6" name="TextBox 5"/>
            <p:cNvSpPr txBox="1"/>
            <p:nvPr/>
          </p:nvSpPr>
          <p:spPr>
            <a:xfrm>
              <a:off x="1460665" y="4607627"/>
              <a:ext cx="7386452" cy="307777"/>
            </a:xfrm>
            <a:prstGeom prst="rect">
              <a:avLst/>
            </a:prstGeom>
            <a:solidFill>
              <a:schemeClr val="accent1">
                <a:lumMod val="20000"/>
                <a:lumOff val="80000"/>
              </a:schemeClr>
            </a:solidFill>
            <a:ln>
              <a:solidFill>
                <a:schemeClr val="accent1"/>
              </a:solidFill>
            </a:ln>
          </p:spPr>
          <p:txBody>
            <a:bodyPr wrap="square" rtlCol="0">
              <a:spAutoFit/>
            </a:bodyPr>
            <a:lstStyle/>
            <a:p>
              <a:r>
                <a:rPr lang="en-US" sz="1400" dirty="0" smtClean="0">
                  <a:latin typeface="Bahnschrift Light" pitchFamily="34" charset="0"/>
                </a:rPr>
                <a:t>(goto</a:t>
              </a:r>
              <a:r>
                <a:rPr lang="en-US" sz="1400" dirty="0">
                  <a:latin typeface="Bahnschrift Light" pitchFamily="34" charset="0"/>
                </a:rPr>
                <a:t>) : Tells the graph which node to run next. Example: </a:t>
              </a:r>
              <a:r>
                <a:rPr lang="en-US" sz="1400" dirty="0">
                  <a:solidFill>
                    <a:srgbClr val="CC3300"/>
                  </a:solidFill>
                  <a:latin typeface="Bahnschrift Light" pitchFamily="34" charset="0"/>
                </a:rPr>
                <a:t>"</a:t>
              </a:r>
              <a:r>
                <a:rPr lang="en-US" sz="1400" b="1" dirty="0">
                  <a:solidFill>
                    <a:srgbClr val="CC3300"/>
                  </a:solidFill>
                  <a:latin typeface="Bahnschrift SemiBold" pitchFamily="34" charset="0"/>
                </a:rPr>
                <a:t>node_b</a:t>
              </a:r>
              <a:r>
                <a:rPr lang="en-US" sz="1400" dirty="0">
                  <a:solidFill>
                    <a:srgbClr val="CC3300"/>
                  </a:solidFill>
                  <a:latin typeface="Bahnschrift Light" pitchFamily="34" charset="0"/>
                </a:rPr>
                <a:t>" </a:t>
              </a:r>
              <a:r>
                <a:rPr lang="en-US" sz="1400" dirty="0">
                  <a:latin typeface="Bahnschrift Light" pitchFamily="34" charset="0"/>
                </a:rPr>
                <a:t>or </a:t>
              </a:r>
              <a:r>
                <a:rPr lang="en-US" sz="1400" b="1" dirty="0">
                  <a:solidFill>
                    <a:srgbClr val="00B0F0"/>
                  </a:solidFill>
                  <a:latin typeface="Bahnschrift Light" pitchFamily="34" charset="0"/>
                </a:rPr>
                <a:t>END</a:t>
              </a:r>
              <a:r>
                <a:rPr lang="en-US" sz="1400" dirty="0">
                  <a:latin typeface="Bahnschrift Light" pitchFamily="34" charset="0"/>
                </a:rPr>
                <a:t>. </a:t>
              </a:r>
              <a:endParaRPr lang="en-IN" sz="1400" dirty="0">
                <a:latin typeface="Bahnschrift Light" pitchFamily="34" charset="0"/>
              </a:endParaRPr>
            </a:p>
          </p:txBody>
        </p:sp>
        <p:sp>
          <p:nvSpPr>
            <p:cNvPr id="7" name="Rectangle 6"/>
            <p:cNvSpPr/>
            <p:nvPr/>
          </p:nvSpPr>
          <p:spPr>
            <a:xfrm>
              <a:off x="1460665" y="4937193"/>
              <a:ext cx="8799616" cy="307777"/>
            </a:xfrm>
            <a:prstGeom prst="rect">
              <a:avLst/>
            </a:prstGeom>
            <a:solidFill>
              <a:schemeClr val="accent1">
                <a:lumMod val="20000"/>
                <a:lumOff val="80000"/>
              </a:schemeClr>
            </a:solidFill>
            <a:ln>
              <a:solidFill>
                <a:schemeClr val="accent1"/>
              </a:solidFill>
            </a:ln>
          </p:spPr>
          <p:txBody>
            <a:bodyPr wrap="square">
              <a:spAutoFit/>
            </a:bodyPr>
            <a:lstStyle/>
            <a:p>
              <a:r>
                <a:rPr lang="en-US" sz="1400" dirty="0">
                  <a:latin typeface="Bahnschrift Light" pitchFamily="34" charset="0"/>
                </a:rPr>
                <a:t>(update) : Specifies how the graph’s state should be modified before moving forward.</a:t>
              </a:r>
              <a:endParaRPr lang="en-IN" sz="1400" dirty="0">
                <a:latin typeface="Bahnschrift Light" pitchFamily="34" charset="0"/>
              </a:endParaRPr>
            </a:p>
          </p:txBody>
        </p:sp>
      </p:grpSp>
    </p:spTree>
    <p:extLst>
      <p:ext uri="{BB962C8B-B14F-4D97-AF65-F5344CB8AC3E}">
        <p14:creationId xmlns:p14="http://schemas.microsoft.com/office/powerpoint/2010/main" val="4103678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sp>
        <p:nvSpPr>
          <p:cNvPr id="2" name="Rectangle 1"/>
          <p:cNvSpPr>
            <a:spLocks noChangeArrowheads="1"/>
          </p:cNvSpPr>
          <p:nvPr/>
        </p:nvSpPr>
        <p:spPr bwMode="auto">
          <a:xfrm>
            <a:off x="471952" y="167895"/>
            <a:ext cx="7861513" cy="6186309"/>
          </a:xfrm>
          <a:prstGeom prst="rect">
            <a:avLst/>
          </a:prstGeom>
          <a:solidFill>
            <a:schemeClr val="bg2">
              <a:lumMod val="25000"/>
            </a:schemeClr>
          </a:solidFill>
          <a:ln>
            <a:noFill/>
          </a:ln>
          <a:effectLs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C586C0"/>
                </a:solidFill>
                <a:effectLst/>
                <a:cs typeface="Arial" pitchFamily="34" charset="0"/>
              </a:rPr>
              <a:t>from</a:t>
            </a:r>
            <a:r>
              <a:rPr kumimoji="0" lang="en-US" b="0" i="0" u="none" strike="noStrike" cap="none" normalizeH="0" baseline="0" dirty="0" smtClean="0">
                <a:ln>
                  <a:noFill/>
                </a:ln>
                <a:solidFill>
                  <a:srgbClr val="D4D4D4"/>
                </a:solidFill>
                <a:effectLst/>
                <a:cs typeface="Arial" pitchFamily="34" charset="0"/>
              </a:rPr>
              <a:t> langgraph.graph </a:t>
            </a:r>
            <a:r>
              <a:rPr kumimoji="0" lang="en-US" b="0" i="0" u="none" strike="noStrike" cap="none" normalizeH="0" baseline="0" dirty="0" smtClean="0">
                <a:ln>
                  <a:noFill/>
                </a:ln>
                <a:solidFill>
                  <a:srgbClr val="569CD6"/>
                </a:solidFill>
                <a:effectLst/>
                <a:cs typeface="Arial" pitchFamily="34" charset="0"/>
              </a:rPr>
              <a:t>import</a:t>
            </a:r>
            <a:r>
              <a:rPr kumimoji="0" lang="en-US" b="0" i="0" u="none" strike="noStrike" cap="none" normalizeH="0" baseline="0" dirty="0" smtClean="0">
                <a:ln>
                  <a:noFill/>
                </a:ln>
                <a:solidFill>
                  <a:srgbClr val="D4D4D4"/>
                </a:solidFill>
                <a:effectLst/>
                <a:cs typeface="Arial" pitchFamily="34" charset="0"/>
              </a:rPr>
              <a:t> StateGraph, MessagesState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C586C0"/>
                </a:solidFill>
                <a:effectLst/>
                <a:cs typeface="Arial" pitchFamily="34" charset="0"/>
              </a:rPr>
              <a:t>from</a:t>
            </a:r>
            <a:r>
              <a:rPr kumimoji="0" lang="en-US" b="0" i="0" u="none" strike="noStrike" cap="none" normalizeH="0" baseline="0" dirty="0" smtClean="0">
                <a:ln>
                  <a:noFill/>
                </a:ln>
                <a:solidFill>
                  <a:srgbClr val="D4D4D4"/>
                </a:solidFill>
                <a:effectLst/>
                <a:cs typeface="Arial" pitchFamily="34" charset="0"/>
              </a:rPr>
              <a:t> langgraph.types </a:t>
            </a:r>
            <a:r>
              <a:rPr kumimoji="0" lang="en-US" b="0" i="0" u="none" strike="noStrike" cap="none" normalizeH="0" baseline="0" dirty="0" smtClean="0">
                <a:ln>
                  <a:noFill/>
                </a:ln>
                <a:solidFill>
                  <a:srgbClr val="569CD6"/>
                </a:solidFill>
                <a:effectLst/>
                <a:cs typeface="Arial" pitchFamily="34" charset="0"/>
              </a:rPr>
              <a:t>import</a:t>
            </a:r>
            <a:r>
              <a:rPr kumimoji="0" lang="en-US" b="0" i="0" u="none" strike="noStrike" cap="none" normalizeH="0" baseline="0" dirty="0" smtClean="0">
                <a:ln>
                  <a:noFill/>
                </a:ln>
                <a:solidFill>
                  <a:srgbClr val="D4D4D4"/>
                </a:solidFill>
                <a:effectLst/>
                <a:cs typeface="Arial" pitchFamily="34" charset="0"/>
              </a:rPr>
              <a:t> Command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C586C0"/>
                </a:solidFill>
                <a:effectLst/>
                <a:cs typeface="Arial" pitchFamily="34" charset="0"/>
              </a:rPr>
              <a:t>from</a:t>
            </a:r>
            <a:r>
              <a:rPr kumimoji="0" lang="en-US" b="0" i="0" u="none" strike="noStrike" cap="none" normalizeH="0" baseline="0" dirty="0" smtClean="0">
                <a:ln>
                  <a:noFill/>
                </a:ln>
                <a:solidFill>
                  <a:srgbClr val="D4D4D4"/>
                </a:solidFill>
                <a:effectLst/>
                <a:cs typeface="Arial" pitchFamily="34" charset="0"/>
              </a:rPr>
              <a:t> langchain_core.messages </a:t>
            </a:r>
            <a:r>
              <a:rPr kumimoji="0" lang="en-US" b="0" i="0" u="none" strike="noStrike" cap="none" normalizeH="0" baseline="0" dirty="0" smtClean="0">
                <a:ln>
                  <a:noFill/>
                </a:ln>
                <a:solidFill>
                  <a:srgbClr val="569CD6"/>
                </a:solidFill>
                <a:effectLst/>
                <a:cs typeface="Arial" pitchFamily="34" charset="0"/>
              </a:rPr>
              <a:t>import</a:t>
            </a:r>
            <a:r>
              <a:rPr kumimoji="0" lang="en-US" b="0" i="0" u="none" strike="noStrike" cap="none" normalizeH="0" baseline="0" dirty="0" smtClean="0">
                <a:ln>
                  <a:noFill/>
                </a:ln>
                <a:solidFill>
                  <a:srgbClr val="D4D4D4"/>
                </a:solidFill>
                <a:effectLst/>
                <a:cs typeface="Arial" pitchFamily="34" charset="0"/>
              </a:rPr>
              <a:t> HumanMessage</a:t>
            </a:r>
          </a:p>
          <a:p>
            <a:pPr marL="0" marR="0" lvl="0" indent="0" algn="l" defTabSz="914400" rtl="0" eaLnBrk="1" fontAlgn="base" latinLnBrk="0" hangingPunct="1">
              <a:lnSpc>
                <a:spcPct val="100000"/>
              </a:lnSpc>
              <a:spcBef>
                <a:spcPct val="0"/>
              </a:spcBef>
              <a:spcAft>
                <a:spcPct val="0"/>
              </a:spcAft>
              <a:buClrTx/>
              <a:buSzTx/>
              <a:buFontTx/>
              <a:buNone/>
              <a:tabLst/>
            </a:pPr>
            <a:endParaRPr lang="en-US" dirty="0">
              <a:solidFill>
                <a:srgbClr val="D4D4D4"/>
              </a:solidFill>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569CD6"/>
                </a:solidFill>
                <a:effectLst/>
                <a:cs typeface="Arial" pitchFamily="34" charset="0"/>
              </a:rPr>
              <a:t>def</a:t>
            </a:r>
            <a:r>
              <a:rPr kumimoji="0" lang="en-US" b="0" i="0" u="none" strike="noStrike" cap="none" normalizeH="0" baseline="0" dirty="0" smtClean="0">
                <a:ln>
                  <a:noFill/>
                </a:ln>
                <a:solidFill>
                  <a:srgbClr val="D4D4D4"/>
                </a:solidFill>
                <a:effectLst/>
                <a:cs typeface="Arial" pitchFamily="34" charset="0"/>
              </a:rPr>
              <a:t> </a:t>
            </a:r>
            <a:r>
              <a:rPr kumimoji="0" lang="en-US" b="0" i="0" u="none" strike="noStrike" cap="none" normalizeH="0" baseline="0" dirty="0" smtClean="0">
                <a:ln>
                  <a:noFill/>
                </a:ln>
                <a:solidFill>
                  <a:srgbClr val="DCDCAA"/>
                </a:solidFill>
                <a:effectLst/>
                <a:cs typeface="Arial" pitchFamily="34" charset="0"/>
              </a:rPr>
              <a:t>node_a</a:t>
            </a:r>
            <a:r>
              <a:rPr kumimoji="0" lang="en-US" b="0" i="0" u="none" strike="noStrike" cap="none" normalizeH="0" baseline="0" dirty="0" smtClean="0">
                <a:ln>
                  <a:noFill/>
                </a:ln>
                <a:solidFill>
                  <a:srgbClr val="D4D4D4"/>
                </a:solidFill>
                <a:effectLst/>
                <a:cs typeface="Arial" pitchFamily="34" charset="0"/>
              </a:rPr>
              <a:t>(state: MessagesState): </a:t>
            </a:r>
          </a:p>
          <a:p>
            <a:pPr fontAlgn="base">
              <a:spcBef>
                <a:spcPct val="0"/>
              </a:spcBef>
              <a:spcAft>
                <a:spcPct val="0"/>
              </a:spcAft>
            </a:pPr>
            <a:r>
              <a:rPr kumimoji="0" lang="en-US" b="0" i="0" u="none" strike="noStrike" cap="none" normalizeH="0" baseline="0" dirty="0" smtClean="0">
                <a:ln>
                  <a:noFill/>
                </a:ln>
                <a:solidFill>
                  <a:srgbClr val="569CD6"/>
                </a:solidFill>
                <a:effectLst/>
                <a:cs typeface="Arial" pitchFamily="34" charset="0"/>
              </a:rPr>
              <a:t>  return</a:t>
            </a:r>
            <a:r>
              <a:rPr kumimoji="0" lang="en-US" b="0" i="0" u="none" strike="noStrike" cap="none" normalizeH="0" baseline="0" dirty="0" smtClean="0">
                <a:ln>
                  <a:noFill/>
                </a:ln>
                <a:solidFill>
                  <a:srgbClr val="D4D4D4"/>
                </a:solidFill>
                <a:effectLst/>
                <a:cs typeface="Arial" pitchFamily="34" charset="0"/>
              </a:rPr>
              <a:t> Command( goto=</a:t>
            </a:r>
            <a:r>
              <a:rPr kumimoji="0" lang="en-US" b="0" i="0" u="none" strike="noStrike" cap="none" normalizeH="0" baseline="0" dirty="0" smtClean="0">
                <a:ln>
                  <a:noFill/>
                </a:ln>
                <a:solidFill>
                  <a:srgbClr val="CE9178"/>
                </a:solidFill>
                <a:effectLst/>
                <a:cs typeface="Arial" pitchFamily="34" charset="0"/>
              </a:rPr>
              <a:t>"node_b"</a:t>
            </a:r>
            <a:r>
              <a:rPr kumimoji="0" lang="en-US" b="0" i="0" u="none" strike="noStrike" cap="none" normalizeH="0" baseline="0" dirty="0" smtClean="0">
                <a:ln>
                  <a:noFill/>
                </a:ln>
                <a:solidFill>
                  <a:srgbClr val="D4D4D4"/>
                </a:solidFill>
                <a:effectLst/>
                <a:cs typeface="Arial" pitchFamily="34" charset="0"/>
              </a:rPr>
              <a:t>, update=state[</a:t>
            </a:r>
            <a:r>
              <a:rPr kumimoji="0" lang="en-US" b="0" i="0" u="none" strike="noStrike" cap="none" normalizeH="0" baseline="0" dirty="0" smtClean="0">
                <a:ln>
                  <a:noFill/>
                </a:ln>
                <a:solidFill>
                  <a:srgbClr val="CE9178"/>
                </a:solidFill>
                <a:effectLst/>
                <a:cs typeface="Arial" pitchFamily="34" charset="0"/>
              </a:rPr>
              <a:t>"messages"</a:t>
            </a:r>
            <a:r>
              <a:rPr kumimoji="0" lang="en-US" b="0" i="0" u="none" strike="noStrike" cap="none" normalizeH="0" baseline="0" dirty="0" smtClean="0">
                <a:ln>
                  <a:noFill/>
                </a:ln>
                <a:solidFill>
                  <a:srgbClr val="D4D4D4"/>
                </a:solidFill>
                <a:effectLst/>
                <a:cs typeface="Arial" pitchFamily="34" charset="0"/>
              </a:rPr>
              <a:t>].append(</a:t>
            </a:r>
            <a:r>
              <a:rPr kumimoji="0" lang="en-US" b="0" i="0" u="none" strike="noStrike" cap="none" normalizeH="0" baseline="0" dirty="0" smtClean="0">
                <a:ln>
                  <a:noFill/>
                </a:ln>
                <a:solidFill>
                  <a:srgbClr val="CE9178"/>
                </a:solidFill>
                <a:effectLst/>
                <a:cs typeface="Arial" pitchFamily="34" charset="0"/>
              </a:rPr>
              <a:t>"node_a"</a:t>
            </a:r>
            <a:r>
              <a:rPr kumimoji="0" lang="en-US" b="0" i="0" u="none" strike="noStrike" cap="none" normalizeH="0" baseline="0" dirty="0" smtClean="0">
                <a:ln>
                  <a:noFill/>
                </a:ln>
                <a:solidFill>
                  <a:srgbClr val="D4D4D4"/>
                </a:solidFill>
                <a:effectLst/>
                <a:cs typeface="Arial" pitchFamily="34" charset="0"/>
              </a:rPr>
              <a:t>) ) </a:t>
            </a:r>
          </a:p>
          <a:p>
            <a:pPr marL="0" marR="0" lvl="0" indent="0" algn="l" defTabSz="914400" rtl="0" eaLnBrk="1" fontAlgn="base" latinLnBrk="0" hangingPunct="1">
              <a:lnSpc>
                <a:spcPct val="100000"/>
              </a:lnSpc>
              <a:spcBef>
                <a:spcPct val="0"/>
              </a:spcBef>
              <a:spcAft>
                <a:spcPct val="0"/>
              </a:spcAft>
              <a:buClrTx/>
              <a:buSzTx/>
              <a:buFontTx/>
              <a:buNone/>
              <a:tabLst/>
            </a:pPr>
            <a:endParaRPr lang="en-US" dirty="0">
              <a:solidFill>
                <a:srgbClr val="D4D4D4"/>
              </a:solidFill>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569CD6"/>
                </a:solidFill>
                <a:effectLst/>
                <a:cs typeface="Arial" pitchFamily="34" charset="0"/>
              </a:rPr>
              <a:t>def</a:t>
            </a:r>
            <a:r>
              <a:rPr kumimoji="0" lang="en-US" b="0" i="0" u="none" strike="noStrike" cap="none" normalizeH="0" baseline="0" dirty="0" smtClean="0">
                <a:ln>
                  <a:noFill/>
                </a:ln>
                <a:solidFill>
                  <a:srgbClr val="D4D4D4"/>
                </a:solidFill>
                <a:effectLst/>
                <a:cs typeface="Arial" pitchFamily="34" charset="0"/>
              </a:rPr>
              <a:t> </a:t>
            </a:r>
            <a:r>
              <a:rPr kumimoji="0" lang="en-US" b="0" i="0" u="none" strike="noStrike" cap="none" normalizeH="0" baseline="0" dirty="0" smtClean="0">
                <a:ln>
                  <a:noFill/>
                </a:ln>
                <a:solidFill>
                  <a:srgbClr val="DCDCAA"/>
                </a:solidFill>
                <a:effectLst/>
                <a:cs typeface="Arial" pitchFamily="34" charset="0"/>
              </a:rPr>
              <a:t>node_b</a:t>
            </a:r>
            <a:r>
              <a:rPr kumimoji="0" lang="en-US" b="0" i="0" u="none" strike="noStrike" cap="none" normalizeH="0" baseline="0" dirty="0" smtClean="0">
                <a:ln>
                  <a:noFill/>
                </a:ln>
                <a:solidFill>
                  <a:srgbClr val="D4D4D4"/>
                </a:solidFill>
                <a:effectLst/>
                <a:cs typeface="Arial" pitchFamily="34" charset="0"/>
              </a:rPr>
              <a:t>(state: MessagesState):</a:t>
            </a:r>
          </a:p>
          <a:p>
            <a:pPr fontAlgn="base">
              <a:spcBef>
                <a:spcPct val="0"/>
              </a:spcBef>
              <a:spcAft>
                <a:spcPct val="0"/>
              </a:spcAft>
            </a:pPr>
            <a:r>
              <a:rPr kumimoji="0" lang="en-US" b="0" i="0" u="none" strike="noStrike" cap="none" normalizeH="0" baseline="0" dirty="0" smtClean="0">
                <a:ln>
                  <a:noFill/>
                </a:ln>
                <a:solidFill>
                  <a:srgbClr val="D4D4D4"/>
                </a:solidFill>
                <a:effectLst/>
                <a:cs typeface="Arial" pitchFamily="34" charset="0"/>
              </a:rPr>
              <a:t> </a:t>
            </a:r>
            <a:r>
              <a:rPr kumimoji="0" lang="en-US" b="0" i="0" u="none" strike="noStrike" cap="none" normalizeH="0" baseline="0" dirty="0" smtClean="0">
                <a:ln>
                  <a:noFill/>
                </a:ln>
                <a:solidFill>
                  <a:srgbClr val="569CD6"/>
                </a:solidFill>
                <a:effectLst/>
                <a:cs typeface="Arial" pitchFamily="34" charset="0"/>
              </a:rPr>
              <a:t>return</a:t>
            </a:r>
            <a:r>
              <a:rPr kumimoji="0" lang="en-US" b="0" i="0" u="none" strike="noStrike" cap="none" normalizeH="0" baseline="0" dirty="0" smtClean="0">
                <a:ln>
                  <a:noFill/>
                </a:ln>
                <a:solidFill>
                  <a:srgbClr val="D4D4D4"/>
                </a:solidFill>
                <a:effectLst/>
                <a:cs typeface="Arial" pitchFamily="34" charset="0"/>
              </a:rPr>
              <a:t> Command( goto=</a:t>
            </a:r>
            <a:r>
              <a:rPr kumimoji="0" lang="en-US" b="0" i="0" u="none" strike="noStrike" cap="none" normalizeH="0" baseline="0" dirty="0" smtClean="0">
                <a:ln>
                  <a:noFill/>
                </a:ln>
                <a:solidFill>
                  <a:srgbClr val="CE9178"/>
                </a:solidFill>
                <a:effectLst/>
                <a:cs typeface="Arial" pitchFamily="34" charset="0"/>
              </a:rPr>
              <a:t>"node_c"</a:t>
            </a:r>
            <a:r>
              <a:rPr kumimoji="0" lang="en-US" b="0" i="0" u="none" strike="noStrike" cap="none" normalizeH="0" baseline="0" dirty="0" smtClean="0">
                <a:ln>
                  <a:noFill/>
                </a:ln>
                <a:solidFill>
                  <a:srgbClr val="D4D4D4"/>
                </a:solidFill>
                <a:effectLst/>
                <a:cs typeface="Arial" pitchFamily="34" charset="0"/>
              </a:rPr>
              <a:t>, update=state[</a:t>
            </a:r>
            <a:r>
              <a:rPr kumimoji="0" lang="en-US" b="0" i="0" u="none" strike="noStrike" cap="none" normalizeH="0" baseline="0" dirty="0" smtClean="0">
                <a:ln>
                  <a:noFill/>
                </a:ln>
                <a:solidFill>
                  <a:srgbClr val="CE9178"/>
                </a:solidFill>
                <a:effectLst/>
                <a:cs typeface="Arial" pitchFamily="34" charset="0"/>
              </a:rPr>
              <a:t>"messages"</a:t>
            </a:r>
            <a:r>
              <a:rPr kumimoji="0" lang="en-US" b="0" i="0" u="none" strike="noStrike" cap="none" normalizeH="0" baseline="0" dirty="0" smtClean="0">
                <a:ln>
                  <a:noFill/>
                </a:ln>
                <a:solidFill>
                  <a:srgbClr val="D4D4D4"/>
                </a:solidFill>
                <a:effectLst/>
                <a:cs typeface="Arial" pitchFamily="34" charset="0"/>
              </a:rPr>
              <a:t>].append(</a:t>
            </a:r>
            <a:r>
              <a:rPr kumimoji="0" lang="en-US" b="0" i="0" u="none" strike="noStrike" cap="none" normalizeH="0" baseline="0" dirty="0" smtClean="0">
                <a:ln>
                  <a:noFill/>
                </a:ln>
                <a:solidFill>
                  <a:srgbClr val="CE9178"/>
                </a:solidFill>
                <a:effectLst/>
                <a:cs typeface="Arial" pitchFamily="34" charset="0"/>
              </a:rPr>
              <a:t>"node_b"</a:t>
            </a:r>
            <a:r>
              <a:rPr kumimoji="0" lang="en-US" b="0" i="0" u="none" strike="noStrike" cap="none" normalizeH="0" baseline="0" dirty="0" smtClean="0">
                <a:ln>
                  <a:noFill/>
                </a:ln>
                <a:solidFill>
                  <a:srgbClr val="D4D4D4"/>
                </a:solidFill>
                <a:effectLst/>
                <a:cs typeface="Arial" pitchFamily="34" charset="0"/>
              </a:rPr>
              <a:t>) ) </a:t>
            </a:r>
          </a:p>
          <a:p>
            <a:pPr marL="0" marR="0" lvl="0" indent="0" algn="l" defTabSz="914400" rtl="0" eaLnBrk="1" fontAlgn="base" latinLnBrk="0" hangingPunct="1">
              <a:lnSpc>
                <a:spcPct val="100000"/>
              </a:lnSpc>
              <a:spcBef>
                <a:spcPct val="0"/>
              </a:spcBef>
              <a:spcAft>
                <a:spcPct val="0"/>
              </a:spcAft>
              <a:buClrTx/>
              <a:buSzTx/>
              <a:buFontTx/>
              <a:buNone/>
              <a:tabLst/>
            </a:pPr>
            <a:endParaRPr lang="en-US" dirty="0">
              <a:solidFill>
                <a:srgbClr val="D4D4D4"/>
              </a:solidFill>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569CD6"/>
                </a:solidFill>
                <a:effectLst/>
                <a:cs typeface="Arial" pitchFamily="34" charset="0"/>
              </a:rPr>
              <a:t>def</a:t>
            </a:r>
            <a:r>
              <a:rPr kumimoji="0" lang="en-US" b="0" i="0" u="none" strike="noStrike" cap="none" normalizeH="0" baseline="0" dirty="0" smtClean="0">
                <a:ln>
                  <a:noFill/>
                </a:ln>
                <a:solidFill>
                  <a:srgbClr val="D4D4D4"/>
                </a:solidFill>
                <a:effectLst/>
                <a:cs typeface="Arial" pitchFamily="34" charset="0"/>
              </a:rPr>
              <a:t> </a:t>
            </a:r>
            <a:r>
              <a:rPr kumimoji="0" lang="en-US" b="0" i="0" u="none" strike="noStrike" cap="none" normalizeH="0" baseline="0" dirty="0" smtClean="0">
                <a:ln>
                  <a:noFill/>
                </a:ln>
                <a:solidFill>
                  <a:srgbClr val="DCDCAA"/>
                </a:solidFill>
                <a:effectLst/>
                <a:cs typeface="Arial" pitchFamily="34" charset="0"/>
              </a:rPr>
              <a:t>node_c</a:t>
            </a:r>
            <a:r>
              <a:rPr kumimoji="0" lang="en-US" b="0" i="0" u="none" strike="noStrike" cap="none" normalizeH="0" baseline="0" dirty="0" smtClean="0">
                <a:ln>
                  <a:noFill/>
                </a:ln>
                <a:solidFill>
                  <a:srgbClr val="D4D4D4"/>
                </a:solidFill>
                <a:effectLst/>
                <a:cs typeface="Arial" pitchFamily="34" charset="0"/>
              </a:rPr>
              <a:t>(state: MessagesState):</a:t>
            </a:r>
          </a:p>
          <a:p>
            <a:pPr fontAlgn="base">
              <a:spcBef>
                <a:spcPct val="0"/>
              </a:spcBef>
              <a:spcAft>
                <a:spcPct val="0"/>
              </a:spcAft>
            </a:pPr>
            <a:r>
              <a:rPr kumimoji="0" lang="en-US" b="0" i="0" u="none" strike="noStrike" cap="none" normalizeH="0" baseline="0" dirty="0" smtClean="0">
                <a:ln>
                  <a:noFill/>
                </a:ln>
                <a:solidFill>
                  <a:srgbClr val="D4D4D4"/>
                </a:solidFill>
                <a:effectLst/>
                <a:cs typeface="Arial" pitchFamily="34" charset="0"/>
              </a:rPr>
              <a:t> </a:t>
            </a:r>
            <a:r>
              <a:rPr kumimoji="0" lang="en-US" b="0" i="0" u="none" strike="noStrike" cap="none" normalizeH="0" baseline="0" dirty="0" smtClean="0">
                <a:ln>
                  <a:noFill/>
                </a:ln>
                <a:solidFill>
                  <a:srgbClr val="569CD6"/>
                </a:solidFill>
                <a:effectLst/>
                <a:cs typeface="Arial" pitchFamily="34" charset="0"/>
              </a:rPr>
              <a:t>return</a:t>
            </a:r>
            <a:r>
              <a:rPr kumimoji="0" lang="en-US" b="0" i="0" u="none" strike="noStrike" cap="none" normalizeH="0" baseline="0" dirty="0" smtClean="0">
                <a:ln>
                  <a:noFill/>
                </a:ln>
                <a:solidFill>
                  <a:srgbClr val="D4D4D4"/>
                </a:solidFill>
                <a:effectLst/>
                <a:cs typeface="Arial" pitchFamily="34" charset="0"/>
              </a:rPr>
              <a:t> Command( goto=END, update=state[</a:t>
            </a:r>
            <a:r>
              <a:rPr kumimoji="0" lang="en-US" b="0" i="0" u="none" strike="noStrike" cap="none" normalizeH="0" baseline="0" dirty="0" smtClean="0">
                <a:ln>
                  <a:noFill/>
                </a:ln>
                <a:solidFill>
                  <a:srgbClr val="CE9178"/>
                </a:solidFill>
                <a:effectLst/>
                <a:cs typeface="Arial" pitchFamily="34" charset="0"/>
              </a:rPr>
              <a:t>"messages"</a:t>
            </a:r>
            <a:r>
              <a:rPr kumimoji="0" lang="en-US" b="0" i="0" u="none" strike="noStrike" cap="none" normalizeH="0" baseline="0" dirty="0" smtClean="0">
                <a:ln>
                  <a:noFill/>
                </a:ln>
                <a:solidFill>
                  <a:srgbClr val="D4D4D4"/>
                </a:solidFill>
                <a:effectLst/>
                <a:cs typeface="Arial" pitchFamily="34" charset="0"/>
              </a:rPr>
              <a:t>].append(</a:t>
            </a:r>
            <a:r>
              <a:rPr kumimoji="0" lang="en-US" b="0" i="0" u="none" strike="noStrike" cap="none" normalizeH="0" baseline="0" dirty="0" smtClean="0">
                <a:ln>
                  <a:noFill/>
                </a:ln>
                <a:solidFill>
                  <a:srgbClr val="CE9178"/>
                </a:solidFill>
                <a:effectLst/>
                <a:cs typeface="Arial" pitchFamily="34" charset="0"/>
              </a:rPr>
              <a:t>"node_c"</a:t>
            </a:r>
            <a:r>
              <a:rPr kumimoji="0" lang="en-US" b="0" i="0" u="none" strike="noStrike" cap="none" normalizeH="0" baseline="0" dirty="0" smtClean="0">
                <a:ln>
                  <a:noFill/>
                </a:ln>
                <a:solidFill>
                  <a:srgbClr val="D4D4D4"/>
                </a:solidFill>
                <a:effectLst/>
                <a:cs typeface="Arial" pitchFamily="34" charset="0"/>
              </a:rPr>
              <a:t>) ) </a:t>
            </a:r>
          </a:p>
          <a:p>
            <a:pPr marL="0" marR="0" lvl="0" indent="0" algn="l" defTabSz="914400" rtl="0" eaLnBrk="1" fontAlgn="base" latinLnBrk="0" hangingPunct="1">
              <a:lnSpc>
                <a:spcPct val="100000"/>
              </a:lnSpc>
              <a:spcBef>
                <a:spcPct val="0"/>
              </a:spcBef>
              <a:spcAft>
                <a:spcPct val="0"/>
              </a:spcAft>
              <a:buClrTx/>
              <a:buSzTx/>
              <a:buFontTx/>
              <a:buNone/>
              <a:tabLst/>
            </a:pPr>
            <a:endParaRPr lang="en-US" dirty="0">
              <a:solidFill>
                <a:srgbClr val="D4D4D4"/>
              </a:solidFill>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D4D4D4"/>
                </a:solidFill>
                <a:effectLst/>
                <a:cs typeface="Arial" pitchFamily="34" charset="0"/>
              </a:rPr>
              <a:t>builder = StateGraph(MessagesState)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D4D4D4"/>
                </a:solidFill>
                <a:effectLst/>
                <a:cs typeface="Arial" pitchFamily="34" charset="0"/>
              </a:rPr>
              <a:t>builder.add_node(</a:t>
            </a:r>
            <a:r>
              <a:rPr kumimoji="0" lang="en-US" b="0" i="0" u="none" strike="noStrike" cap="none" normalizeH="0" baseline="0" dirty="0" smtClean="0">
                <a:ln>
                  <a:noFill/>
                </a:ln>
                <a:solidFill>
                  <a:srgbClr val="CE9178"/>
                </a:solidFill>
                <a:effectLst/>
                <a:cs typeface="Arial" pitchFamily="34" charset="0"/>
              </a:rPr>
              <a:t>"node_a"</a:t>
            </a:r>
            <a:r>
              <a:rPr kumimoji="0" lang="en-US" b="0" i="0" u="none" strike="noStrike" cap="none" normalizeH="0" baseline="0" dirty="0" smtClean="0">
                <a:ln>
                  <a:noFill/>
                </a:ln>
                <a:solidFill>
                  <a:srgbClr val="D4D4D4"/>
                </a:solidFill>
                <a:effectLst/>
                <a:cs typeface="Arial" pitchFamily="34" charset="0"/>
              </a:rPr>
              <a:t>, node_a)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D4D4D4"/>
                </a:solidFill>
                <a:effectLst/>
                <a:cs typeface="Arial" pitchFamily="34" charset="0"/>
              </a:rPr>
              <a:t>builder.add_node(</a:t>
            </a:r>
            <a:r>
              <a:rPr kumimoji="0" lang="en-US" b="0" i="0" u="none" strike="noStrike" cap="none" normalizeH="0" baseline="0" dirty="0" smtClean="0">
                <a:ln>
                  <a:noFill/>
                </a:ln>
                <a:solidFill>
                  <a:srgbClr val="CE9178"/>
                </a:solidFill>
                <a:effectLst/>
                <a:cs typeface="Arial" pitchFamily="34" charset="0"/>
              </a:rPr>
              <a:t>"node_b"</a:t>
            </a:r>
            <a:r>
              <a:rPr kumimoji="0" lang="en-US" b="0" i="0" u="none" strike="noStrike" cap="none" normalizeH="0" baseline="0" dirty="0" smtClean="0">
                <a:ln>
                  <a:noFill/>
                </a:ln>
                <a:solidFill>
                  <a:srgbClr val="D4D4D4"/>
                </a:solidFill>
                <a:effectLst/>
                <a:cs typeface="Arial" pitchFamily="34" charset="0"/>
              </a:rPr>
              <a:t>, node_b)</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D4D4D4"/>
                </a:solidFill>
                <a:effectLst/>
                <a:cs typeface="Arial" pitchFamily="34" charset="0"/>
              </a:rPr>
              <a:t>builder.add_node(</a:t>
            </a:r>
            <a:r>
              <a:rPr kumimoji="0" lang="en-US" b="0" i="0" u="none" strike="noStrike" cap="none" normalizeH="0" baseline="0" dirty="0" smtClean="0">
                <a:ln>
                  <a:noFill/>
                </a:ln>
                <a:solidFill>
                  <a:srgbClr val="CE9178"/>
                </a:solidFill>
                <a:effectLst/>
                <a:cs typeface="Arial" pitchFamily="34" charset="0"/>
              </a:rPr>
              <a:t>"node_c"</a:t>
            </a:r>
            <a:r>
              <a:rPr kumimoji="0" lang="en-US" b="0" i="0" u="none" strike="noStrike" cap="none" normalizeH="0" baseline="0" dirty="0" smtClean="0">
                <a:ln>
                  <a:noFill/>
                </a:ln>
                <a:solidFill>
                  <a:srgbClr val="D4D4D4"/>
                </a:solidFill>
                <a:effectLst/>
                <a:cs typeface="Arial" pitchFamily="34" charset="0"/>
              </a:rPr>
              <a:t>, node_c)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D4D4D4"/>
                </a:solidFill>
                <a:effectLst/>
                <a:cs typeface="Arial" pitchFamily="34" charset="0"/>
              </a:rPr>
              <a:t>builder.set_entry_point(</a:t>
            </a:r>
            <a:r>
              <a:rPr kumimoji="0" lang="en-US" b="0" i="0" u="none" strike="noStrike" cap="none" normalizeH="0" baseline="0" dirty="0" smtClean="0">
                <a:ln>
                  <a:noFill/>
                </a:ln>
                <a:solidFill>
                  <a:srgbClr val="CE9178"/>
                </a:solidFill>
                <a:effectLst/>
                <a:cs typeface="Arial" pitchFamily="34" charset="0"/>
              </a:rPr>
              <a:t>"node_a"</a:t>
            </a:r>
            <a:r>
              <a:rPr kumimoji="0" lang="en-US" b="0" i="0" u="none" strike="noStrike" cap="none" normalizeH="0" baseline="0" dirty="0" smtClean="0">
                <a:ln>
                  <a:noFill/>
                </a:ln>
                <a:solidFill>
                  <a:srgbClr val="D4D4D4"/>
                </a:solidFill>
                <a:effectLst/>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endParaRPr lang="en-US" dirty="0">
              <a:solidFill>
                <a:srgbClr val="D4D4D4"/>
              </a:solidFill>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D4D4D4"/>
                </a:solidFill>
                <a:effectLst/>
                <a:cs typeface="Arial" pitchFamily="34" charset="0"/>
              </a:rPr>
              <a:t>app = builder.compile()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rgbClr val="D4D4D4"/>
                </a:solidFill>
                <a:effectLst/>
                <a:cs typeface="Arial" pitchFamily="34" charset="0"/>
              </a:rPr>
              <a:t>res = app.invoke({</a:t>
            </a:r>
            <a:r>
              <a:rPr kumimoji="0" lang="en-US" b="0" i="0" u="none" strike="noStrike" cap="none" normalizeH="0" baseline="0" dirty="0" smtClean="0">
                <a:ln>
                  <a:noFill/>
                </a:ln>
                <a:solidFill>
                  <a:srgbClr val="CE9178"/>
                </a:solidFill>
                <a:effectLst/>
                <a:cs typeface="Arial" pitchFamily="34" charset="0"/>
              </a:rPr>
              <a:t>"messages"</a:t>
            </a:r>
            <a:r>
              <a:rPr kumimoji="0" lang="en-US" b="0" i="0" u="none" strike="noStrike" cap="none" normalizeH="0" baseline="0" dirty="0" smtClean="0">
                <a:ln>
                  <a:noFill/>
                </a:ln>
                <a:solidFill>
                  <a:srgbClr val="D4D4D4"/>
                </a:solidFill>
                <a:effectLst/>
                <a:cs typeface="Arial" pitchFamily="34" charset="0"/>
              </a:rPr>
              <a:t>: [HumanMessage(content=</a:t>
            </a:r>
            <a:r>
              <a:rPr kumimoji="0" lang="en-US" b="0" i="0" u="none" strike="noStrike" cap="none" normalizeH="0" baseline="0" dirty="0" smtClean="0">
                <a:ln>
                  <a:noFill/>
                </a:ln>
                <a:solidFill>
                  <a:srgbClr val="CE9178"/>
                </a:solidFill>
                <a:effectLst/>
                <a:cs typeface="Arial" pitchFamily="34" charset="0"/>
              </a:rPr>
              <a:t>"hello boss"</a:t>
            </a:r>
            <a:r>
              <a:rPr kumimoji="0" lang="en-US" b="0" i="0" u="none" strike="noStrike" cap="none" normalizeH="0" baseline="0" dirty="0" smtClean="0">
                <a:ln>
                  <a:noFill/>
                </a:ln>
                <a:solidFill>
                  <a:srgbClr val="D4D4D4"/>
                </a:solidFill>
                <a:effectLst/>
                <a:cs typeface="Arial" pitchFamily="34" charset="0"/>
              </a:rPr>
              <a:t>)]}) </a:t>
            </a:r>
            <a:endParaRPr lang="en-US" dirty="0" smtClean="0">
              <a:solidFill>
                <a:srgbClr val="D4D4D4"/>
              </a:solidFill>
              <a:cs typeface="Arial" pitchFamily="34" charset="0"/>
            </a:endParaRPr>
          </a:p>
        </p:txBody>
      </p:sp>
    </p:spTree>
    <p:extLst>
      <p:ext uri="{BB962C8B-B14F-4D97-AF65-F5344CB8AC3E}">
        <p14:creationId xmlns:p14="http://schemas.microsoft.com/office/powerpoint/2010/main" val="1519053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sp>
        <p:nvSpPr>
          <p:cNvPr id="2" name="Rectangle 1"/>
          <p:cNvSpPr>
            <a:spLocks noChangeArrowheads="1"/>
          </p:cNvSpPr>
          <p:nvPr/>
        </p:nvSpPr>
        <p:spPr bwMode="auto">
          <a:xfrm>
            <a:off x="258422" y="313131"/>
            <a:ext cx="8719952" cy="2653240"/>
          </a:xfrm>
          <a:prstGeom prst="rect">
            <a:avLst/>
          </a:prstGeom>
          <a:solidFill>
            <a:schemeClr val="bg2">
              <a:lumMod val="25000"/>
            </a:schemeClr>
          </a:solidFill>
          <a:ln w="57150">
            <a:solidFill>
              <a:srgbClr val="00B0F0"/>
            </a:solidFill>
          </a:ln>
          <a:effectLst/>
        </p:spPr>
        <p:txBody>
          <a:bodyPr vert="horz" wrap="square" lIns="0" tIns="79350" rIns="0" bIns="79350" numCol="1" anchor="ctr" anchorCtr="0" compatLnSpc="1">
            <a:prstTxWarp prst="textNoShape">
              <a:avLst/>
            </a:prstTxWarp>
            <a:spAutoFit/>
          </a:bodyPr>
          <a:lstStyle/>
          <a:p>
            <a:pPr lvl="1"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from</a:t>
            </a:r>
            <a:r>
              <a:rPr kumimoji="0" lang="en-US" b="0" i="0" u="none" strike="noStrike" cap="none" normalizeH="0" baseline="0" dirty="0" smtClean="0">
                <a:ln>
                  <a:noFill/>
                </a:ln>
                <a:solidFill>
                  <a:srgbClr val="CCCCCC"/>
                </a:solidFill>
                <a:effectLst/>
                <a:cs typeface="Arial" pitchFamily="34" charset="0"/>
              </a:rPr>
              <a:t> langgraph.graph </a:t>
            </a:r>
            <a:r>
              <a:rPr kumimoji="0" lang="en-US" b="0" i="0" u="none" strike="noStrike" cap="none" normalizeH="0" baseline="0" dirty="0" smtClean="0">
                <a:ln>
                  <a:noFill/>
                </a:ln>
                <a:solidFill>
                  <a:srgbClr val="CC99CD"/>
                </a:solidFill>
                <a:effectLst/>
                <a:cs typeface="Arial" pitchFamily="34" charset="0"/>
              </a:rPr>
              <a:t>import</a:t>
            </a:r>
            <a:r>
              <a:rPr kumimoji="0" lang="en-US" b="0" i="0" u="none" strike="noStrike" cap="none" normalizeH="0" baseline="0" dirty="0" smtClean="0">
                <a:ln>
                  <a:noFill/>
                </a:ln>
                <a:solidFill>
                  <a:srgbClr val="CCCCCC"/>
                </a:solidFill>
                <a:effectLst/>
                <a:cs typeface="Arial" pitchFamily="34" charset="0"/>
              </a:rPr>
              <a:t> StateGraph, START, END, add_messages </a:t>
            </a:r>
          </a:p>
          <a:p>
            <a:pPr lvl="1"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from</a:t>
            </a:r>
            <a:r>
              <a:rPr kumimoji="0" lang="en-US" b="0" i="0" u="none" strike="noStrike" cap="none" normalizeH="0" baseline="0" dirty="0" smtClean="0">
                <a:ln>
                  <a:noFill/>
                </a:ln>
                <a:solidFill>
                  <a:srgbClr val="CCCCCC"/>
                </a:solidFill>
                <a:effectLst/>
                <a:cs typeface="Arial" pitchFamily="34" charset="0"/>
              </a:rPr>
              <a:t> typing </a:t>
            </a:r>
            <a:r>
              <a:rPr kumimoji="0" lang="en-US" b="0" i="0" u="none" strike="noStrike" cap="none" normalizeH="0" baseline="0" dirty="0" smtClean="0">
                <a:ln>
                  <a:noFill/>
                </a:ln>
                <a:solidFill>
                  <a:srgbClr val="CC99CD"/>
                </a:solidFill>
                <a:effectLst/>
                <a:cs typeface="Arial" pitchFamily="34" charset="0"/>
              </a:rPr>
              <a:t>import</a:t>
            </a:r>
            <a:r>
              <a:rPr kumimoji="0" lang="en-US" b="0" i="0" u="none" strike="noStrike" cap="none" normalizeH="0" baseline="0" dirty="0" smtClean="0">
                <a:ln>
                  <a:noFill/>
                </a:ln>
                <a:solidFill>
                  <a:srgbClr val="CCCCCC"/>
                </a:solidFill>
                <a:effectLst/>
                <a:cs typeface="Arial" pitchFamily="34" charset="0"/>
              </a:rPr>
              <a:t> TypedDict, Annotated, List </a:t>
            </a:r>
          </a:p>
          <a:p>
            <a:pPr lvl="1"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from</a:t>
            </a:r>
            <a:r>
              <a:rPr kumimoji="0" lang="en-US" b="0" i="0" u="none" strike="noStrike" cap="none" normalizeH="0" baseline="0" dirty="0" smtClean="0">
                <a:ln>
                  <a:noFill/>
                </a:ln>
                <a:solidFill>
                  <a:srgbClr val="CCCCCC"/>
                </a:solidFill>
                <a:effectLst/>
                <a:cs typeface="Arial" pitchFamily="34" charset="0"/>
              </a:rPr>
              <a:t> langgraph.checkpoint.memory </a:t>
            </a:r>
            <a:r>
              <a:rPr kumimoji="0" lang="en-US" b="0" i="0" u="none" strike="noStrike" cap="none" normalizeH="0" baseline="0" dirty="0" smtClean="0">
                <a:ln>
                  <a:noFill/>
                </a:ln>
                <a:solidFill>
                  <a:srgbClr val="CC99CD"/>
                </a:solidFill>
                <a:effectLst/>
                <a:cs typeface="Arial" pitchFamily="34" charset="0"/>
              </a:rPr>
              <a:t>import</a:t>
            </a:r>
            <a:r>
              <a:rPr kumimoji="0" lang="en-US" b="0" i="0" u="none" strike="noStrike" cap="none" normalizeH="0" baseline="0" dirty="0" smtClean="0">
                <a:ln>
                  <a:noFill/>
                </a:ln>
                <a:solidFill>
                  <a:srgbClr val="CCCCCC"/>
                </a:solidFill>
                <a:effectLst/>
                <a:cs typeface="Arial" pitchFamily="34" charset="0"/>
              </a:rPr>
              <a:t> MemorySaver </a:t>
            </a:r>
          </a:p>
          <a:p>
            <a:pPr lvl="1"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from</a:t>
            </a:r>
            <a:r>
              <a:rPr kumimoji="0" lang="en-US" b="0" i="0" u="none" strike="noStrike" cap="none" normalizeH="0" baseline="0" dirty="0" smtClean="0">
                <a:ln>
                  <a:noFill/>
                </a:ln>
                <a:solidFill>
                  <a:srgbClr val="CCCCCC"/>
                </a:solidFill>
                <a:effectLst/>
                <a:cs typeface="Arial" pitchFamily="34" charset="0"/>
              </a:rPr>
              <a:t> langchain_openai </a:t>
            </a:r>
            <a:r>
              <a:rPr kumimoji="0" lang="en-US" b="0" i="0" u="none" strike="noStrike" cap="none" normalizeH="0" baseline="0" dirty="0" smtClean="0">
                <a:ln>
                  <a:noFill/>
                </a:ln>
                <a:solidFill>
                  <a:srgbClr val="CC99CD"/>
                </a:solidFill>
                <a:effectLst/>
                <a:cs typeface="Arial" pitchFamily="34" charset="0"/>
              </a:rPr>
              <a:t>import</a:t>
            </a:r>
            <a:r>
              <a:rPr kumimoji="0" lang="en-US" b="0" i="0" u="none" strike="noStrike" cap="none" normalizeH="0" baseline="0" dirty="0" smtClean="0">
                <a:ln>
                  <a:noFill/>
                </a:ln>
                <a:solidFill>
                  <a:srgbClr val="CCCCCC"/>
                </a:solidFill>
                <a:effectLst/>
                <a:cs typeface="Arial" pitchFamily="34" charset="0"/>
              </a:rPr>
              <a:t> AzureChatOpenAI </a:t>
            </a:r>
          </a:p>
          <a:p>
            <a:pPr lvl="1"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from</a:t>
            </a:r>
            <a:r>
              <a:rPr kumimoji="0" lang="en-US" b="0" i="0" u="none" strike="noStrike" cap="none" normalizeH="0" baseline="0" dirty="0" smtClean="0">
                <a:ln>
                  <a:noFill/>
                </a:ln>
                <a:solidFill>
                  <a:srgbClr val="CCCCCC"/>
                </a:solidFill>
                <a:effectLst/>
                <a:cs typeface="Arial" pitchFamily="34" charset="0"/>
              </a:rPr>
              <a:t> langchain_community.tools </a:t>
            </a:r>
            <a:r>
              <a:rPr kumimoji="0" lang="en-US" b="0" i="0" u="none" strike="noStrike" cap="none" normalizeH="0" baseline="0" dirty="0" smtClean="0">
                <a:ln>
                  <a:noFill/>
                </a:ln>
                <a:solidFill>
                  <a:srgbClr val="CC99CD"/>
                </a:solidFill>
                <a:effectLst/>
                <a:cs typeface="Arial" pitchFamily="34" charset="0"/>
              </a:rPr>
              <a:t>import</a:t>
            </a:r>
            <a:r>
              <a:rPr kumimoji="0" lang="en-US" b="0" i="0" u="none" strike="noStrike" cap="none" normalizeH="0" baseline="0" dirty="0" smtClean="0">
                <a:ln>
                  <a:noFill/>
                </a:ln>
                <a:solidFill>
                  <a:srgbClr val="CCCCCC"/>
                </a:solidFill>
                <a:effectLst/>
                <a:cs typeface="Arial" pitchFamily="34" charset="0"/>
              </a:rPr>
              <a:t> TavilySearchResults </a:t>
            </a:r>
          </a:p>
          <a:p>
            <a:pPr lvl="1"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from</a:t>
            </a:r>
            <a:r>
              <a:rPr kumimoji="0" lang="en-US" b="0" i="0" u="none" strike="noStrike" cap="none" normalizeH="0" baseline="0" dirty="0" smtClean="0">
                <a:ln>
                  <a:noFill/>
                </a:ln>
                <a:solidFill>
                  <a:srgbClr val="CCCCCC"/>
                </a:solidFill>
                <a:effectLst/>
                <a:cs typeface="Arial" pitchFamily="34" charset="0"/>
              </a:rPr>
              <a:t> langgraph.prebuilt </a:t>
            </a:r>
            <a:r>
              <a:rPr kumimoji="0" lang="en-US" b="0" i="0" u="none" strike="noStrike" cap="none" normalizeH="0" baseline="0" dirty="0" smtClean="0">
                <a:ln>
                  <a:noFill/>
                </a:ln>
                <a:solidFill>
                  <a:srgbClr val="CC99CD"/>
                </a:solidFill>
                <a:effectLst/>
                <a:cs typeface="Arial" pitchFamily="34" charset="0"/>
              </a:rPr>
              <a:t>import</a:t>
            </a:r>
            <a:r>
              <a:rPr kumimoji="0" lang="en-US" b="0" i="0" u="none" strike="noStrike" cap="none" normalizeH="0" baseline="0" dirty="0" smtClean="0">
                <a:ln>
                  <a:noFill/>
                </a:ln>
                <a:solidFill>
                  <a:srgbClr val="CCCCCC"/>
                </a:solidFill>
                <a:effectLst/>
                <a:cs typeface="Arial" pitchFamily="34" charset="0"/>
              </a:rPr>
              <a:t> ToolNode </a:t>
            </a:r>
          </a:p>
          <a:p>
            <a:pPr lvl="1"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from</a:t>
            </a:r>
            <a:r>
              <a:rPr kumimoji="0" lang="en-US" b="0" i="0" u="none" strike="noStrike" cap="none" normalizeH="0" baseline="0" dirty="0" smtClean="0">
                <a:ln>
                  <a:noFill/>
                </a:ln>
                <a:solidFill>
                  <a:srgbClr val="CCCCCC"/>
                </a:solidFill>
                <a:effectLst/>
                <a:cs typeface="Arial" pitchFamily="34" charset="0"/>
              </a:rPr>
              <a:t> langchain_core.messages </a:t>
            </a:r>
            <a:r>
              <a:rPr kumimoji="0" lang="en-US" b="0" i="0" u="none" strike="noStrike" cap="none" normalizeH="0" baseline="0" dirty="0" smtClean="0">
                <a:ln>
                  <a:noFill/>
                </a:ln>
                <a:solidFill>
                  <a:srgbClr val="CC99CD"/>
                </a:solidFill>
                <a:effectLst/>
                <a:cs typeface="Arial" pitchFamily="34" charset="0"/>
              </a:rPr>
              <a:t>import</a:t>
            </a:r>
            <a:r>
              <a:rPr kumimoji="0" lang="en-US" b="0" i="0" u="none" strike="noStrike" cap="none" normalizeH="0" baseline="0" dirty="0" smtClean="0">
                <a:ln>
                  <a:noFill/>
                </a:ln>
                <a:solidFill>
                  <a:srgbClr val="CCCCCC"/>
                </a:solidFill>
                <a:effectLst/>
                <a:cs typeface="Arial" pitchFamily="34" charset="0"/>
              </a:rPr>
              <a:t> HumanMessage </a:t>
            </a:r>
          </a:p>
          <a:p>
            <a:pPr lvl="1"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from</a:t>
            </a:r>
            <a:r>
              <a:rPr kumimoji="0" lang="en-US" b="0" i="0" u="none" strike="noStrike" cap="none" normalizeH="0" baseline="0" dirty="0" smtClean="0">
                <a:ln>
                  <a:noFill/>
                </a:ln>
                <a:solidFill>
                  <a:srgbClr val="CCCCCC"/>
                </a:solidFill>
                <a:effectLst/>
                <a:cs typeface="Arial" pitchFamily="34" charset="0"/>
              </a:rPr>
              <a:t> dotenv </a:t>
            </a:r>
            <a:r>
              <a:rPr kumimoji="0" lang="en-US" b="0" i="0" u="none" strike="noStrike" cap="none" normalizeH="0" baseline="0" dirty="0" smtClean="0">
                <a:ln>
                  <a:noFill/>
                </a:ln>
                <a:solidFill>
                  <a:srgbClr val="CC99CD"/>
                </a:solidFill>
                <a:effectLst/>
                <a:cs typeface="Arial" pitchFamily="34" charset="0"/>
              </a:rPr>
              <a:t>import</a:t>
            </a:r>
            <a:r>
              <a:rPr kumimoji="0" lang="en-US" b="0" i="0" u="none" strike="noStrike" cap="none" normalizeH="0" baseline="0" dirty="0" smtClean="0">
                <a:ln>
                  <a:noFill/>
                </a:ln>
                <a:solidFill>
                  <a:srgbClr val="CCCCCC"/>
                </a:solidFill>
                <a:effectLst/>
                <a:cs typeface="Arial" pitchFamily="34" charset="0"/>
              </a:rPr>
              <a:t> load_dotenv,find_dotenv </a:t>
            </a:r>
          </a:p>
          <a:p>
            <a:pPr lvl="1"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import</a:t>
            </a:r>
            <a:r>
              <a:rPr kumimoji="0" lang="en-US" b="0" i="0" u="none" strike="noStrike" cap="none" normalizeH="0" baseline="0" dirty="0" smtClean="0">
                <a:ln>
                  <a:noFill/>
                </a:ln>
                <a:solidFill>
                  <a:srgbClr val="CCCCCC"/>
                </a:solidFill>
                <a:effectLst/>
                <a:cs typeface="Arial" pitchFamily="34" charset="0"/>
              </a:rPr>
              <a:t> os</a:t>
            </a:r>
            <a:r>
              <a:rPr kumimoji="0" lang="en-US" b="0" i="0" u="none" strike="noStrike" cap="none" normalizeH="0" baseline="0" dirty="0" smtClean="0">
                <a:ln>
                  <a:noFill/>
                </a:ln>
                <a:solidFill>
                  <a:schemeClr val="tx1"/>
                </a:solidFill>
                <a:effectLst/>
                <a:cs typeface="Arial" pitchFamily="34" charset="0"/>
              </a:rPr>
              <a:t> </a:t>
            </a:r>
          </a:p>
        </p:txBody>
      </p:sp>
      <p:sp>
        <p:nvSpPr>
          <p:cNvPr id="3" name="Rectangle 2"/>
          <p:cNvSpPr>
            <a:spLocks noChangeArrowheads="1"/>
          </p:cNvSpPr>
          <p:nvPr/>
        </p:nvSpPr>
        <p:spPr bwMode="auto">
          <a:xfrm>
            <a:off x="258423" y="3198371"/>
            <a:ext cx="8719951" cy="3484237"/>
          </a:xfrm>
          <a:prstGeom prst="rect">
            <a:avLst/>
          </a:prstGeom>
          <a:solidFill>
            <a:schemeClr val="bg2">
              <a:lumMod val="25000"/>
            </a:schemeClr>
          </a:solidFill>
          <a:ln w="57150">
            <a:solidFill>
              <a:srgbClr val="00B0F0"/>
            </a:solidFill>
          </a:ln>
          <a:effectLst/>
        </p:spPr>
        <p:txBody>
          <a:bodyPr vert="horz" wrap="none" lIns="0" tIns="79350" rIns="0" bIns="79350" numCol="1" anchor="ctr" anchorCtr="0" compatLnSpc="1">
            <a:prstTxWarp prst="textNoShape">
              <a:avLst/>
            </a:prstTxWarp>
            <a:spAutoFit/>
          </a:bodyPr>
          <a:lstStyle/>
          <a:p>
            <a:pPr lvl="1"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load_dotenv(find_dotenv(),override</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F08D49"/>
                </a:solidFill>
                <a:effectLst/>
                <a:latin typeface="+mj-lt"/>
                <a:cs typeface="Arial" pitchFamily="34" charset="0"/>
              </a:rPr>
              <a:t>True</a:t>
            </a:r>
            <a:r>
              <a:rPr kumimoji="0" lang="en-US" b="0" i="0" u="none" strike="noStrike" cap="none" normalizeH="0" baseline="0" dirty="0" smtClean="0">
                <a:ln>
                  <a:noFill/>
                </a:ln>
                <a:solidFill>
                  <a:srgbClr val="CCCCCC"/>
                </a:solidFill>
                <a:effectLst/>
                <a:latin typeface="+mj-lt"/>
                <a:cs typeface="Arial" pitchFamily="34" charset="0"/>
              </a:rPr>
              <a:t>) </a:t>
            </a:r>
          </a:p>
          <a:p>
            <a:pPr lvl="1" fontAlgn="base">
              <a:spcBef>
                <a:spcPct val="0"/>
              </a:spcBef>
              <a:spcAft>
                <a:spcPct val="0"/>
              </a:spcAft>
            </a:pPr>
            <a:endParaRPr kumimoji="0" lang="en-US" b="0" i="0" u="none" strike="noStrike" cap="none" normalizeH="0" baseline="0" dirty="0" smtClean="0">
              <a:ln>
                <a:noFill/>
              </a:ln>
              <a:solidFill>
                <a:srgbClr val="CCCCCC"/>
              </a:solidFill>
              <a:effectLst/>
              <a:latin typeface="+mj-lt"/>
              <a:cs typeface="Arial" pitchFamily="34" charset="0"/>
            </a:endParaRPr>
          </a:p>
          <a:p>
            <a:pPr lvl="1"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endpoint </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 os.getenv(</a:t>
            </a:r>
            <a:r>
              <a:rPr kumimoji="0" lang="en-US" b="0" i="0" u="none" strike="noStrike" cap="none" normalizeH="0" baseline="0" dirty="0" smtClean="0">
                <a:ln>
                  <a:noFill/>
                </a:ln>
                <a:solidFill>
                  <a:srgbClr val="7EC699"/>
                </a:solidFill>
                <a:effectLst/>
                <a:latin typeface="+mj-lt"/>
                <a:cs typeface="Arial" pitchFamily="34" charset="0"/>
              </a:rPr>
              <a:t>"AZURE_OPENAI_ENDPOINT"</a:t>
            </a:r>
            <a:r>
              <a:rPr kumimoji="0" lang="en-US" b="0" i="0" u="none" strike="noStrike" cap="none" normalizeH="0" baseline="0" dirty="0" smtClean="0">
                <a:ln>
                  <a:noFill/>
                </a:ln>
                <a:solidFill>
                  <a:srgbClr val="CCCCCC"/>
                </a:solidFill>
                <a:effectLst/>
                <a:latin typeface="+mj-lt"/>
                <a:cs typeface="Arial" pitchFamily="34" charset="0"/>
              </a:rPr>
              <a:t>) </a:t>
            </a:r>
          </a:p>
          <a:p>
            <a:pPr lvl="1"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subscription_key </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 os.getenv(</a:t>
            </a:r>
            <a:r>
              <a:rPr kumimoji="0" lang="en-US" b="0" i="0" u="none" strike="noStrike" cap="none" normalizeH="0" baseline="0" dirty="0" smtClean="0">
                <a:ln>
                  <a:noFill/>
                </a:ln>
                <a:solidFill>
                  <a:srgbClr val="7EC699"/>
                </a:solidFill>
                <a:effectLst/>
                <a:latin typeface="+mj-lt"/>
                <a:cs typeface="Arial" pitchFamily="34" charset="0"/>
              </a:rPr>
              <a:t>"AZURE_OPENAI_API_KEY"</a:t>
            </a:r>
            <a:r>
              <a:rPr kumimoji="0" lang="en-US" b="0" i="0" u="none" strike="noStrike" cap="none" normalizeH="0" baseline="0" dirty="0" smtClean="0">
                <a:ln>
                  <a:noFill/>
                </a:ln>
                <a:solidFill>
                  <a:srgbClr val="CCCCCC"/>
                </a:solidFill>
                <a:effectLst/>
                <a:latin typeface="+mj-lt"/>
                <a:cs typeface="Arial" pitchFamily="34" charset="0"/>
              </a:rPr>
              <a:t>) </a:t>
            </a:r>
          </a:p>
          <a:p>
            <a:pPr lvl="1"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api_version</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7EC699"/>
                </a:solidFill>
                <a:effectLst/>
                <a:latin typeface="+mj-lt"/>
                <a:cs typeface="Arial" pitchFamily="34" charset="0"/>
              </a:rPr>
              <a:t>"2025-01-01-preview"</a:t>
            </a:r>
            <a:r>
              <a:rPr kumimoji="0" lang="en-US" b="0" i="0" u="none" strike="noStrike" cap="none" normalizeH="0" baseline="0" dirty="0" smtClean="0">
                <a:ln>
                  <a:noFill/>
                </a:ln>
                <a:solidFill>
                  <a:srgbClr val="CCCCCC"/>
                </a:solidFill>
                <a:effectLst/>
                <a:latin typeface="+mj-lt"/>
                <a:cs typeface="Arial" pitchFamily="34" charset="0"/>
              </a:rPr>
              <a:t> </a:t>
            </a:r>
          </a:p>
          <a:p>
            <a:pPr lvl="1" fontAlgn="base">
              <a:spcBef>
                <a:spcPct val="0"/>
              </a:spcBef>
              <a:spcAft>
                <a:spcPct val="0"/>
              </a:spcAft>
            </a:pPr>
            <a:endParaRPr kumimoji="0" lang="en-US" b="0" i="0" u="none" strike="noStrike" cap="none" normalizeH="0" baseline="0" dirty="0" smtClean="0">
              <a:ln>
                <a:noFill/>
              </a:ln>
              <a:solidFill>
                <a:srgbClr val="CCCCCC"/>
              </a:solidFill>
              <a:effectLst/>
              <a:latin typeface="+mj-lt"/>
              <a:cs typeface="Arial" pitchFamily="34" charset="0"/>
            </a:endParaRPr>
          </a:p>
          <a:p>
            <a:pPr lvl="1"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memory</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MemorySaver() </a:t>
            </a:r>
          </a:p>
          <a:p>
            <a:pPr lvl="1" fontAlgn="base">
              <a:spcBef>
                <a:spcPct val="0"/>
              </a:spcBef>
              <a:spcAft>
                <a:spcPct val="0"/>
              </a:spcAft>
            </a:pPr>
            <a:endParaRPr kumimoji="0" lang="en-US" b="0" i="0" u="none" strike="noStrike" cap="none" normalizeH="0" baseline="0" dirty="0" smtClean="0">
              <a:ln>
                <a:noFill/>
              </a:ln>
              <a:solidFill>
                <a:srgbClr val="CCCCCC"/>
              </a:solidFill>
              <a:effectLst/>
              <a:latin typeface="+mj-lt"/>
              <a:cs typeface="Arial" pitchFamily="34" charset="0"/>
            </a:endParaRPr>
          </a:p>
          <a:p>
            <a:pPr lvl="1"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search_tool</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TavilySearchResults(max_results</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F08D49"/>
                </a:solidFill>
                <a:effectLst/>
                <a:latin typeface="+mj-lt"/>
                <a:cs typeface="Arial" pitchFamily="34" charset="0"/>
              </a:rPr>
              <a:t>2</a:t>
            </a:r>
            <a:r>
              <a:rPr kumimoji="0" lang="en-US" b="0" i="0" u="none" strike="noStrike" cap="none" normalizeH="0" baseline="0" dirty="0" smtClean="0">
                <a:ln>
                  <a:noFill/>
                </a:ln>
                <a:solidFill>
                  <a:srgbClr val="CCCCCC"/>
                </a:solidFill>
                <a:effectLst/>
                <a:latin typeface="+mj-lt"/>
                <a:cs typeface="Arial" pitchFamily="34" charset="0"/>
              </a:rPr>
              <a:t>) </a:t>
            </a:r>
          </a:p>
          <a:p>
            <a:pPr lvl="1"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tools</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[search_tool] </a:t>
            </a:r>
          </a:p>
          <a:p>
            <a:pPr lvl="1"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llm_with_tools </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 AzureChatOpenAI(azure_endpoint</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endpoint,api_key</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subscription_key, </a:t>
            </a:r>
          </a:p>
          <a:p>
            <a:pPr lvl="1"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api_version</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api_version).bind_tools(tools)</a:t>
            </a:r>
            <a:r>
              <a:rPr kumimoji="0" lang="en-US" b="0" i="0" u="none" strike="noStrike" cap="none" normalizeH="0" baseline="0" dirty="0" smtClean="0">
                <a:ln>
                  <a:noFill/>
                </a:ln>
                <a:solidFill>
                  <a:schemeClr val="tx1"/>
                </a:solidFill>
                <a:effectLst/>
                <a:latin typeface="+mj-lt"/>
                <a:cs typeface="Arial" pitchFamily="34" charset="0"/>
              </a:rPr>
              <a:t> </a:t>
            </a:r>
          </a:p>
        </p:txBody>
      </p:sp>
    </p:spTree>
    <p:extLst>
      <p:ext uri="{BB962C8B-B14F-4D97-AF65-F5344CB8AC3E}">
        <p14:creationId xmlns:p14="http://schemas.microsoft.com/office/powerpoint/2010/main" val="580737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sp>
        <p:nvSpPr>
          <p:cNvPr id="2" name="Rectangle 1"/>
          <p:cNvSpPr>
            <a:spLocks noChangeArrowheads="1"/>
          </p:cNvSpPr>
          <p:nvPr/>
        </p:nvSpPr>
        <p:spPr bwMode="auto">
          <a:xfrm>
            <a:off x="313898" y="208123"/>
            <a:ext cx="8557147" cy="3207238"/>
          </a:xfrm>
          <a:prstGeom prst="rect">
            <a:avLst/>
          </a:prstGeom>
          <a:solidFill>
            <a:schemeClr val="bg2">
              <a:lumMod val="25000"/>
            </a:schemeClr>
          </a:solidFill>
          <a:ln w="57150">
            <a:solidFill>
              <a:srgbClr val="00B0F0"/>
            </a:solidFill>
          </a:ln>
          <a:effectLst/>
          <a:extLst/>
        </p:spPr>
        <p:txBody>
          <a:bodyPr vert="horz" wrap="square" lIns="0" tIns="79350" rIns="0" bIns="79350" numCol="1" anchor="ctr" anchorCtr="0" compatLnSpc="1">
            <a:prstTxWarp prst="textNoShape">
              <a:avLst/>
            </a:prstTxWarp>
            <a:spAutoFit/>
          </a:bodyPr>
          <a:lstStyle/>
          <a:p>
            <a:pPr lvl="1" fontAlgn="base">
              <a:spcBef>
                <a:spcPct val="0"/>
              </a:spcBef>
              <a:spcAft>
                <a:spcPct val="0"/>
              </a:spcAft>
            </a:pPr>
            <a:r>
              <a:rPr kumimoji="0" lang="en-US" b="0" i="0" u="none" strike="noStrike" cap="none" normalizeH="0" baseline="0" dirty="0" smtClean="0">
                <a:ln>
                  <a:noFill/>
                </a:ln>
                <a:solidFill>
                  <a:srgbClr val="CC99CD"/>
                </a:solidFill>
                <a:effectLst/>
                <a:latin typeface="+mj-lt"/>
                <a:cs typeface="Arial" pitchFamily="34" charset="0"/>
              </a:rPr>
              <a:t>class</a:t>
            </a:r>
            <a:r>
              <a:rPr kumimoji="0" lang="en-US" b="0" i="0" u="none" strike="noStrike" cap="none" normalizeH="0" baseline="0" dirty="0" smtClean="0">
                <a:ln>
                  <a:noFill/>
                </a:ln>
                <a:solidFill>
                  <a:srgbClr val="CCCCCC"/>
                </a:solidFill>
                <a:effectLst/>
                <a:latin typeface="+mj-lt"/>
                <a:cs typeface="Arial" pitchFamily="34" charset="0"/>
              </a:rPr>
              <a:t> </a:t>
            </a:r>
            <a:r>
              <a:rPr kumimoji="0" lang="en-US" b="0" i="0" u="none" strike="noStrike" cap="none" normalizeH="0" baseline="0" dirty="0" smtClean="0">
                <a:ln>
                  <a:noFill/>
                </a:ln>
                <a:solidFill>
                  <a:srgbClr val="F8C555"/>
                </a:solidFill>
                <a:effectLst/>
                <a:latin typeface="+mj-lt"/>
                <a:cs typeface="Arial" pitchFamily="34" charset="0"/>
              </a:rPr>
              <a:t>BasicState</a:t>
            </a:r>
            <a:r>
              <a:rPr kumimoji="0" lang="en-US" b="0" i="0" u="none" strike="noStrike" cap="none" normalizeH="0" baseline="0" dirty="0" smtClean="0">
                <a:ln>
                  <a:noFill/>
                </a:ln>
                <a:solidFill>
                  <a:srgbClr val="CCCCCC"/>
                </a:solidFill>
                <a:effectLst/>
                <a:latin typeface="+mj-lt"/>
                <a:cs typeface="Arial" pitchFamily="34" charset="0"/>
              </a:rPr>
              <a:t>(TypedDict): messages: Annotated[List, add_messages] </a:t>
            </a:r>
          </a:p>
          <a:p>
            <a:pPr lvl="1" fontAlgn="base">
              <a:spcBef>
                <a:spcPct val="0"/>
              </a:spcBef>
              <a:spcAft>
                <a:spcPct val="0"/>
              </a:spcAft>
            </a:pPr>
            <a:endParaRPr lang="en-US" dirty="0">
              <a:solidFill>
                <a:srgbClr val="CCCCCC"/>
              </a:solidFill>
              <a:latin typeface="+mj-lt"/>
              <a:cs typeface="Arial" pitchFamily="34" charset="0"/>
            </a:endParaRPr>
          </a:p>
          <a:p>
            <a:pPr lvl="1" fontAlgn="base">
              <a:spcBef>
                <a:spcPct val="0"/>
              </a:spcBef>
              <a:spcAft>
                <a:spcPct val="0"/>
              </a:spcAft>
            </a:pPr>
            <a:r>
              <a:rPr kumimoji="0" lang="en-US" b="0" i="0" u="none" strike="noStrike" cap="none" normalizeH="0" baseline="0" dirty="0" smtClean="0">
                <a:ln>
                  <a:noFill/>
                </a:ln>
                <a:solidFill>
                  <a:srgbClr val="CC99CD"/>
                </a:solidFill>
                <a:effectLst/>
                <a:latin typeface="+mj-lt"/>
                <a:cs typeface="Arial" pitchFamily="34" charset="0"/>
              </a:rPr>
              <a:t>def</a:t>
            </a:r>
            <a:r>
              <a:rPr kumimoji="0" lang="en-US" b="0" i="0" u="none" strike="noStrike" cap="none" normalizeH="0" baseline="0" dirty="0" smtClean="0">
                <a:ln>
                  <a:noFill/>
                </a:ln>
                <a:solidFill>
                  <a:srgbClr val="CCCCCC"/>
                </a:solidFill>
                <a:effectLst/>
                <a:latin typeface="+mj-lt"/>
                <a:cs typeface="Arial" pitchFamily="34" charset="0"/>
              </a:rPr>
              <a:t> </a:t>
            </a:r>
            <a:r>
              <a:rPr kumimoji="0" lang="en-US" b="0" i="0" u="none" strike="noStrike" cap="none" normalizeH="0" baseline="0" dirty="0" smtClean="0">
                <a:ln>
                  <a:noFill/>
                </a:ln>
                <a:solidFill>
                  <a:srgbClr val="F08D49"/>
                </a:solidFill>
                <a:effectLst/>
                <a:latin typeface="+mj-lt"/>
                <a:cs typeface="Arial" pitchFamily="34" charset="0"/>
              </a:rPr>
              <a:t>model</a:t>
            </a:r>
            <a:r>
              <a:rPr kumimoji="0" lang="en-US" b="0" i="0" u="none" strike="noStrike" cap="none" normalizeH="0" baseline="0" dirty="0" smtClean="0">
                <a:ln>
                  <a:noFill/>
                </a:ln>
                <a:solidFill>
                  <a:srgbClr val="CCCCCC"/>
                </a:solidFill>
                <a:effectLst/>
                <a:latin typeface="+mj-lt"/>
                <a:cs typeface="Arial" pitchFamily="34" charset="0"/>
              </a:rPr>
              <a:t>(state: BasicState): </a:t>
            </a:r>
          </a:p>
          <a:p>
            <a:pPr lvl="1" fontAlgn="base">
              <a:spcBef>
                <a:spcPct val="0"/>
              </a:spcBef>
              <a:spcAft>
                <a:spcPct val="0"/>
              </a:spcAft>
            </a:pPr>
            <a:r>
              <a:rPr kumimoji="0" lang="en-US" b="0" i="0" u="none" strike="noStrike" cap="none" normalizeH="0" baseline="0" dirty="0" smtClean="0">
                <a:ln>
                  <a:noFill/>
                </a:ln>
                <a:solidFill>
                  <a:srgbClr val="CC99CD"/>
                </a:solidFill>
                <a:effectLst/>
                <a:latin typeface="+mj-lt"/>
                <a:cs typeface="Arial" pitchFamily="34" charset="0"/>
              </a:rPr>
              <a:t>return</a:t>
            </a:r>
            <a:r>
              <a:rPr kumimoji="0" lang="en-US" b="0" i="0" u="none" strike="noStrike" cap="none" normalizeH="0" baseline="0" dirty="0" smtClean="0">
                <a:ln>
                  <a:noFill/>
                </a:ln>
                <a:solidFill>
                  <a:srgbClr val="CCCCCC"/>
                </a:solidFill>
                <a:effectLst/>
                <a:latin typeface="+mj-lt"/>
                <a:cs typeface="Arial" pitchFamily="34" charset="0"/>
              </a:rPr>
              <a:t> { </a:t>
            </a:r>
            <a:r>
              <a:rPr kumimoji="0" lang="en-US" b="0" i="0" u="none" strike="noStrike" cap="none" normalizeH="0" baseline="0" dirty="0" smtClean="0">
                <a:ln>
                  <a:noFill/>
                </a:ln>
                <a:solidFill>
                  <a:srgbClr val="7EC699"/>
                </a:solidFill>
                <a:effectLst/>
                <a:latin typeface="+mj-lt"/>
                <a:cs typeface="Arial" pitchFamily="34" charset="0"/>
              </a:rPr>
              <a:t>"messages"</a:t>
            </a:r>
            <a:r>
              <a:rPr kumimoji="0" lang="en-US" b="0" i="0" u="none" strike="noStrike" cap="none" normalizeH="0" baseline="0" dirty="0" smtClean="0">
                <a:ln>
                  <a:noFill/>
                </a:ln>
                <a:solidFill>
                  <a:srgbClr val="CCCCCC"/>
                </a:solidFill>
                <a:effectLst/>
                <a:latin typeface="+mj-lt"/>
                <a:cs typeface="Arial" pitchFamily="34" charset="0"/>
              </a:rPr>
              <a:t>: [llm_with_tools.invoke(state[</a:t>
            </a:r>
            <a:r>
              <a:rPr kumimoji="0" lang="en-US" b="0" i="0" u="none" strike="noStrike" cap="none" normalizeH="0" baseline="0" dirty="0" smtClean="0">
                <a:ln>
                  <a:noFill/>
                </a:ln>
                <a:solidFill>
                  <a:srgbClr val="7EC699"/>
                </a:solidFill>
                <a:effectLst/>
                <a:latin typeface="+mj-lt"/>
                <a:cs typeface="Arial" pitchFamily="34" charset="0"/>
              </a:rPr>
              <a:t>"messages"</a:t>
            </a:r>
            <a:r>
              <a:rPr kumimoji="0" lang="en-US" b="0" i="0" u="none" strike="noStrike" cap="none" normalizeH="0" baseline="0" dirty="0" smtClean="0">
                <a:ln>
                  <a:noFill/>
                </a:ln>
                <a:solidFill>
                  <a:srgbClr val="CCCCCC"/>
                </a:solidFill>
                <a:effectLst/>
                <a:latin typeface="+mj-lt"/>
                <a:cs typeface="Arial" pitchFamily="34" charset="0"/>
              </a:rPr>
              <a:t>])] } </a:t>
            </a:r>
          </a:p>
          <a:p>
            <a:pPr lvl="1" fontAlgn="base">
              <a:spcBef>
                <a:spcPct val="0"/>
              </a:spcBef>
              <a:spcAft>
                <a:spcPct val="0"/>
              </a:spcAft>
            </a:pPr>
            <a:endParaRPr lang="en-US" dirty="0">
              <a:solidFill>
                <a:srgbClr val="CCCCCC"/>
              </a:solidFill>
              <a:latin typeface="+mj-lt"/>
              <a:cs typeface="Arial" pitchFamily="34" charset="0"/>
            </a:endParaRPr>
          </a:p>
          <a:p>
            <a:pPr lvl="1" fontAlgn="base">
              <a:spcBef>
                <a:spcPct val="0"/>
              </a:spcBef>
              <a:spcAft>
                <a:spcPct val="0"/>
              </a:spcAft>
            </a:pPr>
            <a:r>
              <a:rPr kumimoji="0" lang="en-US" b="0" i="0" u="none" strike="noStrike" cap="none" normalizeH="0" baseline="0" dirty="0" smtClean="0">
                <a:ln>
                  <a:noFill/>
                </a:ln>
                <a:solidFill>
                  <a:srgbClr val="CC99CD"/>
                </a:solidFill>
                <a:effectLst/>
                <a:latin typeface="+mj-lt"/>
                <a:cs typeface="Arial" pitchFamily="34" charset="0"/>
              </a:rPr>
              <a:t>def</a:t>
            </a:r>
            <a:r>
              <a:rPr kumimoji="0" lang="en-US" b="0" i="0" u="none" strike="noStrike" cap="none" normalizeH="0" baseline="0" dirty="0" smtClean="0">
                <a:ln>
                  <a:noFill/>
                </a:ln>
                <a:solidFill>
                  <a:srgbClr val="CCCCCC"/>
                </a:solidFill>
                <a:effectLst/>
                <a:latin typeface="+mj-lt"/>
                <a:cs typeface="Arial" pitchFamily="34" charset="0"/>
              </a:rPr>
              <a:t> </a:t>
            </a:r>
            <a:r>
              <a:rPr kumimoji="0" lang="en-US" b="0" i="0" u="none" strike="noStrike" cap="none" normalizeH="0" baseline="0" dirty="0" smtClean="0">
                <a:ln>
                  <a:noFill/>
                </a:ln>
                <a:solidFill>
                  <a:srgbClr val="F08D49"/>
                </a:solidFill>
                <a:effectLst/>
                <a:latin typeface="+mj-lt"/>
                <a:cs typeface="Arial" pitchFamily="34" charset="0"/>
              </a:rPr>
              <a:t>tools_router</a:t>
            </a:r>
            <a:r>
              <a:rPr kumimoji="0" lang="en-US" b="0" i="0" u="none" strike="noStrike" cap="none" normalizeH="0" baseline="0" dirty="0" smtClean="0">
                <a:ln>
                  <a:noFill/>
                </a:ln>
                <a:solidFill>
                  <a:srgbClr val="CCCCCC"/>
                </a:solidFill>
                <a:effectLst/>
                <a:latin typeface="+mj-lt"/>
                <a:cs typeface="Arial" pitchFamily="34" charset="0"/>
              </a:rPr>
              <a:t>(state: BasicState): </a:t>
            </a:r>
          </a:p>
          <a:p>
            <a:pPr lvl="1"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last_message </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 state[</a:t>
            </a:r>
            <a:r>
              <a:rPr kumimoji="0" lang="en-US" b="0" i="0" u="none" strike="noStrike" cap="none" normalizeH="0" baseline="0" dirty="0" smtClean="0">
                <a:ln>
                  <a:noFill/>
                </a:ln>
                <a:solidFill>
                  <a:srgbClr val="7EC699"/>
                </a:solidFill>
                <a:effectLst/>
                <a:latin typeface="+mj-lt"/>
                <a:cs typeface="Arial" pitchFamily="34" charset="0"/>
              </a:rPr>
              <a:t>"messages"</a:t>
            </a:r>
            <a:r>
              <a:rPr kumimoji="0" lang="en-US" b="0" i="0" u="none" strike="noStrike" cap="none" normalizeH="0" baseline="0" dirty="0" smtClean="0">
                <a:ln>
                  <a:noFill/>
                </a:ln>
                <a:solidFill>
                  <a:srgbClr val="CCCCCC"/>
                </a:solidFill>
                <a:effectLst/>
                <a:latin typeface="+mj-lt"/>
                <a:cs typeface="Arial" pitchFamily="34" charset="0"/>
              </a:rPr>
              <a:t>][</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F08D49"/>
                </a:solidFill>
                <a:effectLst/>
                <a:latin typeface="+mj-lt"/>
                <a:cs typeface="Arial" pitchFamily="34" charset="0"/>
              </a:rPr>
              <a:t>1</a:t>
            </a:r>
            <a:r>
              <a:rPr kumimoji="0" lang="en-US" b="0" i="0" u="none" strike="noStrike" cap="none" normalizeH="0" baseline="0" dirty="0" smtClean="0">
                <a:ln>
                  <a:noFill/>
                </a:ln>
                <a:solidFill>
                  <a:srgbClr val="CCCCCC"/>
                </a:solidFill>
                <a:effectLst/>
                <a:latin typeface="+mj-lt"/>
                <a:cs typeface="Arial" pitchFamily="34" charset="0"/>
              </a:rPr>
              <a:t>] </a:t>
            </a:r>
          </a:p>
          <a:p>
            <a:pPr lvl="1" fontAlgn="base">
              <a:spcBef>
                <a:spcPct val="0"/>
              </a:spcBef>
              <a:spcAft>
                <a:spcPct val="0"/>
              </a:spcAft>
            </a:pPr>
            <a:r>
              <a:rPr kumimoji="0" lang="en-US" b="0" i="0" u="none" strike="noStrike" cap="none" normalizeH="0" baseline="0" dirty="0" smtClean="0">
                <a:ln>
                  <a:noFill/>
                </a:ln>
                <a:solidFill>
                  <a:srgbClr val="CC99CD"/>
                </a:solidFill>
                <a:effectLst/>
                <a:latin typeface="+mj-lt"/>
                <a:cs typeface="Arial" pitchFamily="34" charset="0"/>
              </a:rPr>
              <a:t>if</a:t>
            </a:r>
            <a:r>
              <a:rPr kumimoji="0" lang="en-US" b="0" i="0" u="none" strike="noStrike" cap="none" normalizeH="0" baseline="0" dirty="0" smtClean="0">
                <a:ln>
                  <a:noFill/>
                </a:ln>
                <a:solidFill>
                  <a:srgbClr val="CCCCCC"/>
                </a:solidFill>
                <a:effectLst/>
                <a:latin typeface="+mj-lt"/>
                <a:cs typeface="Arial" pitchFamily="34" charset="0"/>
              </a:rPr>
              <a:t>(</a:t>
            </a:r>
            <a:r>
              <a:rPr kumimoji="0" lang="en-US" b="0" i="0" u="none" strike="noStrike" cap="none" normalizeH="0" baseline="0" dirty="0" smtClean="0">
                <a:ln>
                  <a:noFill/>
                </a:ln>
                <a:solidFill>
                  <a:srgbClr val="CC99CD"/>
                </a:solidFill>
                <a:effectLst/>
                <a:latin typeface="+mj-lt"/>
                <a:cs typeface="Arial" pitchFamily="34" charset="0"/>
              </a:rPr>
              <a:t>hasattr</a:t>
            </a:r>
            <a:r>
              <a:rPr kumimoji="0" lang="en-US" b="0" i="0" u="none" strike="noStrike" cap="none" normalizeH="0" baseline="0" dirty="0" smtClean="0">
                <a:ln>
                  <a:noFill/>
                </a:ln>
                <a:solidFill>
                  <a:srgbClr val="CCCCCC"/>
                </a:solidFill>
                <a:effectLst/>
                <a:latin typeface="+mj-lt"/>
                <a:cs typeface="Arial" pitchFamily="34" charset="0"/>
              </a:rPr>
              <a:t>(last_message, </a:t>
            </a:r>
            <a:r>
              <a:rPr kumimoji="0" lang="en-US" b="0" i="0" u="none" strike="noStrike" cap="none" normalizeH="0" baseline="0" dirty="0" smtClean="0">
                <a:ln>
                  <a:noFill/>
                </a:ln>
                <a:solidFill>
                  <a:srgbClr val="7EC699"/>
                </a:solidFill>
                <a:effectLst/>
                <a:latin typeface="+mj-lt"/>
                <a:cs typeface="Arial" pitchFamily="34" charset="0"/>
              </a:rPr>
              <a:t>"tool_calls"</a:t>
            </a:r>
            <a:r>
              <a:rPr kumimoji="0" lang="en-US" b="0" i="0" u="none" strike="noStrike" cap="none" normalizeH="0" baseline="0" dirty="0" smtClean="0">
                <a:ln>
                  <a:noFill/>
                </a:ln>
                <a:solidFill>
                  <a:srgbClr val="CCCCCC"/>
                </a:solidFill>
                <a:effectLst/>
                <a:latin typeface="+mj-lt"/>
                <a:cs typeface="Arial" pitchFamily="34" charset="0"/>
              </a:rPr>
              <a:t>) </a:t>
            </a:r>
            <a:r>
              <a:rPr kumimoji="0" lang="en-US" b="0" i="0" u="none" strike="noStrike" cap="none" normalizeH="0" baseline="0" dirty="0" smtClean="0">
                <a:ln>
                  <a:noFill/>
                </a:ln>
                <a:solidFill>
                  <a:srgbClr val="CC99CD"/>
                </a:solidFill>
                <a:effectLst/>
                <a:latin typeface="+mj-lt"/>
                <a:cs typeface="Arial" pitchFamily="34" charset="0"/>
              </a:rPr>
              <a:t>and</a:t>
            </a:r>
            <a:r>
              <a:rPr kumimoji="0" lang="en-US" b="0" i="0" u="none" strike="noStrike" cap="none" normalizeH="0" baseline="0" dirty="0" smtClean="0">
                <a:ln>
                  <a:noFill/>
                </a:ln>
                <a:solidFill>
                  <a:srgbClr val="CCCCCC"/>
                </a:solidFill>
                <a:effectLst/>
                <a:latin typeface="+mj-lt"/>
                <a:cs typeface="Arial" pitchFamily="34" charset="0"/>
              </a:rPr>
              <a:t> </a:t>
            </a:r>
            <a:r>
              <a:rPr kumimoji="0" lang="en-US" b="0" i="0" u="none" strike="noStrike" cap="none" normalizeH="0" baseline="0" dirty="0" smtClean="0">
                <a:ln>
                  <a:noFill/>
                </a:ln>
                <a:solidFill>
                  <a:srgbClr val="CC99CD"/>
                </a:solidFill>
                <a:effectLst/>
                <a:latin typeface="+mj-lt"/>
                <a:cs typeface="Arial" pitchFamily="34" charset="0"/>
              </a:rPr>
              <a:t>len</a:t>
            </a:r>
            <a:r>
              <a:rPr kumimoji="0" lang="en-US" b="0" i="0" u="none" strike="noStrike" cap="none" normalizeH="0" baseline="0" dirty="0" smtClean="0">
                <a:ln>
                  <a:noFill/>
                </a:ln>
                <a:solidFill>
                  <a:srgbClr val="CCCCCC"/>
                </a:solidFill>
                <a:effectLst/>
                <a:latin typeface="+mj-lt"/>
                <a:cs typeface="Arial" pitchFamily="34" charset="0"/>
              </a:rPr>
              <a:t>(last_message.tool_calls) </a:t>
            </a:r>
            <a:r>
              <a:rPr kumimoji="0" lang="en-US" b="0" i="0" u="none" strike="noStrike" cap="none" normalizeH="0" baseline="0" dirty="0" smtClean="0">
                <a:ln>
                  <a:noFill/>
                </a:ln>
                <a:solidFill>
                  <a:srgbClr val="67CDCC"/>
                </a:solidFill>
                <a:effectLst/>
                <a:latin typeface="+mj-lt"/>
                <a:cs typeface="Arial" pitchFamily="34" charset="0"/>
              </a:rPr>
              <a:t>&gt;</a:t>
            </a:r>
            <a:r>
              <a:rPr kumimoji="0" lang="en-US" b="0" i="0" u="none" strike="noStrike" cap="none" normalizeH="0" baseline="0" dirty="0" smtClean="0">
                <a:ln>
                  <a:noFill/>
                </a:ln>
                <a:solidFill>
                  <a:srgbClr val="CCCCCC"/>
                </a:solidFill>
                <a:effectLst/>
                <a:latin typeface="+mj-lt"/>
                <a:cs typeface="Arial" pitchFamily="34" charset="0"/>
              </a:rPr>
              <a:t> </a:t>
            </a:r>
            <a:r>
              <a:rPr kumimoji="0" lang="en-US" b="0" i="0" u="none" strike="noStrike" cap="none" normalizeH="0" baseline="0" dirty="0" smtClean="0">
                <a:ln>
                  <a:noFill/>
                </a:ln>
                <a:solidFill>
                  <a:srgbClr val="F08D49"/>
                </a:solidFill>
                <a:effectLst/>
                <a:latin typeface="+mj-lt"/>
                <a:cs typeface="Arial" pitchFamily="34" charset="0"/>
              </a:rPr>
              <a:t>0</a:t>
            </a:r>
            <a:r>
              <a:rPr kumimoji="0" lang="en-US" b="0" i="0" u="none" strike="noStrike" cap="none" normalizeH="0" baseline="0" dirty="0" smtClean="0">
                <a:ln>
                  <a:noFill/>
                </a:ln>
                <a:solidFill>
                  <a:srgbClr val="CCCCCC"/>
                </a:solidFill>
                <a:effectLst/>
                <a:latin typeface="+mj-lt"/>
                <a:cs typeface="Arial" pitchFamily="34" charset="0"/>
              </a:rPr>
              <a:t>): </a:t>
            </a:r>
          </a:p>
          <a:p>
            <a:pPr lvl="1" fontAlgn="base">
              <a:spcBef>
                <a:spcPct val="0"/>
              </a:spcBef>
              <a:spcAft>
                <a:spcPct val="0"/>
              </a:spcAft>
            </a:pPr>
            <a:r>
              <a:rPr kumimoji="0" lang="en-US" b="0" i="0" u="none" strike="noStrike" cap="none" normalizeH="0" baseline="0" dirty="0" smtClean="0">
                <a:ln>
                  <a:noFill/>
                </a:ln>
                <a:solidFill>
                  <a:srgbClr val="CC99CD"/>
                </a:solidFill>
                <a:effectLst/>
                <a:latin typeface="+mj-lt"/>
                <a:cs typeface="Arial" pitchFamily="34" charset="0"/>
              </a:rPr>
              <a:t>return</a:t>
            </a:r>
            <a:r>
              <a:rPr kumimoji="0" lang="en-US" b="0" i="0" u="none" strike="noStrike" cap="none" normalizeH="0" baseline="0" dirty="0" smtClean="0">
                <a:ln>
                  <a:noFill/>
                </a:ln>
                <a:solidFill>
                  <a:srgbClr val="CCCCCC"/>
                </a:solidFill>
                <a:effectLst/>
                <a:latin typeface="+mj-lt"/>
                <a:cs typeface="Arial" pitchFamily="34" charset="0"/>
              </a:rPr>
              <a:t> </a:t>
            </a:r>
            <a:r>
              <a:rPr kumimoji="0" lang="en-US" b="0" i="0" u="none" strike="noStrike" cap="none" normalizeH="0" baseline="0" dirty="0" smtClean="0">
                <a:ln>
                  <a:noFill/>
                </a:ln>
                <a:solidFill>
                  <a:srgbClr val="7EC699"/>
                </a:solidFill>
                <a:effectLst/>
                <a:latin typeface="+mj-lt"/>
                <a:cs typeface="Arial" pitchFamily="34" charset="0"/>
              </a:rPr>
              <a:t>"tools"</a:t>
            </a:r>
            <a:r>
              <a:rPr kumimoji="0" lang="en-US" b="0" i="0" u="none" strike="noStrike" cap="none" normalizeH="0" baseline="0" dirty="0" smtClean="0">
                <a:ln>
                  <a:noFill/>
                </a:ln>
                <a:solidFill>
                  <a:srgbClr val="CCCCCC"/>
                </a:solidFill>
                <a:effectLst/>
                <a:latin typeface="+mj-lt"/>
                <a:cs typeface="Arial" pitchFamily="34" charset="0"/>
              </a:rPr>
              <a:t> </a:t>
            </a:r>
          </a:p>
          <a:p>
            <a:pPr lvl="1" fontAlgn="base">
              <a:spcBef>
                <a:spcPct val="0"/>
              </a:spcBef>
              <a:spcAft>
                <a:spcPct val="0"/>
              </a:spcAft>
            </a:pPr>
            <a:r>
              <a:rPr kumimoji="0" lang="en-US" b="0" i="0" u="none" strike="noStrike" cap="none" normalizeH="0" baseline="0" dirty="0" smtClean="0">
                <a:ln>
                  <a:noFill/>
                </a:ln>
                <a:solidFill>
                  <a:srgbClr val="CC99CD"/>
                </a:solidFill>
                <a:effectLst/>
                <a:latin typeface="+mj-lt"/>
                <a:cs typeface="Arial" pitchFamily="34" charset="0"/>
              </a:rPr>
              <a:t>else</a:t>
            </a:r>
            <a:r>
              <a:rPr kumimoji="0" lang="en-US" b="0" i="0" u="none" strike="noStrike" cap="none" normalizeH="0" baseline="0" dirty="0" smtClean="0">
                <a:ln>
                  <a:noFill/>
                </a:ln>
                <a:solidFill>
                  <a:srgbClr val="CCCCCC"/>
                </a:solidFill>
                <a:effectLst/>
                <a:latin typeface="+mj-lt"/>
                <a:cs typeface="Arial" pitchFamily="34" charset="0"/>
              </a:rPr>
              <a:t>: </a:t>
            </a:r>
          </a:p>
          <a:p>
            <a:pPr lvl="1" fontAlgn="base">
              <a:spcBef>
                <a:spcPct val="0"/>
              </a:spcBef>
              <a:spcAft>
                <a:spcPct val="0"/>
              </a:spcAft>
            </a:pPr>
            <a:r>
              <a:rPr kumimoji="0" lang="en-US" b="0" i="0" u="none" strike="noStrike" cap="none" normalizeH="0" baseline="0" dirty="0" smtClean="0">
                <a:ln>
                  <a:noFill/>
                </a:ln>
                <a:solidFill>
                  <a:srgbClr val="CC99CD"/>
                </a:solidFill>
                <a:effectLst/>
                <a:latin typeface="+mj-lt"/>
                <a:cs typeface="Arial" pitchFamily="34" charset="0"/>
              </a:rPr>
              <a:t>return</a:t>
            </a:r>
            <a:r>
              <a:rPr kumimoji="0" lang="en-US" b="0" i="0" u="none" strike="noStrike" cap="none" normalizeH="0" baseline="0" dirty="0" smtClean="0">
                <a:ln>
                  <a:noFill/>
                </a:ln>
                <a:solidFill>
                  <a:srgbClr val="CCCCCC"/>
                </a:solidFill>
                <a:effectLst/>
                <a:latin typeface="+mj-lt"/>
                <a:cs typeface="Arial" pitchFamily="34" charset="0"/>
              </a:rPr>
              <a:t> END</a:t>
            </a:r>
            <a:r>
              <a:rPr kumimoji="0" lang="en-US" b="0" i="0" u="none" strike="noStrike" cap="none" normalizeH="0" baseline="0" dirty="0" smtClean="0">
                <a:ln>
                  <a:noFill/>
                </a:ln>
                <a:solidFill>
                  <a:schemeClr val="tx1"/>
                </a:solidFill>
                <a:effectLst/>
                <a:latin typeface="+mj-lt"/>
                <a:cs typeface="Arial" pitchFamily="34" charset="0"/>
              </a:rPr>
              <a:t> </a:t>
            </a:r>
          </a:p>
        </p:txBody>
      </p:sp>
      <p:sp>
        <p:nvSpPr>
          <p:cNvPr id="3" name="Rectangle 2"/>
          <p:cNvSpPr>
            <a:spLocks noChangeArrowheads="1"/>
          </p:cNvSpPr>
          <p:nvPr/>
        </p:nvSpPr>
        <p:spPr bwMode="auto">
          <a:xfrm>
            <a:off x="331866" y="3529277"/>
            <a:ext cx="8539179" cy="3207238"/>
          </a:xfrm>
          <a:prstGeom prst="rect">
            <a:avLst/>
          </a:prstGeom>
          <a:solidFill>
            <a:schemeClr val="bg2">
              <a:lumMod val="25000"/>
            </a:schemeClr>
          </a:solidFill>
          <a:ln w="57150">
            <a:solidFill>
              <a:srgbClr val="00B0F0"/>
            </a:solidFill>
            <a:miter lim="800000"/>
            <a:headEnd/>
            <a:tailEnd/>
          </a:ln>
          <a:effectLst/>
          <a:extLst/>
        </p:spPr>
        <p:txBody>
          <a:bodyPr vert="horz" wrap="square" lIns="0" tIns="79350" rIns="0" bIns="79350" numCol="1" anchor="ctr" anchorCtr="0" compatLnSpc="1">
            <a:prstTxWarp prst="textNoShape">
              <a:avLst/>
            </a:prstTxWarp>
            <a:spAutoFit/>
          </a:bodyPr>
          <a:lstStyle/>
          <a:p>
            <a:pPr lvl="1"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graph </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 StateGraph(BasicState) </a:t>
            </a:r>
          </a:p>
          <a:p>
            <a:pPr lvl="1"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graph.add_node(model, </a:t>
            </a:r>
            <a:r>
              <a:rPr kumimoji="0" lang="en-US" b="0" i="0" u="none" strike="noStrike" cap="none" normalizeH="0" baseline="0" dirty="0" smtClean="0">
                <a:ln>
                  <a:noFill/>
                </a:ln>
                <a:solidFill>
                  <a:srgbClr val="7EC699"/>
                </a:solidFill>
                <a:effectLst/>
                <a:latin typeface="+mj-lt"/>
                <a:cs typeface="Arial" pitchFamily="34" charset="0"/>
              </a:rPr>
              <a:t>"model"</a:t>
            </a:r>
            <a:r>
              <a:rPr kumimoji="0" lang="en-US" b="0" i="0" u="none" strike="noStrike" cap="none" normalizeH="0" baseline="0" dirty="0" smtClean="0">
                <a:ln>
                  <a:noFill/>
                </a:ln>
                <a:solidFill>
                  <a:srgbClr val="CCCCCC"/>
                </a:solidFill>
                <a:effectLst/>
                <a:latin typeface="+mj-lt"/>
                <a:cs typeface="Arial" pitchFamily="34" charset="0"/>
              </a:rPr>
              <a:t>) </a:t>
            </a:r>
          </a:p>
          <a:p>
            <a:pPr lvl="1"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graph.add_node(</a:t>
            </a:r>
            <a:r>
              <a:rPr kumimoji="0" lang="en-US" b="0" i="0" u="none" strike="noStrike" cap="none" normalizeH="0" baseline="0" dirty="0" smtClean="0">
                <a:ln>
                  <a:noFill/>
                </a:ln>
                <a:solidFill>
                  <a:srgbClr val="7EC699"/>
                </a:solidFill>
                <a:effectLst/>
                <a:latin typeface="+mj-lt"/>
                <a:cs typeface="Arial" pitchFamily="34" charset="0"/>
              </a:rPr>
              <a:t>"tools"</a:t>
            </a:r>
            <a:r>
              <a:rPr kumimoji="0" lang="en-US" b="0" i="0" u="none" strike="noStrike" cap="none" normalizeH="0" baseline="0" dirty="0" smtClean="0">
                <a:ln>
                  <a:noFill/>
                </a:ln>
                <a:solidFill>
                  <a:srgbClr val="CCCCCC"/>
                </a:solidFill>
                <a:effectLst/>
                <a:latin typeface="+mj-lt"/>
                <a:cs typeface="Arial" pitchFamily="34" charset="0"/>
              </a:rPr>
              <a:t>, ToolNode(tools</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tools)) </a:t>
            </a:r>
          </a:p>
          <a:p>
            <a:pPr lvl="1"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graph.set_entry_point(</a:t>
            </a:r>
            <a:r>
              <a:rPr kumimoji="0" lang="en-US" b="0" i="0" u="none" strike="noStrike" cap="none" normalizeH="0" baseline="0" dirty="0" smtClean="0">
                <a:ln>
                  <a:noFill/>
                </a:ln>
                <a:solidFill>
                  <a:srgbClr val="7EC699"/>
                </a:solidFill>
                <a:effectLst/>
                <a:latin typeface="+mj-lt"/>
                <a:cs typeface="Arial" pitchFamily="34" charset="0"/>
              </a:rPr>
              <a:t>"model"</a:t>
            </a:r>
            <a:r>
              <a:rPr kumimoji="0" lang="en-US" b="0" i="0" u="none" strike="noStrike" cap="none" normalizeH="0" baseline="0" dirty="0" smtClean="0">
                <a:ln>
                  <a:noFill/>
                </a:ln>
                <a:solidFill>
                  <a:srgbClr val="CCCCCC"/>
                </a:solidFill>
                <a:effectLst/>
                <a:latin typeface="+mj-lt"/>
                <a:cs typeface="Arial" pitchFamily="34" charset="0"/>
              </a:rPr>
              <a:t>) </a:t>
            </a:r>
          </a:p>
          <a:p>
            <a:pPr lvl="1" fontAlgn="base">
              <a:spcBef>
                <a:spcPct val="0"/>
              </a:spcBef>
              <a:spcAft>
                <a:spcPct val="0"/>
              </a:spcAft>
            </a:pPr>
            <a:endParaRPr lang="en-US" dirty="0">
              <a:solidFill>
                <a:srgbClr val="CCCCCC"/>
              </a:solidFill>
              <a:latin typeface="+mj-lt"/>
              <a:cs typeface="Arial" pitchFamily="34" charset="0"/>
            </a:endParaRPr>
          </a:p>
          <a:p>
            <a:pPr lvl="1"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graph.add_conditional_edges(</a:t>
            </a:r>
            <a:r>
              <a:rPr kumimoji="0" lang="en-US" b="0" i="0" u="none" strike="noStrike" cap="none" normalizeH="0" baseline="0" dirty="0" smtClean="0">
                <a:ln>
                  <a:noFill/>
                </a:ln>
                <a:solidFill>
                  <a:srgbClr val="7EC699"/>
                </a:solidFill>
                <a:effectLst/>
                <a:latin typeface="+mj-lt"/>
                <a:cs typeface="Arial" pitchFamily="34" charset="0"/>
              </a:rPr>
              <a:t>"model"</a:t>
            </a:r>
            <a:r>
              <a:rPr kumimoji="0" lang="en-US" b="0" i="0" u="none" strike="noStrike" cap="none" normalizeH="0" baseline="0" dirty="0" smtClean="0">
                <a:ln>
                  <a:noFill/>
                </a:ln>
                <a:solidFill>
                  <a:srgbClr val="CCCCCC"/>
                </a:solidFill>
                <a:effectLst/>
                <a:latin typeface="+mj-lt"/>
                <a:cs typeface="Arial" pitchFamily="34" charset="0"/>
              </a:rPr>
              <a:t>, tools_router) </a:t>
            </a:r>
          </a:p>
          <a:p>
            <a:pPr lvl="1"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graph.add_edge(</a:t>
            </a:r>
            <a:r>
              <a:rPr kumimoji="0" lang="en-US" b="0" i="0" u="none" strike="noStrike" cap="none" normalizeH="0" baseline="0" dirty="0" smtClean="0">
                <a:ln>
                  <a:noFill/>
                </a:ln>
                <a:solidFill>
                  <a:srgbClr val="7EC699"/>
                </a:solidFill>
                <a:effectLst/>
                <a:latin typeface="+mj-lt"/>
                <a:cs typeface="Arial" pitchFamily="34" charset="0"/>
              </a:rPr>
              <a:t>"tools"</a:t>
            </a:r>
            <a:r>
              <a:rPr kumimoji="0" lang="en-US" b="0" i="0" u="none" strike="noStrike" cap="none" normalizeH="0" baseline="0" dirty="0" smtClean="0">
                <a:ln>
                  <a:noFill/>
                </a:ln>
                <a:solidFill>
                  <a:srgbClr val="CCCCCC"/>
                </a:solidFill>
                <a:effectLst/>
                <a:latin typeface="+mj-lt"/>
                <a:cs typeface="Arial" pitchFamily="34" charset="0"/>
              </a:rPr>
              <a:t>, </a:t>
            </a:r>
            <a:r>
              <a:rPr kumimoji="0" lang="en-US" b="0" i="0" u="none" strike="noStrike" cap="none" normalizeH="0" baseline="0" dirty="0" smtClean="0">
                <a:ln>
                  <a:noFill/>
                </a:ln>
                <a:solidFill>
                  <a:srgbClr val="7EC699"/>
                </a:solidFill>
                <a:effectLst/>
                <a:latin typeface="+mj-lt"/>
                <a:cs typeface="Arial" pitchFamily="34" charset="0"/>
              </a:rPr>
              <a:t>"model"</a:t>
            </a:r>
            <a:r>
              <a:rPr kumimoji="0" lang="en-US" b="0" i="0" u="none" strike="noStrike" cap="none" normalizeH="0" baseline="0" dirty="0" smtClean="0">
                <a:ln>
                  <a:noFill/>
                </a:ln>
                <a:solidFill>
                  <a:srgbClr val="CCCCCC"/>
                </a:solidFill>
                <a:effectLst/>
                <a:latin typeface="+mj-lt"/>
                <a:cs typeface="Arial" pitchFamily="34" charset="0"/>
              </a:rPr>
              <a:t>) </a:t>
            </a:r>
          </a:p>
          <a:p>
            <a:pPr lvl="1" fontAlgn="base">
              <a:spcBef>
                <a:spcPct val="0"/>
              </a:spcBef>
              <a:spcAft>
                <a:spcPct val="0"/>
              </a:spcAft>
            </a:pPr>
            <a:endParaRPr lang="en-US" dirty="0">
              <a:solidFill>
                <a:srgbClr val="CCCCCC"/>
              </a:solidFill>
              <a:latin typeface="+mj-lt"/>
              <a:cs typeface="Arial" pitchFamily="34" charset="0"/>
            </a:endParaRPr>
          </a:p>
          <a:p>
            <a:pPr lvl="1"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app </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 graph.</a:t>
            </a:r>
            <a:r>
              <a:rPr kumimoji="0" lang="en-US" b="0" i="0" u="none" strike="noStrike" cap="none" normalizeH="0" baseline="0" dirty="0" smtClean="0">
                <a:ln>
                  <a:noFill/>
                </a:ln>
                <a:solidFill>
                  <a:srgbClr val="CC99CD"/>
                </a:solidFill>
                <a:effectLst/>
                <a:latin typeface="+mj-lt"/>
                <a:cs typeface="Arial" pitchFamily="34" charset="0"/>
              </a:rPr>
              <a:t>compile</a:t>
            </a:r>
            <a:r>
              <a:rPr kumimoji="0" lang="en-US" b="0" i="0" u="none" strike="noStrike" cap="none" normalizeH="0" baseline="0" dirty="0" smtClean="0">
                <a:ln>
                  <a:noFill/>
                </a:ln>
                <a:solidFill>
                  <a:srgbClr val="CCCCCC"/>
                </a:solidFill>
                <a:effectLst/>
                <a:latin typeface="+mj-lt"/>
                <a:cs typeface="Arial" pitchFamily="34" charset="0"/>
              </a:rPr>
              <a:t>(checkpointer</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memory, interrupt_before</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a:t>
            </a:r>
            <a:r>
              <a:rPr kumimoji="0" lang="en-US" b="0" i="0" u="none" strike="noStrike" cap="none" normalizeH="0" baseline="0" dirty="0" smtClean="0">
                <a:ln>
                  <a:noFill/>
                </a:ln>
                <a:solidFill>
                  <a:srgbClr val="7EC699"/>
                </a:solidFill>
                <a:effectLst/>
                <a:latin typeface="+mj-lt"/>
                <a:cs typeface="Arial" pitchFamily="34" charset="0"/>
              </a:rPr>
              <a:t>"tools"</a:t>
            </a:r>
            <a:r>
              <a:rPr kumimoji="0" lang="en-US" b="0" i="0" u="none" strike="noStrike" cap="none" normalizeH="0" baseline="0" dirty="0" smtClean="0">
                <a:ln>
                  <a:noFill/>
                </a:ln>
                <a:solidFill>
                  <a:srgbClr val="CCCCCC"/>
                </a:solidFill>
                <a:effectLst/>
                <a:latin typeface="+mj-lt"/>
                <a:cs typeface="Arial" pitchFamily="34" charset="0"/>
              </a:rPr>
              <a:t>]) </a:t>
            </a:r>
          </a:p>
          <a:p>
            <a:pPr lvl="1"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config </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 {</a:t>
            </a:r>
            <a:r>
              <a:rPr kumimoji="0" lang="en-US" b="0" i="0" u="none" strike="noStrike" cap="none" normalizeH="0" baseline="0" dirty="0" smtClean="0">
                <a:ln>
                  <a:noFill/>
                </a:ln>
                <a:solidFill>
                  <a:srgbClr val="7EC699"/>
                </a:solidFill>
                <a:effectLst/>
                <a:latin typeface="+mj-lt"/>
                <a:cs typeface="Arial" pitchFamily="34" charset="0"/>
              </a:rPr>
              <a:t>"configurable"</a:t>
            </a:r>
            <a:r>
              <a:rPr kumimoji="0" lang="en-US" b="0" i="0" u="none" strike="noStrike" cap="none" normalizeH="0" baseline="0" dirty="0" smtClean="0">
                <a:ln>
                  <a:noFill/>
                </a:ln>
                <a:solidFill>
                  <a:srgbClr val="CCCCCC"/>
                </a:solidFill>
                <a:effectLst/>
                <a:latin typeface="+mj-lt"/>
                <a:cs typeface="Arial" pitchFamily="34" charset="0"/>
              </a:rPr>
              <a:t>: { </a:t>
            </a:r>
            <a:r>
              <a:rPr kumimoji="0" lang="en-US" b="0" i="0" u="none" strike="noStrike" cap="none" normalizeH="0" baseline="0" dirty="0" smtClean="0">
                <a:ln>
                  <a:noFill/>
                </a:ln>
                <a:solidFill>
                  <a:srgbClr val="7EC699"/>
                </a:solidFill>
                <a:effectLst/>
                <a:latin typeface="+mj-lt"/>
                <a:cs typeface="Arial" pitchFamily="34" charset="0"/>
              </a:rPr>
              <a:t>"thread_id"</a:t>
            </a:r>
            <a:r>
              <a:rPr kumimoji="0" lang="en-US" b="0" i="0" u="none" strike="noStrike" cap="none" normalizeH="0" baseline="0" dirty="0" smtClean="0">
                <a:ln>
                  <a:noFill/>
                </a:ln>
                <a:solidFill>
                  <a:srgbClr val="CCCCCC"/>
                </a:solidFill>
                <a:effectLst/>
                <a:latin typeface="+mj-lt"/>
                <a:cs typeface="Arial" pitchFamily="34" charset="0"/>
              </a:rPr>
              <a:t>: </a:t>
            </a:r>
            <a:r>
              <a:rPr kumimoji="0" lang="en-US" b="0" i="0" u="none" strike="noStrike" cap="none" normalizeH="0" baseline="0" dirty="0" smtClean="0">
                <a:ln>
                  <a:noFill/>
                </a:ln>
                <a:solidFill>
                  <a:srgbClr val="F08D49"/>
                </a:solidFill>
                <a:effectLst/>
                <a:latin typeface="+mj-lt"/>
                <a:cs typeface="Arial" pitchFamily="34" charset="0"/>
              </a:rPr>
              <a:t>1</a:t>
            </a:r>
            <a:r>
              <a:rPr kumimoji="0" lang="en-US" b="0" i="0" u="none" strike="noStrike" cap="none" normalizeH="0" baseline="0" dirty="0" smtClean="0">
                <a:ln>
                  <a:noFill/>
                </a:ln>
                <a:solidFill>
                  <a:srgbClr val="CCCCCC"/>
                </a:solidFill>
                <a:effectLst/>
                <a:latin typeface="+mj-lt"/>
                <a:cs typeface="Arial" pitchFamily="34" charset="0"/>
              </a:rPr>
              <a:t> }} </a:t>
            </a:r>
            <a:r>
              <a:rPr kumimoji="0" lang="en-US" b="0" i="0" u="none" strike="noStrike" cap="none" normalizeH="0" baseline="0" dirty="0" smtClean="0">
                <a:ln>
                  <a:noFill/>
                </a:ln>
                <a:solidFill>
                  <a:schemeClr val="tx1"/>
                </a:solidFill>
                <a:effectLst/>
                <a:latin typeface="+mj-lt"/>
                <a:cs typeface="Arial" pitchFamily="34" charset="0"/>
              </a:rPr>
              <a:t/>
            </a:r>
            <a:br>
              <a:rPr kumimoji="0" lang="en-US" b="0" i="0" u="none" strike="noStrike" cap="none" normalizeH="0" baseline="0" dirty="0" smtClean="0">
                <a:ln>
                  <a:noFill/>
                </a:ln>
                <a:solidFill>
                  <a:schemeClr val="tx1"/>
                </a:solidFill>
                <a:effectLst/>
                <a:latin typeface="+mj-lt"/>
                <a:cs typeface="Arial" pitchFamily="34" charset="0"/>
              </a:rPr>
            </a:br>
            <a:endParaRPr kumimoji="0" lang="en-US" b="0" i="0" u="none" strike="noStrike" cap="none" normalizeH="0" baseline="0" dirty="0" smtClean="0">
              <a:ln>
                <a:noFill/>
              </a:ln>
              <a:solidFill>
                <a:schemeClr val="tx1"/>
              </a:solidFill>
              <a:effectLst/>
              <a:latin typeface="+mj-lt"/>
              <a:cs typeface="Arial" pitchFamily="34" charset="0"/>
            </a:endParaRPr>
          </a:p>
        </p:txBody>
      </p:sp>
    </p:spTree>
    <p:extLst>
      <p:ext uri="{BB962C8B-B14F-4D97-AF65-F5344CB8AC3E}">
        <p14:creationId xmlns:p14="http://schemas.microsoft.com/office/powerpoint/2010/main" val="5807379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sp>
        <p:nvSpPr>
          <p:cNvPr id="2" name="Rectangle 1"/>
          <p:cNvSpPr>
            <a:spLocks noChangeArrowheads="1"/>
          </p:cNvSpPr>
          <p:nvPr/>
        </p:nvSpPr>
        <p:spPr bwMode="auto">
          <a:xfrm>
            <a:off x="518614" y="259177"/>
            <a:ext cx="9253183" cy="1822243"/>
          </a:xfrm>
          <a:prstGeom prst="rect">
            <a:avLst/>
          </a:prstGeom>
          <a:solidFill>
            <a:schemeClr val="bg2">
              <a:lumMod val="25000"/>
            </a:schemeClr>
          </a:solidFill>
          <a:ln w="57150">
            <a:solidFill>
              <a:srgbClr val="00B0F0"/>
            </a:solidFill>
          </a:ln>
          <a:effectLst/>
          <a:extLst/>
        </p:spPr>
        <p:txBody>
          <a:bodyPr vert="horz" wrap="square" lIns="0" tIns="79350" rIns="0" bIns="79350" numCol="1" anchor="ctr" anchorCtr="0" compatLnSpc="1">
            <a:prstTxWarp prst="textNoShape">
              <a:avLst/>
            </a:prstTxWarp>
            <a:spAutoFit/>
          </a:bodyPr>
          <a:lstStyle/>
          <a:p>
            <a:pPr lvl="1"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events </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 app.stream({ </a:t>
            </a:r>
          </a:p>
          <a:p>
            <a:pPr lvl="2" fontAlgn="base">
              <a:spcBef>
                <a:spcPct val="0"/>
              </a:spcBef>
              <a:spcAft>
                <a:spcPct val="0"/>
              </a:spcAft>
            </a:pPr>
            <a:r>
              <a:rPr kumimoji="0" lang="en-US" b="0" i="0" u="none" strike="noStrike" cap="none" normalizeH="0" baseline="0" dirty="0" smtClean="0">
                <a:ln>
                  <a:noFill/>
                </a:ln>
                <a:solidFill>
                  <a:srgbClr val="7EC699"/>
                </a:solidFill>
                <a:effectLst/>
                <a:latin typeface="+mj-lt"/>
                <a:cs typeface="Arial" pitchFamily="34" charset="0"/>
              </a:rPr>
              <a:t>"messages"</a:t>
            </a:r>
            <a:r>
              <a:rPr kumimoji="0" lang="en-US" b="0" i="0" u="none" strike="noStrike" cap="none" normalizeH="0" baseline="0" dirty="0" smtClean="0">
                <a:ln>
                  <a:noFill/>
                </a:ln>
                <a:solidFill>
                  <a:srgbClr val="CCCCCC"/>
                </a:solidFill>
                <a:effectLst/>
                <a:latin typeface="+mj-lt"/>
                <a:cs typeface="Arial" pitchFamily="34" charset="0"/>
              </a:rPr>
              <a:t>: [HumanMessage(content</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7EC699"/>
                </a:solidFill>
                <a:effectLst/>
                <a:latin typeface="+mj-lt"/>
                <a:cs typeface="Arial" pitchFamily="34" charset="0"/>
              </a:rPr>
              <a:t>"What is the current weather in Chennai?"</a:t>
            </a:r>
            <a:r>
              <a:rPr kumimoji="0" lang="en-US" b="0" i="0" u="none" strike="noStrike" cap="none" normalizeH="0" baseline="0" dirty="0" smtClean="0">
                <a:ln>
                  <a:noFill/>
                </a:ln>
                <a:solidFill>
                  <a:srgbClr val="CCCCCC"/>
                </a:solidFill>
                <a:effectLst/>
                <a:latin typeface="+mj-lt"/>
                <a:cs typeface="Arial" pitchFamily="34" charset="0"/>
              </a:rPr>
              <a:t>)] </a:t>
            </a:r>
          </a:p>
          <a:p>
            <a:pPr lvl="2"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 config</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config, stream_mode</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7EC699"/>
                </a:solidFill>
                <a:effectLst/>
                <a:latin typeface="+mj-lt"/>
                <a:cs typeface="Arial" pitchFamily="34" charset="0"/>
              </a:rPr>
              <a:t>"values"</a:t>
            </a:r>
            <a:r>
              <a:rPr kumimoji="0" lang="en-US" b="0" i="0" u="none" strike="noStrike" cap="none" normalizeH="0" baseline="0" dirty="0" smtClean="0">
                <a:ln>
                  <a:noFill/>
                </a:ln>
                <a:solidFill>
                  <a:srgbClr val="CCCCCC"/>
                </a:solidFill>
                <a:effectLst/>
                <a:latin typeface="+mj-lt"/>
                <a:cs typeface="Arial" pitchFamily="34" charset="0"/>
              </a:rPr>
              <a:t>) </a:t>
            </a:r>
          </a:p>
          <a:p>
            <a:pPr lvl="1" fontAlgn="base">
              <a:spcBef>
                <a:spcPct val="0"/>
              </a:spcBef>
              <a:spcAft>
                <a:spcPct val="0"/>
              </a:spcAft>
            </a:pPr>
            <a:endParaRPr lang="en-US" dirty="0">
              <a:solidFill>
                <a:srgbClr val="CCCCCC"/>
              </a:solidFill>
              <a:latin typeface="+mj-lt"/>
              <a:cs typeface="Arial" pitchFamily="34" charset="0"/>
            </a:endParaRPr>
          </a:p>
          <a:p>
            <a:pPr lvl="1" fontAlgn="base">
              <a:spcBef>
                <a:spcPct val="0"/>
              </a:spcBef>
              <a:spcAft>
                <a:spcPct val="0"/>
              </a:spcAft>
            </a:pPr>
            <a:r>
              <a:rPr kumimoji="0" lang="en-US" b="0" i="0" u="none" strike="noStrike" cap="none" normalizeH="0" baseline="0" dirty="0" smtClean="0">
                <a:ln>
                  <a:noFill/>
                </a:ln>
                <a:solidFill>
                  <a:srgbClr val="CC99CD"/>
                </a:solidFill>
                <a:effectLst/>
                <a:latin typeface="+mj-lt"/>
                <a:cs typeface="Arial" pitchFamily="34" charset="0"/>
              </a:rPr>
              <a:t>for</a:t>
            </a:r>
            <a:r>
              <a:rPr kumimoji="0" lang="en-US" b="0" i="0" u="none" strike="noStrike" cap="none" normalizeH="0" baseline="0" dirty="0" smtClean="0">
                <a:ln>
                  <a:noFill/>
                </a:ln>
                <a:solidFill>
                  <a:srgbClr val="CCCCCC"/>
                </a:solidFill>
                <a:effectLst/>
                <a:latin typeface="+mj-lt"/>
                <a:cs typeface="Arial" pitchFamily="34" charset="0"/>
              </a:rPr>
              <a:t> event </a:t>
            </a:r>
            <a:r>
              <a:rPr kumimoji="0" lang="en-US" b="0" i="0" u="none" strike="noStrike" cap="none" normalizeH="0" baseline="0" dirty="0" smtClean="0">
                <a:ln>
                  <a:noFill/>
                </a:ln>
                <a:solidFill>
                  <a:srgbClr val="CC99CD"/>
                </a:solidFill>
                <a:effectLst/>
                <a:latin typeface="+mj-lt"/>
                <a:cs typeface="Arial" pitchFamily="34" charset="0"/>
              </a:rPr>
              <a:t>in</a:t>
            </a:r>
            <a:r>
              <a:rPr kumimoji="0" lang="en-US" b="0" i="0" u="none" strike="noStrike" cap="none" normalizeH="0" baseline="0" dirty="0" smtClean="0">
                <a:ln>
                  <a:noFill/>
                </a:ln>
                <a:solidFill>
                  <a:srgbClr val="CCCCCC"/>
                </a:solidFill>
                <a:effectLst/>
                <a:latin typeface="+mj-lt"/>
                <a:cs typeface="Arial" pitchFamily="34" charset="0"/>
              </a:rPr>
              <a:t> events: </a:t>
            </a:r>
          </a:p>
          <a:p>
            <a:pPr lvl="1" fontAlgn="base">
              <a:spcBef>
                <a:spcPct val="0"/>
              </a:spcBef>
              <a:spcAft>
                <a:spcPct val="0"/>
              </a:spcAft>
            </a:pPr>
            <a:r>
              <a:rPr lang="en-US" dirty="0">
                <a:solidFill>
                  <a:srgbClr val="CCCCCC"/>
                </a:solidFill>
                <a:latin typeface="+mj-lt"/>
                <a:cs typeface="Arial" pitchFamily="34" charset="0"/>
              </a:rPr>
              <a:t> </a:t>
            </a:r>
            <a:r>
              <a:rPr lang="en-US" dirty="0" smtClean="0">
                <a:solidFill>
                  <a:srgbClr val="CCCCCC"/>
                </a:solidFill>
                <a:latin typeface="+mj-lt"/>
                <a:cs typeface="Arial" pitchFamily="34" charset="0"/>
              </a:rPr>
              <a:t> </a:t>
            </a:r>
            <a:r>
              <a:rPr kumimoji="0" lang="en-US" b="0" i="0" u="none" strike="noStrike" cap="none" normalizeH="0" baseline="0" dirty="0" smtClean="0">
                <a:ln>
                  <a:noFill/>
                </a:ln>
                <a:solidFill>
                  <a:srgbClr val="CCCCCC"/>
                </a:solidFill>
                <a:effectLst/>
                <a:latin typeface="+mj-lt"/>
                <a:cs typeface="Arial" pitchFamily="34" charset="0"/>
              </a:rPr>
              <a:t>event[</a:t>
            </a:r>
            <a:r>
              <a:rPr kumimoji="0" lang="en-US" b="0" i="0" u="none" strike="noStrike" cap="none" normalizeH="0" baseline="0" dirty="0" smtClean="0">
                <a:ln>
                  <a:noFill/>
                </a:ln>
                <a:solidFill>
                  <a:srgbClr val="7EC699"/>
                </a:solidFill>
                <a:effectLst/>
                <a:latin typeface="+mj-lt"/>
                <a:cs typeface="Arial" pitchFamily="34" charset="0"/>
              </a:rPr>
              <a:t>"messages"</a:t>
            </a:r>
            <a:r>
              <a:rPr kumimoji="0" lang="en-US" b="0" i="0" u="none" strike="noStrike" cap="none" normalizeH="0" baseline="0" dirty="0" smtClean="0">
                <a:ln>
                  <a:noFill/>
                </a:ln>
                <a:solidFill>
                  <a:srgbClr val="CCCCCC"/>
                </a:solidFill>
                <a:effectLst/>
                <a:latin typeface="+mj-lt"/>
                <a:cs typeface="Arial" pitchFamily="34" charset="0"/>
              </a:rPr>
              <a:t>][</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F08D49"/>
                </a:solidFill>
                <a:effectLst/>
                <a:latin typeface="+mj-lt"/>
                <a:cs typeface="Arial" pitchFamily="34" charset="0"/>
              </a:rPr>
              <a:t>1</a:t>
            </a:r>
            <a:r>
              <a:rPr kumimoji="0" lang="en-US" b="0" i="0" u="none" strike="noStrike" cap="none" normalizeH="0" baseline="0" dirty="0" smtClean="0">
                <a:ln>
                  <a:noFill/>
                </a:ln>
                <a:solidFill>
                  <a:srgbClr val="CCCCCC"/>
                </a:solidFill>
                <a:effectLst/>
                <a:latin typeface="+mj-lt"/>
                <a:cs typeface="Arial" pitchFamily="34" charset="0"/>
              </a:rPr>
              <a:t>].pretty_print()</a:t>
            </a:r>
            <a:r>
              <a:rPr kumimoji="0" lang="en-US" b="0" i="0" u="none" strike="noStrike" cap="none" normalizeH="0" baseline="0" dirty="0" smtClean="0">
                <a:ln>
                  <a:noFill/>
                </a:ln>
                <a:solidFill>
                  <a:schemeClr val="tx1"/>
                </a:solidFill>
                <a:effectLst/>
                <a:latin typeface="+mj-lt"/>
                <a:cs typeface="Arial" pitchFamily="34" charset="0"/>
              </a:rPr>
              <a:t> </a:t>
            </a:r>
          </a:p>
        </p:txBody>
      </p:sp>
      <p:sp>
        <p:nvSpPr>
          <p:cNvPr id="5" name="Rectangle 4"/>
          <p:cNvSpPr/>
          <p:nvPr/>
        </p:nvSpPr>
        <p:spPr>
          <a:xfrm>
            <a:off x="518615" y="2607944"/>
            <a:ext cx="9253182" cy="2446824"/>
          </a:xfrm>
          <a:prstGeom prst="rect">
            <a:avLst/>
          </a:prstGeom>
          <a:solidFill>
            <a:schemeClr val="bg1">
              <a:lumMod val="95000"/>
            </a:schemeClr>
          </a:solidFill>
          <a:ln>
            <a:solidFill>
              <a:srgbClr val="00D05E"/>
            </a:solidFill>
          </a:ln>
        </p:spPr>
        <p:txBody>
          <a:bodyPr wrap="square">
            <a:spAutoFit/>
          </a:bodyPr>
          <a:lstStyle/>
          <a:p>
            <a:r>
              <a:rPr lang="en-IN" sz="1700" dirty="0" smtClean="0"/>
              <a:t>===============================Human </a:t>
            </a:r>
            <a:r>
              <a:rPr lang="en-IN" sz="1700" dirty="0"/>
              <a:t>Message=================================</a:t>
            </a:r>
          </a:p>
          <a:p>
            <a:endParaRPr lang="en-IN" sz="1700" dirty="0"/>
          </a:p>
          <a:p>
            <a:r>
              <a:rPr lang="en-IN" sz="1700" dirty="0"/>
              <a:t>What is the current weather in Chennai?</a:t>
            </a:r>
          </a:p>
          <a:p>
            <a:r>
              <a:rPr lang="en-IN" sz="1700" dirty="0"/>
              <a:t>==================================Ai Message ==================================</a:t>
            </a:r>
          </a:p>
          <a:p>
            <a:r>
              <a:rPr lang="en-IN" sz="1700" dirty="0"/>
              <a:t>Tool Calls:</a:t>
            </a:r>
          </a:p>
          <a:p>
            <a:r>
              <a:rPr lang="en-IN" sz="1700" dirty="0"/>
              <a:t>  tavily_search_results_json (call_4m9xaenAMciLd6r5ekUz9DXH)</a:t>
            </a:r>
          </a:p>
          <a:p>
            <a:r>
              <a:rPr lang="en-IN" sz="1700" dirty="0"/>
              <a:t> Call ID: call_4m9xaenAMciLd6r5ekUz9DXH</a:t>
            </a:r>
          </a:p>
          <a:p>
            <a:r>
              <a:rPr lang="en-IN" sz="1700" dirty="0"/>
              <a:t>  Args:</a:t>
            </a:r>
          </a:p>
          <a:p>
            <a:r>
              <a:rPr lang="en-IN" sz="1700" dirty="0"/>
              <a:t>    query: current weather in Chennai</a:t>
            </a:r>
          </a:p>
        </p:txBody>
      </p:sp>
    </p:spTree>
    <p:extLst>
      <p:ext uri="{BB962C8B-B14F-4D97-AF65-F5344CB8AC3E}">
        <p14:creationId xmlns:p14="http://schemas.microsoft.com/office/powerpoint/2010/main" val="3799460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sp>
        <p:nvSpPr>
          <p:cNvPr id="2" name="Rectangle 1"/>
          <p:cNvSpPr>
            <a:spLocks noChangeArrowheads="1"/>
          </p:cNvSpPr>
          <p:nvPr/>
        </p:nvSpPr>
        <p:spPr bwMode="auto">
          <a:xfrm>
            <a:off x="518614" y="536175"/>
            <a:ext cx="10381396" cy="1268245"/>
          </a:xfrm>
          <a:prstGeom prst="rect">
            <a:avLst/>
          </a:prstGeom>
          <a:solidFill>
            <a:srgbClr val="2D2D2D"/>
          </a:solidFill>
          <a:ln w="76200">
            <a:solidFill>
              <a:srgbClr val="00B0F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lvl="1"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 events </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 app.stream(None, config</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config, stream_mode</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7EC699"/>
                </a:solidFill>
                <a:effectLst/>
                <a:latin typeface="+mj-lt"/>
                <a:cs typeface="Arial" pitchFamily="34" charset="0"/>
              </a:rPr>
              <a:t>"values"</a:t>
            </a:r>
            <a:r>
              <a:rPr kumimoji="0" lang="en-US" b="0" i="0" u="none" strike="noStrike" cap="none" normalizeH="0" baseline="0" dirty="0" smtClean="0">
                <a:ln>
                  <a:noFill/>
                </a:ln>
                <a:solidFill>
                  <a:srgbClr val="CCCCCC"/>
                </a:solidFill>
                <a:effectLst/>
                <a:latin typeface="+mj-lt"/>
                <a:cs typeface="Arial" pitchFamily="34" charset="0"/>
              </a:rPr>
              <a:t>) </a:t>
            </a:r>
          </a:p>
          <a:p>
            <a:pPr lvl="1" fontAlgn="base">
              <a:spcBef>
                <a:spcPct val="0"/>
              </a:spcBef>
              <a:spcAft>
                <a:spcPct val="0"/>
              </a:spcAft>
            </a:pPr>
            <a:endParaRPr lang="en-US" dirty="0">
              <a:solidFill>
                <a:srgbClr val="CCCCCC"/>
              </a:solidFill>
              <a:latin typeface="+mj-lt"/>
              <a:cs typeface="Arial" pitchFamily="34" charset="0"/>
            </a:endParaRPr>
          </a:p>
          <a:p>
            <a:pPr lvl="1" fontAlgn="base">
              <a:spcBef>
                <a:spcPct val="0"/>
              </a:spcBef>
              <a:spcAft>
                <a:spcPct val="0"/>
              </a:spcAft>
            </a:pPr>
            <a:r>
              <a:rPr kumimoji="0" lang="en-US" b="0" i="0" u="none" strike="noStrike" cap="none" normalizeH="0" baseline="0" dirty="0" smtClean="0">
                <a:ln>
                  <a:noFill/>
                </a:ln>
                <a:solidFill>
                  <a:srgbClr val="CC99CD"/>
                </a:solidFill>
                <a:effectLst/>
                <a:latin typeface="+mj-lt"/>
                <a:cs typeface="Arial" pitchFamily="34" charset="0"/>
              </a:rPr>
              <a:t> for</a:t>
            </a:r>
            <a:r>
              <a:rPr kumimoji="0" lang="en-US" b="0" i="0" u="none" strike="noStrike" cap="none" normalizeH="0" baseline="0" dirty="0" smtClean="0">
                <a:ln>
                  <a:noFill/>
                </a:ln>
                <a:solidFill>
                  <a:srgbClr val="CCCCCC"/>
                </a:solidFill>
                <a:effectLst/>
                <a:latin typeface="+mj-lt"/>
                <a:cs typeface="Arial" pitchFamily="34" charset="0"/>
              </a:rPr>
              <a:t> event </a:t>
            </a:r>
            <a:r>
              <a:rPr kumimoji="0" lang="en-US" b="0" i="0" u="none" strike="noStrike" cap="none" normalizeH="0" baseline="0" dirty="0" smtClean="0">
                <a:ln>
                  <a:noFill/>
                </a:ln>
                <a:solidFill>
                  <a:srgbClr val="CC99CD"/>
                </a:solidFill>
                <a:effectLst/>
                <a:latin typeface="+mj-lt"/>
                <a:cs typeface="Arial" pitchFamily="34" charset="0"/>
              </a:rPr>
              <a:t>in</a:t>
            </a:r>
            <a:r>
              <a:rPr kumimoji="0" lang="en-US" b="0" i="0" u="none" strike="noStrike" cap="none" normalizeH="0" baseline="0" dirty="0" smtClean="0">
                <a:ln>
                  <a:noFill/>
                </a:ln>
                <a:solidFill>
                  <a:srgbClr val="CCCCCC"/>
                </a:solidFill>
                <a:effectLst/>
                <a:latin typeface="+mj-lt"/>
                <a:cs typeface="Arial" pitchFamily="34" charset="0"/>
              </a:rPr>
              <a:t> events: </a:t>
            </a:r>
          </a:p>
          <a:p>
            <a:pPr lvl="1" fontAlgn="base">
              <a:spcBef>
                <a:spcPct val="0"/>
              </a:spcBef>
              <a:spcAft>
                <a:spcPct val="0"/>
              </a:spcAft>
            </a:pPr>
            <a:r>
              <a:rPr lang="en-US" dirty="0">
                <a:solidFill>
                  <a:srgbClr val="CCCCCC"/>
                </a:solidFill>
                <a:latin typeface="+mj-lt"/>
                <a:cs typeface="Arial" pitchFamily="34" charset="0"/>
              </a:rPr>
              <a:t> </a:t>
            </a:r>
            <a:r>
              <a:rPr lang="en-US" dirty="0" smtClean="0">
                <a:solidFill>
                  <a:srgbClr val="CCCCCC"/>
                </a:solidFill>
                <a:latin typeface="+mj-lt"/>
                <a:cs typeface="Arial" pitchFamily="34" charset="0"/>
              </a:rPr>
              <a:t>   </a:t>
            </a:r>
            <a:r>
              <a:rPr kumimoji="0" lang="en-US" b="0" i="0" u="none" strike="noStrike" cap="none" normalizeH="0" baseline="0" dirty="0" smtClean="0">
                <a:ln>
                  <a:noFill/>
                </a:ln>
                <a:solidFill>
                  <a:srgbClr val="CCCCCC"/>
                </a:solidFill>
                <a:effectLst/>
                <a:latin typeface="+mj-lt"/>
                <a:cs typeface="Arial" pitchFamily="34" charset="0"/>
              </a:rPr>
              <a:t>event[</a:t>
            </a:r>
            <a:r>
              <a:rPr kumimoji="0" lang="en-US" b="0" i="0" u="none" strike="noStrike" cap="none" normalizeH="0" baseline="0" dirty="0" smtClean="0">
                <a:ln>
                  <a:noFill/>
                </a:ln>
                <a:solidFill>
                  <a:srgbClr val="7EC699"/>
                </a:solidFill>
                <a:effectLst/>
                <a:latin typeface="+mj-lt"/>
                <a:cs typeface="Arial" pitchFamily="34" charset="0"/>
              </a:rPr>
              <a:t>"messages"</a:t>
            </a:r>
            <a:r>
              <a:rPr kumimoji="0" lang="en-US" b="0" i="0" u="none" strike="noStrike" cap="none" normalizeH="0" baseline="0" dirty="0" smtClean="0">
                <a:ln>
                  <a:noFill/>
                </a:ln>
                <a:solidFill>
                  <a:srgbClr val="CCCCCC"/>
                </a:solidFill>
                <a:effectLst/>
                <a:latin typeface="+mj-lt"/>
                <a:cs typeface="Arial" pitchFamily="34" charset="0"/>
              </a:rPr>
              <a:t>][</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F08D49"/>
                </a:solidFill>
                <a:effectLst/>
                <a:latin typeface="+mj-lt"/>
                <a:cs typeface="Arial" pitchFamily="34" charset="0"/>
              </a:rPr>
              <a:t>1</a:t>
            </a:r>
            <a:r>
              <a:rPr kumimoji="0" lang="en-US" b="0" i="0" u="none" strike="noStrike" cap="none" normalizeH="0" baseline="0" dirty="0" smtClean="0">
                <a:ln>
                  <a:noFill/>
                </a:ln>
                <a:solidFill>
                  <a:srgbClr val="CCCCCC"/>
                </a:solidFill>
                <a:effectLst/>
                <a:latin typeface="+mj-lt"/>
                <a:cs typeface="Arial" pitchFamily="34" charset="0"/>
              </a:rPr>
              <a:t>].pretty_print()</a:t>
            </a:r>
            <a:r>
              <a:rPr kumimoji="0" lang="en-US" b="0" i="0" u="none" strike="noStrike" cap="none" normalizeH="0" baseline="0" dirty="0" smtClean="0">
                <a:ln>
                  <a:noFill/>
                </a:ln>
                <a:solidFill>
                  <a:schemeClr val="tx1"/>
                </a:solidFill>
                <a:effectLst/>
                <a:latin typeface="+mj-lt"/>
                <a:cs typeface="Arial" pitchFamily="34" charset="0"/>
              </a:rPr>
              <a:t> </a:t>
            </a:r>
          </a:p>
        </p:txBody>
      </p:sp>
      <p:sp>
        <p:nvSpPr>
          <p:cNvPr id="3" name="Rectangle 1"/>
          <p:cNvSpPr>
            <a:spLocks noChangeArrowheads="1"/>
          </p:cNvSpPr>
          <p:nvPr/>
        </p:nvSpPr>
        <p:spPr bwMode="auto">
          <a:xfrm>
            <a:off x="518614" y="2034837"/>
            <a:ext cx="925318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cs typeface="Arial" pitchFamily="34" charset="0"/>
              </a:rPr>
              <a:t>Passing </a:t>
            </a:r>
            <a:r>
              <a:rPr kumimoji="0" lang="en-US" sz="1600" b="1" i="0" u="none" strike="noStrike" cap="none" normalizeH="0" baseline="0" dirty="0" smtClean="0">
                <a:ln>
                  <a:noFill/>
                </a:ln>
                <a:solidFill>
                  <a:srgbClr val="0070C0"/>
                </a:solidFill>
                <a:effectLst/>
                <a:cs typeface="Arial" pitchFamily="34" charset="0"/>
              </a:rPr>
              <a:t>None</a:t>
            </a:r>
            <a:r>
              <a:rPr kumimoji="0" lang="en-US" sz="1600" b="0" i="0" u="none" strike="noStrike" cap="none" normalizeH="0" baseline="0" dirty="0" smtClean="0">
                <a:ln>
                  <a:noFill/>
                </a:ln>
                <a:solidFill>
                  <a:schemeClr val="tx1"/>
                </a:solidFill>
                <a:effectLst/>
                <a:cs typeface="Arial" pitchFamily="34" charset="0"/>
              </a:rPr>
              <a:t> as input means you’re resuming from a checkpoint or continuing an existing thread. </a:t>
            </a:r>
          </a:p>
        </p:txBody>
      </p:sp>
      <p:sp>
        <p:nvSpPr>
          <p:cNvPr id="4" name="Rectangle 3"/>
          <p:cNvSpPr/>
          <p:nvPr/>
        </p:nvSpPr>
        <p:spPr>
          <a:xfrm>
            <a:off x="518614" y="2747961"/>
            <a:ext cx="10381397" cy="3108543"/>
          </a:xfrm>
          <a:prstGeom prst="rect">
            <a:avLst/>
          </a:prstGeom>
          <a:solidFill>
            <a:schemeClr val="bg1">
              <a:lumMod val="95000"/>
            </a:schemeClr>
          </a:solidFill>
          <a:ln>
            <a:solidFill>
              <a:schemeClr val="accent2"/>
            </a:solidFill>
          </a:ln>
        </p:spPr>
        <p:txBody>
          <a:bodyPr wrap="square">
            <a:spAutoFit/>
          </a:bodyPr>
          <a:lstStyle/>
          <a:p>
            <a:r>
              <a:rPr lang="en-IN" sz="1600" dirty="0"/>
              <a:t>================================== Ai Message ==================================</a:t>
            </a:r>
          </a:p>
          <a:p>
            <a:r>
              <a:rPr lang="en-IN" sz="1600" dirty="0"/>
              <a:t>Tool Calls:</a:t>
            </a:r>
          </a:p>
          <a:p>
            <a:r>
              <a:rPr lang="en-IN" sz="1600" dirty="0"/>
              <a:t>  tavily_search_results_json (call_kWltstW28VK0YVjbZr9WFUfX)</a:t>
            </a:r>
          </a:p>
          <a:p>
            <a:r>
              <a:rPr lang="en-IN" sz="1600" dirty="0"/>
              <a:t> Call ID: call_kWltstW28VK0YVjbZr9WFUfX</a:t>
            </a:r>
          </a:p>
          <a:p>
            <a:r>
              <a:rPr lang="en-IN" sz="1600" dirty="0"/>
              <a:t>  Args:</a:t>
            </a:r>
          </a:p>
          <a:p>
            <a:r>
              <a:rPr lang="en-IN" sz="1600" dirty="0"/>
              <a:t>    query: current weather in Chennai</a:t>
            </a:r>
          </a:p>
          <a:p>
            <a:r>
              <a:rPr lang="en-IN" sz="1600" dirty="0"/>
              <a:t>================================= Tool Message =================================</a:t>
            </a:r>
          </a:p>
          <a:p>
            <a:r>
              <a:rPr lang="en-IN" sz="1600" dirty="0"/>
              <a:t>Name: tavily_search_results_json</a:t>
            </a:r>
          </a:p>
          <a:p>
            <a:endParaRPr lang="en-IN" sz="1600" dirty="0"/>
          </a:p>
          <a:p>
            <a:r>
              <a:rPr lang="en-IN" sz="1600" dirty="0"/>
              <a:t>================================== Ai Message ==================================</a:t>
            </a:r>
          </a:p>
          <a:p>
            <a:endParaRPr lang="en-IN" sz="1600" dirty="0"/>
          </a:p>
          <a:p>
            <a:r>
              <a:rPr lang="en-IN" sz="1600" dirty="0"/>
              <a:t>Today, Chennai is experiencing a warm and humid day with temperatures ranging from 25°C to 38°C. </a:t>
            </a:r>
          </a:p>
        </p:txBody>
      </p:sp>
    </p:spTree>
    <p:extLst>
      <p:ext uri="{BB962C8B-B14F-4D97-AF65-F5344CB8AC3E}">
        <p14:creationId xmlns:p14="http://schemas.microsoft.com/office/powerpoint/2010/main" val="900773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grpSp>
        <p:nvGrpSpPr>
          <p:cNvPr id="4" name="Group 3"/>
          <p:cNvGrpSpPr/>
          <p:nvPr/>
        </p:nvGrpSpPr>
        <p:grpSpPr>
          <a:xfrm>
            <a:off x="504967" y="308331"/>
            <a:ext cx="10836324" cy="5977227"/>
            <a:chOff x="518615" y="308331"/>
            <a:chExt cx="10836324" cy="5977227"/>
          </a:xfrm>
        </p:grpSpPr>
        <p:sp>
          <p:nvSpPr>
            <p:cNvPr id="2" name="Rectangle 1"/>
            <p:cNvSpPr>
              <a:spLocks noChangeArrowheads="1"/>
            </p:cNvSpPr>
            <p:nvPr/>
          </p:nvSpPr>
          <p:spPr bwMode="auto">
            <a:xfrm>
              <a:off x="518615" y="308331"/>
              <a:ext cx="10836324" cy="5977227"/>
            </a:xfrm>
            <a:prstGeom prst="rect">
              <a:avLst/>
            </a:prstGeom>
            <a:solidFill>
              <a:srgbClr val="2D2D2D"/>
            </a:solidFill>
            <a:ln w="76200">
              <a:solidFill>
                <a:srgbClr val="00B0F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lvl="1"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from</a:t>
              </a:r>
              <a:r>
                <a:rPr kumimoji="0" lang="en-US" b="0" i="0" u="none" strike="noStrike" cap="none" normalizeH="0" baseline="0" dirty="0" smtClean="0">
                  <a:ln>
                    <a:noFill/>
                  </a:ln>
                  <a:solidFill>
                    <a:srgbClr val="CCCCCC"/>
                  </a:solidFill>
                  <a:effectLst/>
                  <a:cs typeface="Arial" pitchFamily="34" charset="0"/>
                </a:rPr>
                <a:t> dotenv </a:t>
              </a:r>
              <a:r>
                <a:rPr kumimoji="0" lang="en-US" b="0" i="0" u="none" strike="noStrike" cap="none" normalizeH="0" baseline="0" dirty="0" smtClean="0">
                  <a:ln>
                    <a:noFill/>
                  </a:ln>
                  <a:solidFill>
                    <a:srgbClr val="CC99CD"/>
                  </a:solidFill>
                  <a:effectLst/>
                  <a:cs typeface="Arial" pitchFamily="34" charset="0"/>
                </a:rPr>
                <a:t>import</a:t>
              </a:r>
              <a:r>
                <a:rPr kumimoji="0" lang="en-US" b="0" i="0" u="none" strike="noStrike" cap="none" normalizeH="0" baseline="0" dirty="0" smtClean="0">
                  <a:ln>
                    <a:noFill/>
                  </a:ln>
                  <a:solidFill>
                    <a:srgbClr val="CCCCCC"/>
                  </a:solidFill>
                  <a:effectLst/>
                  <a:cs typeface="Arial" pitchFamily="34" charset="0"/>
                </a:rPr>
                <a:t> load_dotenv,find_dotenv </a:t>
              </a:r>
            </a:p>
            <a:p>
              <a:pPr lvl="1"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import</a:t>
              </a:r>
              <a:r>
                <a:rPr kumimoji="0" lang="en-US" b="0" i="0" u="none" strike="noStrike" cap="none" normalizeH="0" baseline="0" dirty="0" smtClean="0">
                  <a:ln>
                    <a:noFill/>
                  </a:ln>
                  <a:solidFill>
                    <a:srgbClr val="CCCCCC"/>
                  </a:solidFill>
                  <a:effectLst/>
                  <a:cs typeface="Arial" pitchFamily="34" charset="0"/>
                </a:rPr>
                <a:t> os,uuid </a:t>
              </a:r>
            </a:p>
            <a:p>
              <a:pPr lvl="1"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from</a:t>
              </a:r>
              <a:r>
                <a:rPr kumimoji="0" lang="en-US" b="0" i="0" u="none" strike="noStrike" cap="none" normalizeH="0" baseline="0" dirty="0" smtClean="0">
                  <a:ln>
                    <a:noFill/>
                  </a:ln>
                  <a:solidFill>
                    <a:srgbClr val="CCCCCC"/>
                  </a:solidFill>
                  <a:effectLst/>
                  <a:cs typeface="Arial" pitchFamily="34" charset="0"/>
                </a:rPr>
                <a:t> langgraph.graph </a:t>
              </a:r>
              <a:r>
                <a:rPr kumimoji="0" lang="en-US" b="0" i="0" u="none" strike="noStrike" cap="none" normalizeH="0" baseline="0" dirty="0" smtClean="0">
                  <a:ln>
                    <a:noFill/>
                  </a:ln>
                  <a:solidFill>
                    <a:srgbClr val="CC99CD"/>
                  </a:solidFill>
                  <a:effectLst/>
                  <a:cs typeface="Arial" pitchFamily="34" charset="0"/>
                </a:rPr>
                <a:t>import</a:t>
              </a:r>
              <a:r>
                <a:rPr kumimoji="0" lang="en-US" b="0" i="0" u="none" strike="noStrike" cap="none" normalizeH="0" baseline="0" dirty="0" smtClean="0">
                  <a:ln>
                    <a:noFill/>
                  </a:ln>
                  <a:solidFill>
                    <a:srgbClr val="CCCCCC"/>
                  </a:solidFill>
                  <a:effectLst/>
                  <a:cs typeface="Arial" pitchFamily="34" charset="0"/>
                </a:rPr>
                <a:t> StateGraph,END,START,add_messages </a:t>
              </a:r>
            </a:p>
            <a:p>
              <a:pPr lvl="1"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from</a:t>
              </a:r>
              <a:r>
                <a:rPr kumimoji="0" lang="en-US" b="0" i="0" u="none" strike="noStrike" cap="none" normalizeH="0" baseline="0" dirty="0" smtClean="0">
                  <a:ln>
                    <a:noFill/>
                  </a:ln>
                  <a:solidFill>
                    <a:srgbClr val="CCCCCC"/>
                  </a:solidFill>
                  <a:effectLst/>
                  <a:cs typeface="Arial" pitchFamily="34" charset="0"/>
                </a:rPr>
                <a:t> typing </a:t>
              </a:r>
              <a:r>
                <a:rPr kumimoji="0" lang="en-US" b="0" i="0" u="none" strike="noStrike" cap="none" normalizeH="0" baseline="0" dirty="0" smtClean="0">
                  <a:ln>
                    <a:noFill/>
                  </a:ln>
                  <a:solidFill>
                    <a:srgbClr val="CC99CD"/>
                  </a:solidFill>
                  <a:effectLst/>
                  <a:cs typeface="Arial" pitchFamily="34" charset="0"/>
                </a:rPr>
                <a:t>import</a:t>
              </a:r>
              <a:r>
                <a:rPr kumimoji="0" lang="en-US" b="0" i="0" u="none" strike="noStrike" cap="none" normalizeH="0" baseline="0" dirty="0" smtClean="0">
                  <a:ln>
                    <a:noFill/>
                  </a:ln>
                  <a:solidFill>
                    <a:srgbClr val="CCCCCC"/>
                  </a:solidFill>
                  <a:effectLst/>
                  <a:cs typeface="Arial" pitchFamily="34" charset="0"/>
                </a:rPr>
                <a:t> TypedDict,List,Annotated </a:t>
              </a:r>
            </a:p>
            <a:p>
              <a:pPr lvl="1"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from</a:t>
              </a:r>
              <a:r>
                <a:rPr kumimoji="0" lang="en-US" b="0" i="0" u="none" strike="noStrike" cap="none" normalizeH="0" baseline="0" dirty="0" smtClean="0">
                  <a:ln>
                    <a:noFill/>
                  </a:ln>
                  <a:solidFill>
                    <a:srgbClr val="CCCCCC"/>
                  </a:solidFill>
                  <a:effectLst/>
                  <a:cs typeface="Arial" pitchFamily="34" charset="0"/>
                </a:rPr>
                <a:t> langchain_openai </a:t>
              </a:r>
              <a:r>
                <a:rPr kumimoji="0" lang="en-US" b="0" i="0" u="none" strike="noStrike" cap="none" normalizeH="0" baseline="0" dirty="0" smtClean="0">
                  <a:ln>
                    <a:noFill/>
                  </a:ln>
                  <a:solidFill>
                    <a:srgbClr val="CC99CD"/>
                  </a:solidFill>
                  <a:effectLst/>
                  <a:cs typeface="Arial" pitchFamily="34" charset="0"/>
                </a:rPr>
                <a:t>import</a:t>
              </a:r>
              <a:r>
                <a:rPr kumimoji="0" lang="en-US" b="0" i="0" u="none" strike="noStrike" cap="none" normalizeH="0" baseline="0" dirty="0" smtClean="0">
                  <a:ln>
                    <a:noFill/>
                  </a:ln>
                  <a:solidFill>
                    <a:srgbClr val="CCCCCC"/>
                  </a:solidFill>
                  <a:effectLst/>
                  <a:cs typeface="Arial" pitchFamily="34" charset="0"/>
                </a:rPr>
                <a:t> AzureChatOpenAI </a:t>
              </a:r>
            </a:p>
            <a:p>
              <a:pPr lvl="1"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from</a:t>
              </a:r>
              <a:r>
                <a:rPr kumimoji="0" lang="en-US" b="0" i="0" u="none" strike="noStrike" cap="none" normalizeH="0" baseline="0" dirty="0" smtClean="0">
                  <a:ln>
                    <a:noFill/>
                  </a:ln>
                  <a:solidFill>
                    <a:srgbClr val="CCCCCC"/>
                  </a:solidFill>
                  <a:effectLst/>
                  <a:cs typeface="Arial" pitchFamily="34" charset="0"/>
                </a:rPr>
                <a:t> langgraph.checkpoint.memory </a:t>
              </a:r>
              <a:r>
                <a:rPr kumimoji="0" lang="en-US" b="0" i="0" u="none" strike="noStrike" cap="none" normalizeH="0" baseline="0" dirty="0" smtClean="0">
                  <a:ln>
                    <a:noFill/>
                  </a:ln>
                  <a:solidFill>
                    <a:srgbClr val="CC99CD"/>
                  </a:solidFill>
                  <a:effectLst/>
                  <a:cs typeface="Arial" pitchFamily="34" charset="0"/>
                </a:rPr>
                <a:t>import</a:t>
              </a:r>
              <a:r>
                <a:rPr kumimoji="0" lang="en-US" b="0" i="0" u="none" strike="noStrike" cap="none" normalizeH="0" baseline="0" dirty="0" smtClean="0">
                  <a:ln>
                    <a:noFill/>
                  </a:ln>
                  <a:solidFill>
                    <a:srgbClr val="CCCCCC"/>
                  </a:solidFill>
                  <a:effectLst/>
                  <a:cs typeface="Arial" pitchFamily="34" charset="0"/>
                </a:rPr>
                <a:t> MemorySaver </a:t>
              </a:r>
            </a:p>
            <a:p>
              <a:pPr lvl="1"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from</a:t>
              </a:r>
              <a:r>
                <a:rPr kumimoji="0" lang="en-US" b="0" i="0" u="none" strike="noStrike" cap="none" normalizeH="0" baseline="0" dirty="0" smtClean="0">
                  <a:ln>
                    <a:noFill/>
                  </a:ln>
                  <a:solidFill>
                    <a:srgbClr val="CCCCCC"/>
                  </a:solidFill>
                  <a:effectLst/>
                  <a:cs typeface="Arial" pitchFamily="34" charset="0"/>
                </a:rPr>
                <a:t> langchain_core.messages </a:t>
              </a:r>
              <a:r>
                <a:rPr kumimoji="0" lang="en-US" b="0" i="0" u="none" strike="noStrike" cap="none" normalizeH="0" baseline="0" dirty="0" smtClean="0">
                  <a:ln>
                    <a:noFill/>
                  </a:ln>
                  <a:solidFill>
                    <a:srgbClr val="CC99CD"/>
                  </a:solidFill>
                  <a:effectLst/>
                  <a:cs typeface="Arial" pitchFamily="34" charset="0"/>
                </a:rPr>
                <a:t>import</a:t>
              </a:r>
              <a:r>
                <a:rPr kumimoji="0" lang="en-US" b="0" i="0" u="none" strike="noStrike" cap="none" normalizeH="0" baseline="0" dirty="0" smtClean="0">
                  <a:ln>
                    <a:noFill/>
                  </a:ln>
                  <a:solidFill>
                    <a:srgbClr val="CCCCCC"/>
                  </a:solidFill>
                  <a:effectLst/>
                  <a:cs typeface="Arial" pitchFamily="34" charset="0"/>
                </a:rPr>
                <a:t> SystemMessage, HumanMessage,AIMessage </a:t>
              </a:r>
            </a:p>
            <a:p>
              <a:pPr lvl="1"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from</a:t>
              </a:r>
              <a:r>
                <a:rPr kumimoji="0" lang="en-US" b="0" i="0" u="none" strike="noStrike" cap="none" normalizeH="0" baseline="0" dirty="0" smtClean="0">
                  <a:ln>
                    <a:noFill/>
                  </a:ln>
                  <a:solidFill>
                    <a:srgbClr val="CCCCCC"/>
                  </a:solidFill>
                  <a:effectLst/>
                  <a:cs typeface="Arial" pitchFamily="34" charset="0"/>
                </a:rPr>
                <a:t> langgraph.types </a:t>
              </a:r>
              <a:r>
                <a:rPr kumimoji="0" lang="en-US" b="0" i="0" u="none" strike="noStrike" cap="none" normalizeH="0" baseline="0" dirty="0" smtClean="0">
                  <a:ln>
                    <a:noFill/>
                  </a:ln>
                  <a:solidFill>
                    <a:srgbClr val="CC99CD"/>
                  </a:solidFill>
                  <a:effectLst/>
                  <a:cs typeface="Arial" pitchFamily="34" charset="0"/>
                </a:rPr>
                <a:t>import</a:t>
              </a:r>
              <a:r>
                <a:rPr kumimoji="0" lang="en-US" b="0" i="0" u="none" strike="noStrike" cap="none" normalizeH="0" baseline="0" dirty="0" smtClean="0">
                  <a:ln>
                    <a:noFill/>
                  </a:ln>
                  <a:solidFill>
                    <a:srgbClr val="CCCCCC"/>
                  </a:solidFill>
                  <a:effectLst/>
                  <a:cs typeface="Arial" pitchFamily="34" charset="0"/>
                </a:rPr>
                <a:t> interrupt,Command </a:t>
              </a:r>
            </a:p>
            <a:p>
              <a:pPr lvl="1" fontAlgn="base">
                <a:spcBef>
                  <a:spcPct val="0"/>
                </a:spcBef>
                <a:spcAft>
                  <a:spcPct val="0"/>
                </a:spcAft>
              </a:pPr>
              <a:endParaRPr lang="en-US" dirty="0">
                <a:solidFill>
                  <a:srgbClr val="CCCCCC"/>
                </a:solidFill>
                <a:cs typeface="Arial" pitchFamily="34" charset="0"/>
              </a:endParaRPr>
            </a:p>
            <a:p>
              <a:pPr lvl="1"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load_dotenv(find_dotenv(),</a:t>
              </a:r>
              <a:r>
                <a:rPr kumimoji="0" lang="en-US" b="0" i="0" u="none" strike="noStrike" cap="none" normalizeH="0" baseline="0" dirty="0" smtClean="0">
                  <a:ln>
                    <a:noFill/>
                  </a:ln>
                  <a:solidFill>
                    <a:srgbClr val="F08D49"/>
                  </a:solidFill>
                  <a:effectLst/>
                  <a:cs typeface="Arial" pitchFamily="34" charset="0"/>
                </a:rPr>
                <a:t>True</a:t>
              </a:r>
              <a:r>
                <a:rPr kumimoji="0" lang="en-US" b="0" i="0" u="none" strike="noStrike" cap="none" normalizeH="0" baseline="0" dirty="0" smtClean="0">
                  <a:ln>
                    <a:noFill/>
                  </a:ln>
                  <a:solidFill>
                    <a:srgbClr val="CCCCCC"/>
                  </a:solidFill>
                  <a:effectLst/>
                  <a:cs typeface="Arial" pitchFamily="34" charset="0"/>
                </a:rPr>
                <a:t>) </a:t>
              </a:r>
            </a:p>
            <a:p>
              <a:pPr lvl="1"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endpoint </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CCCCCC"/>
                  </a:solidFill>
                  <a:effectLst/>
                  <a:cs typeface="Arial" pitchFamily="34" charset="0"/>
                </a:rPr>
                <a:t> os.getenv(</a:t>
              </a:r>
              <a:r>
                <a:rPr kumimoji="0" lang="en-US" b="0" i="0" u="none" strike="noStrike" cap="none" normalizeH="0" baseline="0" dirty="0" smtClean="0">
                  <a:ln>
                    <a:noFill/>
                  </a:ln>
                  <a:solidFill>
                    <a:srgbClr val="7EC699"/>
                  </a:solidFill>
                  <a:effectLst/>
                  <a:cs typeface="Arial" pitchFamily="34" charset="0"/>
                </a:rPr>
                <a:t>"AZURE_OPENAI_ENDPOINT"</a:t>
              </a:r>
              <a:r>
                <a:rPr kumimoji="0" lang="en-US" b="0" i="0" u="none" strike="noStrike" cap="none" normalizeH="0" baseline="0" dirty="0" smtClean="0">
                  <a:ln>
                    <a:noFill/>
                  </a:ln>
                  <a:solidFill>
                    <a:srgbClr val="CCCCCC"/>
                  </a:solidFill>
                  <a:effectLst/>
                  <a:cs typeface="Arial" pitchFamily="34" charset="0"/>
                </a:rPr>
                <a:t>) </a:t>
              </a:r>
            </a:p>
            <a:p>
              <a:pPr lvl="1"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subscription_key </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CCCCCC"/>
                  </a:solidFill>
                  <a:effectLst/>
                  <a:cs typeface="Arial" pitchFamily="34" charset="0"/>
                </a:rPr>
                <a:t> os.getenv(</a:t>
              </a:r>
              <a:r>
                <a:rPr kumimoji="0" lang="en-US" b="0" i="0" u="none" strike="noStrike" cap="none" normalizeH="0" baseline="0" dirty="0" smtClean="0">
                  <a:ln>
                    <a:noFill/>
                  </a:ln>
                  <a:solidFill>
                    <a:srgbClr val="7EC699"/>
                  </a:solidFill>
                  <a:effectLst/>
                  <a:cs typeface="Arial" pitchFamily="34" charset="0"/>
                </a:rPr>
                <a:t>"AZURE_OPENAI_API_KEY"</a:t>
              </a:r>
              <a:r>
                <a:rPr kumimoji="0" lang="en-US" b="0" i="0" u="none" strike="noStrike" cap="none" normalizeH="0" baseline="0" dirty="0" smtClean="0">
                  <a:ln>
                    <a:noFill/>
                  </a:ln>
                  <a:solidFill>
                    <a:srgbClr val="CCCCCC"/>
                  </a:solidFill>
                  <a:effectLst/>
                  <a:cs typeface="Arial" pitchFamily="34" charset="0"/>
                </a:rPr>
                <a:t>) </a:t>
              </a:r>
            </a:p>
            <a:p>
              <a:pPr lvl="1"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api_version</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7EC699"/>
                  </a:solidFill>
                  <a:effectLst/>
                  <a:cs typeface="Arial" pitchFamily="34" charset="0"/>
                </a:rPr>
                <a:t>"2025-01-01-preview"</a:t>
              </a:r>
              <a:r>
                <a:rPr kumimoji="0" lang="en-US" b="0" i="0" u="none" strike="noStrike" cap="none" normalizeH="0" baseline="0" dirty="0" smtClean="0">
                  <a:ln>
                    <a:noFill/>
                  </a:ln>
                  <a:solidFill>
                    <a:srgbClr val="CCCCCC"/>
                  </a:solidFill>
                  <a:effectLst/>
                  <a:cs typeface="Arial" pitchFamily="34" charset="0"/>
                </a:rPr>
                <a:t> </a:t>
              </a:r>
            </a:p>
            <a:p>
              <a:pPr lvl="1" fontAlgn="base">
                <a:spcBef>
                  <a:spcPct val="0"/>
                </a:spcBef>
                <a:spcAft>
                  <a:spcPct val="0"/>
                </a:spcAft>
              </a:pPr>
              <a:endParaRPr lang="en-US" dirty="0">
                <a:solidFill>
                  <a:srgbClr val="CCCCCC"/>
                </a:solidFill>
                <a:cs typeface="Arial" pitchFamily="34" charset="0"/>
              </a:endParaRPr>
            </a:p>
            <a:p>
              <a:pPr lvl="1"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memory</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CCCCCC"/>
                  </a:solidFill>
                  <a:effectLst/>
                  <a:cs typeface="Arial" pitchFamily="34" charset="0"/>
                </a:rPr>
                <a:t>MemorySaver() </a:t>
              </a:r>
            </a:p>
            <a:p>
              <a:pPr lvl="1"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llm </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CCCCCC"/>
                  </a:solidFill>
                  <a:effectLst/>
                  <a:cs typeface="Arial" pitchFamily="34" charset="0"/>
                </a:rPr>
                <a:t> AzureChatOpenAI(azure_endpoint</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CCCCCC"/>
                  </a:solidFill>
                  <a:effectLst/>
                  <a:cs typeface="Arial" pitchFamily="34" charset="0"/>
                </a:rPr>
                <a:t>endpoint,api_key</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CCCCCC"/>
                  </a:solidFill>
                  <a:effectLst/>
                  <a:cs typeface="Arial" pitchFamily="34" charset="0"/>
                </a:rPr>
                <a:t>subscription_key, api_version</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CCCCCC"/>
                  </a:solidFill>
                  <a:effectLst/>
                  <a:cs typeface="Arial" pitchFamily="34" charset="0"/>
                </a:rPr>
                <a:t>api_version) </a:t>
              </a:r>
            </a:p>
            <a:p>
              <a:pPr lvl="1" fontAlgn="base">
                <a:spcBef>
                  <a:spcPct val="0"/>
                </a:spcBef>
                <a:spcAft>
                  <a:spcPct val="0"/>
                </a:spcAft>
              </a:pPr>
              <a:endParaRPr lang="en-US" dirty="0">
                <a:solidFill>
                  <a:srgbClr val="CCCCCC"/>
                </a:solidFill>
                <a:cs typeface="Arial" pitchFamily="34" charset="0"/>
              </a:endParaRPr>
            </a:p>
            <a:p>
              <a:pPr lvl="1"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class</a:t>
              </a:r>
              <a:r>
                <a:rPr kumimoji="0" lang="en-US" b="0" i="0" u="none" strike="noStrike" cap="none" normalizeH="0" baseline="0" dirty="0" smtClean="0">
                  <a:ln>
                    <a:noFill/>
                  </a:ln>
                  <a:solidFill>
                    <a:srgbClr val="CCCCCC"/>
                  </a:solidFill>
                  <a:effectLst/>
                  <a:cs typeface="Arial" pitchFamily="34" charset="0"/>
                </a:rPr>
                <a:t> </a:t>
              </a:r>
              <a:r>
                <a:rPr kumimoji="0" lang="en-US" b="0" i="0" u="none" strike="noStrike" cap="none" normalizeH="0" baseline="0" dirty="0" smtClean="0">
                  <a:ln>
                    <a:noFill/>
                  </a:ln>
                  <a:solidFill>
                    <a:srgbClr val="F8C555"/>
                  </a:solidFill>
                  <a:effectLst/>
                  <a:cs typeface="Arial" pitchFamily="34" charset="0"/>
                </a:rPr>
                <a:t>State</a:t>
              </a:r>
              <a:r>
                <a:rPr kumimoji="0" lang="en-US" b="0" i="0" u="none" strike="noStrike" cap="none" normalizeH="0" baseline="0" dirty="0" smtClean="0">
                  <a:ln>
                    <a:noFill/>
                  </a:ln>
                  <a:solidFill>
                    <a:srgbClr val="CCCCCC"/>
                  </a:solidFill>
                  <a:effectLst/>
                  <a:cs typeface="Arial" pitchFamily="34" charset="0"/>
                </a:rPr>
                <a:t>(TypedDict): </a:t>
              </a:r>
            </a:p>
            <a:p>
              <a:pPr lvl="2"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linkedin_topic: </a:t>
              </a:r>
              <a:r>
                <a:rPr kumimoji="0" lang="en-US" b="0" i="0" u="none" strike="noStrike" cap="none" normalizeH="0" baseline="0" dirty="0" smtClean="0">
                  <a:ln>
                    <a:noFill/>
                  </a:ln>
                  <a:solidFill>
                    <a:srgbClr val="CC99CD"/>
                  </a:solidFill>
                  <a:effectLst/>
                  <a:cs typeface="Arial" pitchFamily="34" charset="0"/>
                </a:rPr>
                <a:t>str</a:t>
              </a:r>
              <a:r>
                <a:rPr kumimoji="0" lang="en-US" b="0" i="0" u="none" strike="noStrike" cap="none" normalizeH="0" baseline="0" dirty="0" smtClean="0">
                  <a:ln>
                    <a:noFill/>
                  </a:ln>
                  <a:solidFill>
                    <a:srgbClr val="CCCCCC"/>
                  </a:solidFill>
                  <a:effectLst/>
                  <a:cs typeface="Arial" pitchFamily="34" charset="0"/>
                </a:rPr>
                <a:t> </a:t>
              </a:r>
            </a:p>
            <a:p>
              <a:pPr lvl="2"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generated_post: Annotated[List[</a:t>
              </a:r>
              <a:r>
                <a:rPr kumimoji="0" lang="en-US" b="0" i="0" u="none" strike="noStrike" cap="none" normalizeH="0" baseline="0" dirty="0" smtClean="0">
                  <a:ln>
                    <a:noFill/>
                  </a:ln>
                  <a:solidFill>
                    <a:srgbClr val="CC99CD"/>
                  </a:solidFill>
                  <a:effectLst/>
                  <a:cs typeface="Arial" pitchFamily="34" charset="0"/>
                </a:rPr>
                <a:t>str</a:t>
              </a:r>
              <a:r>
                <a:rPr kumimoji="0" lang="en-US" b="0" i="0" u="none" strike="noStrike" cap="none" normalizeH="0" baseline="0" dirty="0" smtClean="0">
                  <a:ln>
                    <a:noFill/>
                  </a:ln>
                  <a:solidFill>
                    <a:srgbClr val="CCCCCC"/>
                  </a:solidFill>
                  <a:effectLst/>
                  <a:cs typeface="Arial" pitchFamily="34" charset="0"/>
                </a:rPr>
                <a:t>], add_messages] </a:t>
              </a:r>
            </a:p>
            <a:p>
              <a:pPr lvl="2"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human_feedback: Annotated[List[</a:t>
              </a:r>
              <a:r>
                <a:rPr kumimoji="0" lang="en-US" b="0" i="0" u="none" strike="noStrike" cap="none" normalizeH="0" baseline="0" dirty="0" smtClean="0">
                  <a:ln>
                    <a:noFill/>
                  </a:ln>
                  <a:solidFill>
                    <a:srgbClr val="CC99CD"/>
                  </a:solidFill>
                  <a:effectLst/>
                  <a:cs typeface="Arial" pitchFamily="34" charset="0"/>
                </a:rPr>
                <a:t>str</a:t>
              </a:r>
              <a:r>
                <a:rPr kumimoji="0" lang="en-US" b="0" i="0" u="none" strike="noStrike" cap="none" normalizeH="0" baseline="0" dirty="0" smtClean="0">
                  <a:ln>
                    <a:noFill/>
                  </a:ln>
                  <a:solidFill>
                    <a:srgbClr val="CCCCCC"/>
                  </a:solidFill>
                  <a:effectLst/>
                  <a:cs typeface="Arial" pitchFamily="34" charset="0"/>
                </a:rPr>
                <a:t>], add_messages] </a:t>
              </a:r>
              <a:endParaRPr kumimoji="0" lang="en-US" b="0" i="0" u="none" strike="noStrike" cap="none" normalizeH="0" baseline="0" dirty="0" smtClean="0">
                <a:ln>
                  <a:noFill/>
                </a:ln>
                <a:solidFill>
                  <a:schemeClr val="tx1"/>
                </a:solidFill>
                <a:effectLst/>
                <a:cs typeface="Arial" pitchFamily="34" charset="0"/>
              </a:endParaRPr>
            </a:p>
          </p:txBody>
        </p:sp>
        <p:sp>
          <p:nvSpPr>
            <p:cNvPr id="3" name="TextBox 2"/>
            <p:cNvSpPr txBox="1"/>
            <p:nvPr/>
          </p:nvSpPr>
          <p:spPr>
            <a:xfrm>
              <a:off x="8895611" y="341755"/>
              <a:ext cx="2459328" cy="338554"/>
            </a:xfrm>
            <a:prstGeom prst="rect">
              <a:avLst/>
            </a:prstGeom>
            <a:solidFill>
              <a:srgbClr val="00B0F0"/>
            </a:solidFill>
            <a:ln w="76200">
              <a:solidFill>
                <a:srgbClr val="00B0F0"/>
              </a:solidFill>
            </a:ln>
          </p:spPr>
          <p:txBody>
            <a:bodyPr wrap="none" rtlCol="0">
              <a:spAutoFit/>
            </a:bodyPr>
            <a:lstStyle/>
            <a:p>
              <a:r>
                <a:rPr lang="en-US" sz="1600" dirty="0" smtClean="0">
                  <a:solidFill>
                    <a:schemeClr val="bg1"/>
                  </a:solidFill>
                  <a:latin typeface="Bahnschrift" pitchFamily="34" charset="0"/>
                </a:rPr>
                <a:t>1-Multiturn Conservation</a:t>
              </a:r>
              <a:endParaRPr lang="en-IN" sz="1600" dirty="0">
                <a:solidFill>
                  <a:schemeClr val="bg1"/>
                </a:solidFill>
                <a:latin typeface="Bahnschrift" pitchFamily="34" charset="0"/>
              </a:endParaRPr>
            </a:p>
          </p:txBody>
        </p:sp>
      </p:grpSp>
    </p:spTree>
    <p:extLst>
      <p:ext uri="{BB962C8B-B14F-4D97-AF65-F5344CB8AC3E}">
        <p14:creationId xmlns:p14="http://schemas.microsoft.com/office/powerpoint/2010/main" val="1793729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122830" y="161711"/>
            <a:ext cx="11733251" cy="6638946"/>
            <a:chOff x="436728" y="161711"/>
            <a:chExt cx="11423175" cy="6638946"/>
          </a:xfrm>
        </p:grpSpPr>
        <p:sp>
          <p:nvSpPr>
            <p:cNvPr id="5" name="Rectangle 1"/>
            <p:cNvSpPr>
              <a:spLocks noChangeArrowheads="1"/>
            </p:cNvSpPr>
            <p:nvPr/>
          </p:nvSpPr>
          <p:spPr bwMode="auto">
            <a:xfrm>
              <a:off x="436728" y="161711"/>
              <a:ext cx="11423175" cy="6638946"/>
            </a:xfrm>
            <a:prstGeom prst="rect">
              <a:avLst/>
            </a:prstGeom>
            <a:solidFill>
              <a:srgbClr val="2D2D2D"/>
            </a:solidFill>
            <a:ln w="76200">
              <a:solidFill>
                <a:srgbClr val="00B0F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lvl="1" fontAlgn="base">
                <a:spcBef>
                  <a:spcPct val="0"/>
                </a:spcBef>
                <a:spcAft>
                  <a:spcPct val="0"/>
                </a:spcAft>
              </a:pPr>
              <a:r>
                <a:rPr kumimoji="0" lang="en-US" b="0" i="0" u="none" strike="noStrike" cap="none" normalizeH="0" baseline="0" dirty="0" smtClean="0">
                  <a:ln>
                    <a:noFill/>
                  </a:ln>
                  <a:solidFill>
                    <a:srgbClr val="CC99CD"/>
                  </a:solidFill>
                  <a:effectLst/>
                  <a:latin typeface="+mj-lt"/>
                  <a:cs typeface="Arial" pitchFamily="34" charset="0"/>
                </a:rPr>
                <a:t>def</a:t>
              </a:r>
              <a:r>
                <a:rPr kumimoji="0" lang="en-US" b="0" i="0" u="none" strike="noStrike" cap="none" normalizeH="0" baseline="0" dirty="0" smtClean="0">
                  <a:ln>
                    <a:noFill/>
                  </a:ln>
                  <a:solidFill>
                    <a:srgbClr val="CCCCCC"/>
                  </a:solidFill>
                  <a:effectLst/>
                  <a:latin typeface="+mj-lt"/>
                  <a:cs typeface="Arial" pitchFamily="34" charset="0"/>
                </a:rPr>
                <a:t> </a:t>
              </a:r>
              <a:r>
                <a:rPr kumimoji="0" lang="en-US" b="0" i="0" u="none" strike="noStrike" cap="none" normalizeH="0" baseline="0" dirty="0" smtClean="0">
                  <a:ln>
                    <a:noFill/>
                  </a:ln>
                  <a:solidFill>
                    <a:srgbClr val="F08D49"/>
                  </a:solidFill>
                  <a:effectLst/>
                  <a:latin typeface="+mj-lt"/>
                  <a:cs typeface="Arial" pitchFamily="34" charset="0"/>
                </a:rPr>
                <a:t>model</a:t>
              </a:r>
              <a:r>
                <a:rPr kumimoji="0" lang="en-US" b="0" i="0" u="none" strike="noStrike" cap="none" normalizeH="0" baseline="0" dirty="0" smtClean="0">
                  <a:ln>
                    <a:noFill/>
                  </a:ln>
                  <a:solidFill>
                    <a:srgbClr val="CCCCCC"/>
                  </a:solidFill>
                  <a:effectLst/>
                  <a:latin typeface="+mj-lt"/>
                  <a:cs typeface="Arial" pitchFamily="34" charset="0"/>
                </a:rPr>
                <a:t>(state: State) </a:t>
              </a:r>
              <a:r>
                <a:rPr kumimoji="0" lang="en-US" b="0" i="0" u="none" strike="noStrike" cap="none" normalizeH="0" baseline="0" dirty="0" smtClean="0">
                  <a:ln>
                    <a:noFill/>
                  </a:ln>
                  <a:solidFill>
                    <a:srgbClr val="67CDCC"/>
                  </a:solidFill>
                  <a:effectLst/>
                  <a:latin typeface="+mj-lt"/>
                  <a:cs typeface="Arial" pitchFamily="34" charset="0"/>
                </a:rPr>
                <a:t>-&gt;</a:t>
              </a:r>
              <a:r>
                <a:rPr kumimoji="0" lang="en-US" b="0" i="0" u="none" strike="noStrike" cap="none" normalizeH="0" baseline="0" dirty="0" smtClean="0">
                  <a:ln>
                    <a:noFill/>
                  </a:ln>
                  <a:solidFill>
                    <a:srgbClr val="CCCCCC"/>
                  </a:solidFill>
                  <a:effectLst/>
                  <a:latin typeface="+mj-lt"/>
                  <a:cs typeface="Arial" pitchFamily="34" charset="0"/>
                </a:rPr>
                <a:t> </a:t>
              </a:r>
              <a:r>
                <a:rPr kumimoji="0" lang="en-US" b="0" i="0" u="none" strike="noStrike" cap="none" normalizeH="0" baseline="0" dirty="0" smtClean="0">
                  <a:ln>
                    <a:noFill/>
                  </a:ln>
                  <a:solidFill>
                    <a:srgbClr val="CC99CD"/>
                  </a:solidFill>
                  <a:effectLst/>
                  <a:latin typeface="+mj-lt"/>
                  <a:cs typeface="Arial" pitchFamily="34" charset="0"/>
                </a:rPr>
                <a:t>str</a:t>
              </a:r>
              <a:r>
                <a:rPr kumimoji="0" lang="en-US" b="0" i="0" u="none" strike="noStrike" cap="none" normalizeH="0" baseline="0" dirty="0" smtClean="0">
                  <a:ln>
                    <a:noFill/>
                  </a:ln>
                  <a:solidFill>
                    <a:srgbClr val="CCCCCC"/>
                  </a:solidFill>
                  <a:effectLst/>
                  <a:latin typeface="+mj-lt"/>
                  <a:cs typeface="Arial" pitchFamily="34" charset="0"/>
                </a:rPr>
                <a:t>: </a:t>
              </a:r>
            </a:p>
            <a:p>
              <a:pPr lvl="2" fontAlgn="base">
                <a:spcBef>
                  <a:spcPct val="0"/>
                </a:spcBef>
                <a:spcAft>
                  <a:spcPct val="0"/>
                </a:spcAft>
              </a:pPr>
              <a:r>
                <a:rPr kumimoji="0" lang="en-US" sz="1700" b="0" i="0" u="none" strike="noStrike" cap="none" normalizeH="0" baseline="0" dirty="0" smtClean="0">
                  <a:ln>
                    <a:noFill/>
                  </a:ln>
                  <a:solidFill>
                    <a:srgbClr val="CCCCCC"/>
                  </a:solidFill>
                  <a:effectLst/>
                  <a:latin typeface="+mj-lt"/>
                  <a:cs typeface="Arial" pitchFamily="34" charset="0"/>
                </a:rPr>
                <a:t>linkedin_topic </a:t>
              </a:r>
              <a:r>
                <a:rPr kumimoji="0" lang="en-US" sz="1700" b="0" i="0" u="none" strike="noStrike" cap="none" normalizeH="0" baseline="0" dirty="0" smtClean="0">
                  <a:ln>
                    <a:noFill/>
                  </a:ln>
                  <a:solidFill>
                    <a:srgbClr val="67CDCC"/>
                  </a:solidFill>
                  <a:effectLst/>
                  <a:latin typeface="+mj-lt"/>
                  <a:cs typeface="Arial" pitchFamily="34" charset="0"/>
                </a:rPr>
                <a:t>=</a:t>
              </a:r>
              <a:r>
                <a:rPr kumimoji="0" lang="en-US" sz="1700" b="0" i="0" u="none" strike="noStrike" cap="none" normalizeH="0" baseline="0" dirty="0" smtClean="0">
                  <a:ln>
                    <a:noFill/>
                  </a:ln>
                  <a:solidFill>
                    <a:srgbClr val="CCCCCC"/>
                  </a:solidFill>
                  <a:effectLst/>
                  <a:latin typeface="+mj-lt"/>
                  <a:cs typeface="Arial" pitchFamily="34" charset="0"/>
                </a:rPr>
                <a:t> state[</a:t>
              </a:r>
              <a:r>
                <a:rPr kumimoji="0" lang="en-US" sz="1700" b="0" i="0" u="none" strike="noStrike" cap="none" normalizeH="0" baseline="0" dirty="0" smtClean="0">
                  <a:ln>
                    <a:noFill/>
                  </a:ln>
                  <a:solidFill>
                    <a:srgbClr val="7EC699"/>
                  </a:solidFill>
                  <a:effectLst/>
                  <a:latin typeface="+mj-lt"/>
                  <a:cs typeface="Arial" pitchFamily="34" charset="0"/>
                </a:rPr>
                <a:t>"linkedin_topic"</a:t>
              </a:r>
              <a:r>
                <a:rPr kumimoji="0" lang="en-US" sz="1700" b="0" i="0" u="none" strike="noStrike" cap="none" normalizeH="0" baseline="0" dirty="0" smtClean="0">
                  <a:ln>
                    <a:noFill/>
                  </a:ln>
                  <a:solidFill>
                    <a:srgbClr val="CCCCCC"/>
                  </a:solidFill>
                  <a:effectLst/>
                  <a:latin typeface="+mj-lt"/>
                  <a:cs typeface="Arial" pitchFamily="34" charset="0"/>
                </a:rPr>
                <a:t>] </a:t>
              </a:r>
            </a:p>
            <a:p>
              <a:pPr lvl="2" fontAlgn="base">
                <a:spcBef>
                  <a:spcPct val="0"/>
                </a:spcBef>
                <a:spcAft>
                  <a:spcPct val="0"/>
                </a:spcAft>
              </a:pPr>
              <a:r>
                <a:rPr kumimoji="0" lang="en-US" sz="1700" b="0" i="0" u="none" strike="noStrike" cap="none" normalizeH="0" baseline="0" dirty="0" smtClean="0">
                  <a:ln>
                    <a:noFill/>
                  </a:ln>
                  <a:solidFill>
                    <a:srgbClr val="CCCCCC"/>
                  </a:solidFill>
                  <a:effectLst/>
                  <a:latin typeface="+mj-lt"/>
                  <a:cs typeface="Arial" pitchFamily="34" charset="0"/>
                </a:rPr>
                <a:t>feedback </a:t>
              </a:r>
              <a:r>
                <a:rPr kumimoji="0" lang="en-US" sz="1700" b="0" i="0" u="none" strike="noStrike" cap="none" normalizeH="0" baseline="0" dirty="0" smtClean="0">
                  <a:ln>
                    <a:noFill/>
                  </a:ln>
                  <a:solidFill>
                    <a:srgbClr val="67CDCC"/>
                  </a:solidFill>
                  <a:effectLst/>
                  <a:latin typeface="+mj-lt"/>
                  <a:cs typeface="Arial" pitchFamily="34" charset="0"/>
                </a:rPr>
                <a:t>=</a:t>
              </a:r>
              <a:r>
                <a:rPr kumimoji="0" lang="en-US" sz="1700" b="0" i="0" u="none" strike="noStrike" cap="none" normalizeH="0" baseline="0" dirty="0" smtClean="0">
                  <a:ln>
                    <a:noFill/>
                  </a:ln>
                  <a:solidFill>
                    <a:srgbClr val="CCCCCC"/>
                  </a:solidFill>
                  <a:effectLst/>
                  <a:latin typeface="+mj-lt"/>
                  <a:cs typeface="Arial" pitchFamily="34" charset="0"/>
                </a:rPr>
                <a:t> state.get(</a:t>
              </a:r>
              <a:r>
                <a:rPr kumimoji="0" lang="en-US" sz="1700" b="0" i="0" u="none" strike="noStrike" cap="none" normalizeH="0" baseline="0" dirty="0" smtClean="0">
                  <a:ln>
                    <a:noFill/>
                  </a:ln>
                  <a:solidFill>
                    <a:srgbClr val="7EC699"/>
                  </a:solidFill>
                  <a:effectLst/>
                  <a:latin typeface="+mj-lt"/>
                  <a:cs typeface="Arial" pitchFamily="34" charset="0"/>
                </a:rPr>
                <a:t>"human_feedback"</a:t>
              </a:r>
              <a:r>
                <a:rPr kumimoji="0" lang="en-US" sz="1700" b="0" i="0" u="none" strike="noStrike" cap="none" normalizeH="0" baseline="0" dirty="0" smtClean="0">
                  <a:ln>
                    <a:noFill/>
                  </a:ln>
                  <a:solidFill>
                    <a:srgbClr val="CCCCCC"/>
                  </a:solidFill>
                  <a:effectLst/>
                  <a:latin typeface="+mj-lt"/>
                  <a:cs typeface="Arial" pitchFamily="34" charset="0"/>
                </a:rPr>
                <a:t>, [</a:t>
              </a:r>
              <a:r>
                <a:rPr kumimoji="0" lang="en-US" sz="1700" b="0" i="0" u="none" strike="noStrike" cap="none" normalizeH="0" baseline="0" dirty="0" smtClean="0">
                  <a:ln>
                    <a:noFill/>
                  </a:ln>
                  <a:solidFill>
                    <a:srgbClr val="7EC699"/>
                  </a:solidFill>
                  <a:effectLst/>
                  <a:latin typeface="+mj-lt"/>
                  <a:cs typeface="Arial" pitchFamily="34" charset="0"/>
                </a:rPr>
                <a:t>"No Feedback yet"</a:t>
              </a:r>
              <a:r>
                <a:rPr kumimoji="0" lang="en-US" sz="1700" b="0" i="0" u="none" strike="noStrike" cap="none" normalizeH="0" baseline="0" dirty="0" smtClean="0">
                  <a:ln>
                    <a:noFill/>
                  </a:ln>
                  <a:solidFill>
                    <a:srgbClr val="CCCCCC"/>
                  </a:solidFill>
                  <a:effectLst/>
                  <a:latin typeface="+mj-lt"/>
                  <a:cs typeface="Arial" pitchFamily="34" charset="0"/>
                </a:rPr>
                <a:t>]) </a:t>
              </a:r>
            </a:p>
            <a:p>
              <a:pPr lvl="2" fontAlgn="base">
                <a:spcBef>
                  <a:spcPct val="0"/>
                </a:spcBef>
                <a:spcAft>
                  <a:spcPct val="0"/>
                </a:spcAft>
              </a:pPr>
              <a:endParaRPr lang="en-US" sz="1700" dirty="0">
                <a:solidFill>
                  <a:srgbClr val="CCCCCC"/>
                </a:solidFill>
                <a:latin typeface="+mj-lt"/>
                <a:cs typeface="Arial" pitchFamily="34" charset="0"/>
              </a:endParaRPr>
            </a:p>
            <a:p>
              <a:pPr lvl="2" fontAlgn="base">
                <a:spcBef>
                  <a:spcPct val="0"/>
                </a:spcBef>
                <a:spcAft>
                  <a:spcPct val="0"/>
                </a:spcAft>
              </a:pPr>
              <a:r>
                <a:rPr kumimoji="0" lang="en-US" sz="1700" b="0" i="0" u="none" strike="noStrike" cap="none" normalizeH="0" baseline="0" dirty="0" smtClean="0">
                  <a:ln>
                    <a:noFill/>
                  </a:ln>
                  <a:solidFill>
                    <a:srgbClr val="CCCCCC"/>
                  </a:solidFill>
                  <a:effectLst/>
                  <a:latin typeface="+mj-lt"/>
                  <a:cs typeface="Arial" pitchFamily="34" charset="0"/>
                </a:rPr>
                <a:t>prompt </a:t>
              </a:r>
              <a:r>
                <a:rPr kumimoji="0" lang="en-US" sz="1700" b="0" i="0" u="none" strike="noStrike" cap="none" normalizeH="0" baseline="0" dirty="0" smtClean="0">
                  <a:ln>
                    <a:noFill/>
                  </a:ln>
                  <a:solidFill>
                    <a:srgbClr val="67CDCC"/>
                  </a:solidFill>
                  <a:effectLst/>
                  <a:latin typeface="+mj-lt"/>
                  <a:cs typeface="Arial" pitchFamily="34" charset="0"/>
                </a:rPr>
                <a:t>=</a:t>
              </a:r>
              <a:r>
                <a:rPr kumimoji="0" lang="en-US" sz="1700" b="0" i="0" u="none" strike="noStrike" cap="none" normalizeH="0" baseline="0" dirty="0" smtClean="0">
                  <a:ln>
                    <a:noFill/>
                  </a:ln>
                  <a:solidFill>
                    <a:srgbClr val="CCCCCC"/>
                  </a:solidFill>
                  <a:effectLst/>
                  <a:latin typeface="+mj-lt"/>
                  <a:cs typeface="Arial" pitchFamily="34" charset="0"/>
                </a:rPr>
                <a:t> </a:t>
              </a:r>
              <a:r>
                <a:rPr kumimoji="0" lang="en-US" sz="1700" b="0" i="0" u="none" strike="noStrike" cap="none" normalizeH="0" baseline="0" dirty="0" smtClean="0">
                  <a:ln>
                    <a:noFill/>
                  </a:ln>
                  <a:solidFill>
                    <a:srgbClr val="7EC699"/>
                  </a:solidFill>
                  <a:effectLst/>
                  <a:latin typeface="+mj-lt"/>
                  <a:cs typeface="Arial" pitchFamily="34" charset="0"/>
                </a:rPr>
                <a:t>f""" LinkedIn Topic: </a:t>
              </a:r>
              <a:r>
                <a:rPr kumimoji="0" lang="en-US" sz="1700" b="0" i="0" u="none" strike="noStrike" cap="none" normalizeH="0" baseline="0" dirty="0" smtClean="0">
                  <a:ln>
                    <a:noFill/>
                  </a:ln>
                  <a:solidFill>
                    <a:srgbClr val="CCCCCC"/>
                  </a:solidFill>
                  <a:effectLst/>
                  <a:latin typeface="+mj-lt"/>
                  <a:cs typeface="Arial" pitchFamily="34" charset="0"/>
                </a:rPr>
                <a:t>{linkedin_topic}</a:t>
              </a:r>
              <a:r>
                <a:rPr kumimoji="0" lang="en-US" sz="1700" b="0" i="0" u="none" strike="noStrike" cap="none" normalizeH="0" baseline="0" dirty="0" smtClean="0">
                  <a:ln>
                    <a:noFill/>
                  </a:ln>
                  <a:solidFill>
                    <a:srgbClr val="7EC699"/>
                  </a:solidFill>
                  <a:effectLst/>
                  <a:latin typeface="+mj-lt"/>
                  <a:cs typeface="Arial" pitchFamily="34" charset="0"/>
                </a:rPr>
                <a:t> Human Feedback: </a:t>
              </a:r>
              <a:r>
                <a:rPr kumimoji="0" lang="en-US" sz="1700" b="0" i="0" u="none" strike="noStrike" cap="none" normalizeH="0" baseline="0" dirty="0" smtClean="0">
                  <a:ln>
                    <a:noFill/>
                  </a:ln>
                  <a:solidFill>
                    <a:srgbClr val="CCCCCC"/>
                  </a:solidFill>
                  <a:effectLst/>
                  <a:latin typeface="+mj-lt"/>
                  <a:cs typeface="Arial" pitchFamily="34" charset="0"/>
                </a:rPr>
                <a:t>{feedback[</a:t>
              </a:r>
              <a:r>
                <a:rPr kumimoji="0" lang="en-US" sz="1700" b="0" i="0" u="none" strike="noStrike" cap="none" normalizeH="0" baseline="0" dirty="0" smtClean="0">
                  <a:ln>
                    <a:noFill/>
                  </a:ln>
                  <a:solidFill>
                    <a:srgbClr val="67CDCC"/>
                  </a:solidFill>
                  <a:effectLst/>
                  <a:latin typeface="+mj-lt"/>
                  <a:cs typeface="Arial" pitchFamily="34" charset="0"/>
                </a:rPr>
                <a:t>-</a:t>
              </a:r>
              <a:r>
                <a:rPr kumimoji="0" lang="en-US" sz="1700" b="0" i="0" u="none" strike="noStrike" cap="none" normalizeH="0" baseline="0" dirty="0" smtClean="0">
                  <a:ln>
                    <a:noFill/>
                  </a:ln>
                  <a:solidFill>
                    <a:srgbClr val="F08D49"/>
                  </a:solidFill>
                  <a:effectLst/>
                  <a:latin typeface="+mj-lt"/>
                  <a:cs typeface="Arial" pitchFamily="34" charset="0"/>
                </a:rPr>
                <a:t>1</a:t>
              </a:r>
              <a:r>
                <a:rPr kumimoji="0" lang="en-US" sz="1700" b="0" i="0" u="none" strike="noStrike" cap="none" normalizeH="0" baseline="0" dirty="0" smtClean="0">
                  <a:ln>
                    <a:noFill/>
                  </a:ln>
                  <a:solidFill>
                    <a:srgbClr val="CCCCCC"/>
                  </a:solidFill>
                  <a:effectLst/>
                  <a:latin typeface="+mj-lt"/>
                  <a:cs typeface="Arial" pitchFamily="34" charset="0"/>
                </a:rPr>
                <a:t>] </a:t>
              </a:r>
              <a:r>
                <a:rPr kumimoji="0" lang="en-US" sz="1700" b="0" i="0" u="none" strike="noStrike" cap="none" normalizeH="0" baseline="0" dirty="0" smtClean="0">
                  <a:ln>
                    <a:noFill/>
                  </a:ln>
                  <a:solidFill>
                    <a:srgbClr val="CC99CD"/>
                  </a:solidFill>
                  <a:effectLst/>
                  <a:latin typeface="+mj-lt"/>
                  <a:cs typeface="Arial" pitchFamily="34" charset="0"/>
                </a:rPr>
                <a:t>if</a:t>
              </a:r>
              <a:r>
                <a:rPr kumimoji="0" lang="en-US" sz="1700" b="0" i="0" u="none" strike="noStrike" cap="none" normalizeH="0" baseline="0" dirty="0" smtClean="0">
                  <a:ln>
                    <a:noFill/>
                  </a:ln>
                  <a:solidFill>
                    <a:srgbClr val="CCCCCC"/>
                  </a:solidFill>
                  <a:effectLst/>
                  <a:latin typeface="+mj-lt"/>
                  <a:cs typeface="Arial" pitchFamily="34" charset="0"/>
                </a:rPr>
                <a:t> feedback </a:t>
              </a:r>
              <a:r>
                <a:rPr kumimoji="0" lang="en-US" sz="1700" b="0" i="0" u="none" strike="noStrike" cap="none" normalizeH="0" baseline="0" dirty="0" smtClean="0">
                  <a:ln>
                    <a:noFill/>
                  </a:ln>
                  <a:solidFill>
                    <a:srgbClr val="CC99CD"/>
                  </a:solidFill>
                  <a:effectLst/>
                  <a:latin typeface="+mj-lt"/>
                  <a:cs typeface="Arial" pitchFamily="34" charset="0"/>
                </a:rPr>
                <a:t>else</a:t>
              </a:r>
              <a:r>
                <a:rPr kumimoji="0" lang="en-US" sz="1700" b="0" i="0" u="none" strike="noStrike" cap="none" normalizeH="0" baseline="0" dirty="0" smtClean="0">
                  <a:ln>
                    <a:noFill/>
                  </a:ln>
                  <a:solidFill>
                    <a:srgbClr val="CCCCCC"/>
                  </a:solidFill>
                  <a:effectLst/>
                  <a:latin typeface="+mj-lt"/>
                  <a:cs typeface="Arial" pitchFamily="34" charset="0"/>
                </a:rPr>
                <a:t> </a:t>
              </a:r>
              <a:r>
                <a:rPr kumimoji="0" lang="en-US" sz="1700" b="0" i="0" u="none" strike="noStrike" cap="none" normalizeH="0" baseline="0" dirty="0" smtClean="0">
                  <a:ln>
                    <a:noFill/>
                  </a:ln>
                  <a:solidFill>
                    <a:srgbClr val="7EC699"/>
                  </a:solidFill>
                  <a:effectLst/>
                  <a:latin typeface="+mj-lt"/>
                  <a:cs typeface="Arial" pitchFamily="34" charset="0"/>
                </a:rPr>
                <a:t>"No feedback yet"</a:t>
              </a:r>
              <a:r>
                <a:rPr kumimoji="0" lang="en-US" sz="1700" b="0" i="0" u="none" strike="noStrike" cap="none" normalizeH="0" baseline="0" dirty="0" smtClean="0">
                  <a:ln>
                    <a:noFill/>
                  </a:ln>
                  <a:solidFill>
                    <a:srgbClr val="CCCCCC"/>
                  </a:solidFill>
                  <a:effectLst/>
                  <a:latin typeface="+mj-lt"/>
                  <a:cs typeface="Arial" pitchFamily="34" charset="0"/>
                </a:rPr>
                <a:t>}</a:t>
              </a:r>
              <a:r>
                <a:rPr kumimoji="0" lang="en-US" sz="1700" b="0" i="0" u="none" strike="noStrike" cap="none" normalizeH="0" baseline="0" dirty="0" smtClean="0">
                  <a:ln>
                    <a:noFill/>
                  </a:ln>
                  <a:solidFill>
                    <a:srgbClr val="7EC699"/>
                  </a:solidFill>
                  <a:effectLst/>
                  <a:latin typeface="+mj-lt"/>
                  <a:cs typeface="Arial" pitchFamily="34" charset="0"/>
                </a:rPr>
                <a:t> </a:t>
              </a:r>
            </a:p>
            <a:p>
              <a:pPr lvl="2" fontAlgn="base">
                <a:spcBef>
                  <a:spcPct val="0"/>
                </a:spcBef>
                <a:spcAft>
                  <a:spcPct val="0"/>
                </a:spcAft>
              </a:pPr>
              <a:r>
                <a:rPr kumimoji="0" lang="en-US" sz="1700" b="0" i="0" u="none" strike="noStrike" cap="none" normalizeH="0" baseline="0" dirty="0" smtClean="0">
                  <a:ln>
                    <a:noFill/>
                  </a:ln>
                  <a:solidFill>
                    <a:srgbClr val="7EC699"/>
                  </a:solidFill>
                  <a:effectLst/>
                  <a:latin typeface="+mj-lt"/>
                  <a:cs typeface="Arial" pitchFamily="34" charset="0"/>
                </a:rPr>
                <a:t>Generate a structured and well-written LinkedIn post based on the given topic. Consider previous human feedback to refine the reponse. """</a:t>
              </a:r>
              <a:r>
                <a:rPr kumimoji="0" lang="en-US" sz="1700" b="0" i="0" u="none" strike="noStrike" cap="none" normalizeH="0" baseline="0" dirty="0" smtClean="0">
                  <a:ln>
                    <a:noFill/>
                  </a:ln>
                  <a:solidFill>
                    <a:srgbClr val="CCCCCC"/>
                  </a:solidFill>
                  <a:effectLst/>
                  <a:latin typeface="+mj-lt"/>
                  <a:cs typeface="Arial" pitchFamily="34" charset="0"/>
                </a:rPr>
                <a:t> </a:t>
              </a:r>
            </a:p>
            <a:p>
              <a:pPr lvl="2" fontAlgn="base">
                <a:spcBef>
                  <a:spcPct val="0"/>
                </a:spcBef>
                <a:spcAft>
                  <a:spcPct val="0"/>
                </a:spcAft>
              </a:pPr>
              <a:endParaRPr lang="en-US" sz="1700" dirty="0">
                <a:solidFill>
                  <a:srgbClr val="CCCCCC"/>
                </a:solidFill>
                <a:latin typeface="+mj-lt"/>
                <a:cs typeface="Arial" pitchFamily="34" charset="0"/>
              </a:endParaRPr>
            </a:p>
            <a:p>
              <a:pPr lvl="2" fontAlgn="base">
                <a:spcBef>
                  <a:spcPct val="0"/>
                </a:spcBef>
                <a:spcAft>
                  <a:spcPct val="0"/>
                </a:spcAft>
              </a:pPr>
              <a:r>
                <a:rPr kumimoji="0" lang="en-US" sz="1700" b="0" i="0" u="none" strike="noStrike" cap="none" normalizeH="0" baseline="0" dirty="0" smtClean="0">
                  <a:ln>
                    <a:noFill/>
                  </a:ln>
                  <a:solidFill>
                    <a:srgbClr val="CCCCCC"/>
                  </a:solidFill>
                  <a:effectLst/>
                  <a:latin typeface="+mj-lt"/>
                  <a:cs typeface="Arial" pitchFamily="34" charset="0"/>
                </a:rPr>
                <a:t>response </a:t>
              </a:r>
              <a:r>
                <a:rPr kumimoji="0" lang="en-US" sz="1700" b="0" i="0" u="none" strike="noStrike" cap="none" normalizeH="0" baseline="0" dirty="0" smtClean="0">
                  <a:ln>
                    <a:noFill/>
                  </a:ln>
                  <a:solidFill>
                    <a:srgbClr val="67CDCC"/>
                  </a:solidFill>
                  <a:effectLst/>
                  <a:latin typeface="+mj-lt"/>
                  <a:cs typeface="Arial" pitchFamily="34" charset="0"/>
                </a:rPr>
                <a:t>=</a:t>
              </a:r>
              <a:r>
                <a:rPr kumimoji="0" lang="en-US" sz="1700" b="0" i="0" u="none" strike="noStrike" cap="none" normalizeH="0" baseline="0" dirty="0" smtClean="0">
                  <a:ln>
                    <a:noFill/>
                  </a:ln>
                  <a:solidFill>
                    <a:srgbClr val="CCCCCC"/>
                  </a:solidFill>
                  <a:effectLst/>
                  <a:latin typeface="+mj-lt"/>
                  <a:cs typeface="Arial" pitchFamily="34" charset="0"/>
                </a:rPr>
                <a:t> llm.invoke([ SystemMessage(content</a:t>
              </a:r>
              <a:r>
                <a:rPr kumimoji="0" lang="en-US" sz="1700" b="0" i="0" u="none" strike="noStrike" cap="none" normalizeH="0" baseline="0" dirty="0" smtClean="0">
                  <a:ln>
                    <a:noFill/>
                  </a:ln>
                  <a:solidFill>
                    <a:srgbClr val="67CDCC"/>
                  </a:solidFill>
                  <a:effectLst/>
                  <a:latin typeface="+mj-lt"/>
                  <a:cs typeface="Arial" pitchFamily="34" charset="0"/>
                </a:rPr>
                <a:t>=</a:t>
              </a:r>
              <a:r>
                <a:rPr kumimoji="0" lang="en-US" sz="1700" b="0" i="0" u="none" strike="noStrike" cap="none" normalizeH="0" baseline="0" dirty="0" smtClean="0">
                  <a:ln>
                    <a:noFill/>
                  </a:ln>
                  <a:solidFill>
                    <a:srgbClr val="7EC699"/>
                  </a:solidFill>
                  <a:effectLst/>
                  <a:latin typeface="+mj-lt"/>
                  <a:cs typeface="Arial" pitchFamily="34" charset="0"/>
                </a:rPr>
                <a:t>"You are an expert LinkedIn content writer"</a:t>
              </a:r>
              <a:r>
                <a:rPr kumimoji="0" lang="en-US" sz="1700" b="0" i="0" u="none" strike="noStrike" cap="none" normalizeH="0" baseline="0" dirty="0" smtClean="0">
                  <a:ln>
                    <a:noFill/>
                  </a:ln>
                  <a:solidFill>
                    <a:srgbClr val="CCCCCC"/>
                  </a:solidFill>
                  <a:effectLst/>
                  <a:latin typeface="+mj-lt"/>
                  <a:cs typeface="Arial" pitchFamily="34" charset="0"/>
                </a:rPr>
                <a:t>), HumanMessage(content</a:t>
              </a:r>
              <a:r>
                <a:rPr kumimoji="0" lang="en-US" sz="1700" b="0" i="0" u="none" strike="noStrike" cap="none" normalizeH="0" baseline="0" dirty="0" smtClean="0">
                  <a:ln>
                    <a:noFill/>
                  </a:ln>
                  <a:solidFill>
                    <a:srgbClr val="67CDCC"/>
                  </a:solidFill>
                  <a:effectLst/>
                  <a:latin typeface="+mj-lt"/>
                  <a:cs typeface="Arial" pitchFamily="34" charset="0"/>
                </a:rPr>
                <a:t>=</a:t>
              </a:r>
              <a:r>
                <a:rPr kumimoji="0" lang="en-US" sz="1700" b="0" i="0" u="none" strike="noStrike" cap="none" normalizeH="0" baseline="0" dirty="0" smtClean="0">
                  <a:ln>
                    <a:noFill/>
                  </a:ln>
                  <a:solidFill>
                    <a:srgbClr val="CCCCCC"/>
                  </a:solidFill>
                  <a:effectLst/>
                  <a:latin typeface="+mj-lt"/>
                  <a:cs typeface="Arial" pitchFamily="34" charset="0"/>
                </a:rPr>
                <a:t>prompt) ]) </a:t>
              </a:r>
            </a:p>
            <a:p>
              <a:pPr lvl="2" fontAlgn="base">
                <a:spcBef>
                  <a:spcPct val="0"/>
                </a:spcBef>
                <a:spcAft>
                  <a:spcPct val="0"/>
                </a:spcAft>
              </a:pPr>
              <a:r>
                <a:rPr kumimoji="0" lang="en-US" sz="1700" b="0" i="0" u="none" strike="noStrike" cap="none" normalizeH="0" baseline="0" dirty="0" smtClean="0">
                  <a:ln>
                    <a:noFill/>
                  </a:ln>
                  <a:solidFill>
                    <a:srgbClr val="CCCCCC"/>
                  </a:solidFill>
                  <a:effectLst/>
                  <a:latin typeface="+mj-lt"/>
                  <a:cs typeface="Arial" pitchFamily="34" charset="0"/>
                </a:rPr>
                <a:t>generated_linkedin_post </a:t>
              </a:r>
              <a:r>
                <a:rPr kumimoji="0" lang="en-US" sz="1700" b="0" i="0" u="none" strike="noStrike" cap="none" normalizeH="0" baseline="0" dirty="0" smtClean="0">
                  <a:ln>
                    <a:noFill/>
                  </a:ln>
                  <a:solidFill>
                    <a:srgbClr val="67CDCC"/>
                  </a:solidFill>
                  <a:effectLst/>
                  <a:latin typeface="+mj-lt"/>
                  <a:cs typeface="Arial" pitchFamily="34" charset="0"/>
                </a:rPr>
                <a:t>=</a:t>
              </a:r>
              <a:r>
                <a:rPr kumimoji="0" lang="en-US" sz="1700" b="0" i="0" u="none" strike="noStrike" cap="none" normalizeH="0" baseline="0" dirty="0" smtClean="0">
                  <a:ln>
                    <a:noFill/>
                  </a:ln>
                  <a:solidFill>
                    <a:srgbClr val="CCCCCC"/>
                  </a:solidFill>
                  <a:effectLst/>
                  <a:latin typeface="+mj-lt"/>
                  <a:cs typeface="Arial" pitchFamily="34" charset="0"/>
                </a:rPr>
                <a:t> response.content </a:t>
              </a:r>
            </a:p>
            <a:p>
              <a:pPr lvl="2" fontAlgn="base">
                <a:spcBef>
                  <a:spcPct val="0"/>
                </a:spcBef>
                <a:spcAft>
                  <a:spcPct val="0"/>
                </a:spcAft>
              </a:pPr>
              <a:r>
                <a:rPr kumimoji="0" lang="en-US" sz="1700" b="0" i="0" u="none" strike="noStrike" cap="none" normalizeH="0" baseline="0" dirty="0" smtClean="0">
                  <a:ln>
                    <a:noFill/>
                  </a:ln>
                  <a:solidFill>
                    <a:srgbClr val="CC99CD"/>
                  </a:solidFill>
                  <a:effectLst/>
                  <a:latin typeface="+mj-lt"/>
                  <a:cs typeface="Arial" pitchFamily="34" charset="0"/>
                </a:rPr>
                <a:t>return</a:t>
              </a:r>
              <a:r>
                <a:rPr kumimoji="0" lang="en-US" sz="1700" b="0" i="0" u="none" strike="noStrike" cap="none" normalizeH="0" baseline="0" dirty="0" smtClean="0">
                  <a:ln>
                    <a:noFill/>
                  </a:ln>
                  <a:solidFill>
                    <a:srgbClr val="CCCCCC"/>
                  </a:solidFill>
                  <a:effectLst/>
                  <a:latin typeface="+mj-lt"/>
                  <a:cs typeface="Arial" pitchFamily="34" charset="0"/>
                </a:rPr>
                <a:t> { </a:t>
              </a:r>
              <a:r>
                <a:rPr kumimoji="0" lang="en-US" sz="1700" b="0" i="0" u="none" strike="noStrike" cap="none" normalizeH="0" baseline="0" dirty="0" smtClean="0">
                  <a:ln>
                    <a:noFill/>
                  </a:ln>
                  <a:solidFill>
                    <a:srgbClr val="7EC699"/>
                  </a:solidFill>
                  <a:effectLst/>
                  <a:latin typeface="+mj-lt"/>
                  <a:cs typeface="Arial" pitchFamily="34" charset="0"/>
                </a:rPr>
                <a:t>"generated_post"</a:t>
              </a:r>
              <a:r>
                <a:rPr kumimoji="0" lang="en-US" sz="1700" b="0" i="0" u="none" strike="noStrike" cap="none" normalizeH="0" baseline="0" dirty="0" smtClean="0">
                  <a:ln>
                    <a:noFill/>
                  </a:ln>
                  <a:solidFill>
                    <a:srgbClr val="CCCCCC"/>
                  </a:solidFill>
                  <a:effectLst/>
                  <a:latin typeface="+mj-lt"/>
                  <a:cs typeface="Arial" pitchFamily="34" charset="0"/>
                </a:rPr>
                <a:t>: [AIMessage(content</a:t>
              </a:r>
              <a:r>
                <a:rPr kumimoji="0" lang="en-US" sz="1700" b="0" i="0" u="none" strike="noStrike" cap="none" normalizeH="0" baseline="0" dirty="0" smtClean="0">
                  <a:ln>
                    <a:noFill/>
                  </a:ln>
                  <a:solidFill>
                    <a:srgbClr val="67CDCC"/>
                  </a:solidFill>
                  <a:effectLst/>
                  <a:latin typeface="+mj-lt"/>
                  <a:cs typeface="Arial" pitchFamily="34" charset="0"/>
                </a:rPr>
                <a:t>=</a:t>
              </a:r>
              <a:r>
                <a:rPr kumimoji="0" lang="en-US" sz="1700" b="0" i="0" u="none" strike="noStrike" cap="none" normalizeH="0" baseline="0" dirty="0" smtClean="0">
                  <a:ln>
                    <a:noFill/>
                  </a:ln>
                  <a:solidFill>
                    <a:srgbClr val="CCCCCC"/>
                  </a:solidFill>
                  <a:effectLst/>
                  <a:latin typeface="+mj-lt"/>
                  <a:cs typeface="Arial" pitchFamily="34" charset="0"/>
                </a:rPr>
                <a:t>generated_linkedin_post)] , </a:t>
              </a:r>
              <a:r>
                <a:rPr kumimoji="0" lang="en-US" sz="1700" b="0" i="0" u="none" strike="noStrike" cap="none" normalizeH="0" baseline="0" dirty="0" smtClean="0">
                  <a:ln>
                    <a:noFill/>
                  </a:ln>
                  <a:solidFill>
                    <a:srgbClr val="7EC699"/>
                  </a:solidFill>
                  <a:effectLst/>
                  <a:latin typeface="+mj-lt"/>
                  <a:cs typeface="Arial" pitchFamily="34" charset="0"/>
                </a:rPr>
                <a:t>"human_feedback"</a:t>
              </a:r>
              <a:r>
                <a:rPr kumimoji="0" lang="en-US" sz="1700" b="0" i="0" u="none" strike="noStrike" cap="none" normalizeH="0" baseline="0" dirty="0" smtClean="0">
                  <a:ln>
                    <a:noFill/>
                  </a:ln>
                  <a:solidFill>
                    <a:srgbClr val="CCCCCC"/>
                  </a:solidFill>
                  <a:effectLst/>
                  <a:latin typeface="+mj-lt"/>
                  <a:cs typeface="Arial" pitchFamily="34" charset="0"/>
                </a:rPr>
                <a:t>: feedback } </a:t>
              </a:r>
            </a:p>
            <a:p>
              <a:pPr lvl="1" fontAlgn="base">
                <a:spcBef>
                  <a:spcPct val="0"/>
                </a:spcBef>
                <a:spcAft>
                  <a:spcPct val="0"/>
                </a:spcAft>
              </a:pPr>
              <a:endParaRPr lang="en-US" dirty="0">
                <a:solidFill>
                  <a:srgbClr val="CCCCCC"/>
                </a:solidFill>
                <a:latin typeface="+mj-lt"/>
                <a:cs typeface="Arial" pitchFamily="34" charset="0"/>
              </a:endParaRPr>
            </a:p>
            <a:p>
              <a:pPr lvl="1" fontAlgn="base">
                <a:spcBef>
                  <a:spcPct val="0"/>
                </a:spcBef>
                <a:spcAft>
                  <a:spcPct val="0"/>
                </a:spcAft>
              </a:pPr>
              <a:r>
                <a:rPr kumimoji="0" lang="en-US" b="0" i="0" u="none" strike="noStrike" cap="none" normalizeH="0" baseline="0" dirty="0" smtClean="0">
                  <a:ln>
                    <a:noFill/>
                  </a:ln>
                  <a:solidFill>
                    <a:srgbClr val="CC99CD"/>
                  </a:solidFill>
                  <a:effectLst/>
                  <a:latin typeface="+mj-lt"/>
                  <a:cs typeface="Arial" pitchFamily="34" charset="0"/>
                </a:rPr>
                <a:t>def</a:t>
              </a:r>
              <a:r>
                <a:rPr kumimoji="0" lang="en-US" b="0" i="0" u="none" strike="noStrike" cap="none" normalizeH="0" baseline="0" dirty="0" smtClean="0">
                  <a:ln>
                    <a:noFill/>
                  </a:ln>
                  <a:solidFill>
                    <a:srgbClr val="CCCCCC"/>
                  </a:solidFill>
                  <a:effectLst/>
                  <a:latin typeface="+mj-lt"/>
                  <a:cs typeface="Arial" pitchFamily="34" charset="0"/>
                </a:rPr>
                <a:t> </a:t>
              </a:r>
              <a:r>
                <a:rPr kumimoji="0" lang="en-US" b="0" i="0" u="none" strike="noStrike" cap="none" normalizeH="0" baseline="0" dirty="0" smtClean="0">
                  <a:ln>
                    <a:noFill/>
                  </a:ln>
                  <a:solidFill>
                    <a:srgbClr val="F08D49"/>
                  </a:solidFill>
                  <a:effectLst/>
                  <a:latin typeface="+mj-lt"/>
                  <a:cs typeface="Arial" pitchFamily="34" charset="0"/>
                </a:rPr>
                <a:t>human_node</a:t>
              </a:r>
              <a:r>
                <a:rPr kumimoji="0" lang="en-US" b="0" i="0" u="none" strike="noStrike" cap="none" normalizeH="0" baseline="0" dirty="0" smtClean="0">
                  <a:ln>
                    <a:noFill/>
                  </a:ln>
                  <a:solidFill>
                    <a:srgbClr val="CCCCCC"/>
                  </a:solidFill>
                  <a:effectLst/>
                  <a:latin typeface="+mj-lt"/>
                  <a:cs typeface="Arial" pitchFamily="34" charset="0"/>
                </a:rPr>
                <a:t>(state: State): </a:t>
              </a:r>
            </a:p>
            <a:p>
              <a:pPr lvl="2"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generated_post </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 state[</a:t>
              </a:r>
              <a:r>
                <a:rPr kumimoji="0" lang="en-US" b="0" i="0" u="none" strike="noStrike" cap="none" normalizeH="0" baseline="0" dirty="0" smtClean="0">
                  <a:ln>
                    <a:noFill/>
                  </a:ln>
                  <a:solidFill>
                    <a:srgbClr val="7EC699"/>
                  </a:solidFill>
                  <a:effectLst/>
                  <a:latin typeface="+mj-lt"/>
                  <a:cs typeface="Arial" pitchFamily="34" charset="0"/>
                </a:rPr>
                <a:t>"generated_post"</a:t>
              </a:r>
              <a:r>
                <a:rPr kumimoji="0" lang="en-US" b="0" i="0" u="none" strike="noStrike" cap="none" normalizeH="0" baseline="0" dirty="0" smtClean="0">
                  <a:ln>
                    <a:noFill/>
                  </a:ln>
                  <a:solidFill>
                    <a:srgbClr val="CCCCCC"/>
                  </a:solidFill>
                  <a:effectLst/>
                  <a:latin typeface="+mj-lt"/>
                  <a:cs typeface="Arial" pitchFamily="34" charset="0"/>
                </a:rPr>
                <a:t>] </a:t>
              </a:r>
            </a:p>
            <a:p>
              <a:pPr lvl="2" fontAlgn="base">
                <a:spcBef>
                  <a:spcPct val="0"/>
                </a:spcBef>
                <a:spcAft>
                  <a:spcPct val="0"/>
                </a:spcAft>
              </a:pPr>
              <a:r>
                <a:rPr kumimoji="0" lang="en-US" b="0" i="0" u="none" strike="noStrike" cap="none" normalizeH="0" baseline="0" dirty="0" smtClean="0">
                  <a:ln>
                    <a:noFill/>
                  </a:ln>
                  <a:solidFill>
                    <a:srgbClr val="999999"/>
                  </a:solidFill>
                  <a:effectLst/>
                  <a:latin typeface="+mj-lt"/>
                  <a:cs typeface="Arial" pitchFamily="34" charset="0"/>
                </a:rPr>
                <a:t># Interrupt to get user feedback </a:t>
              </a:r>
            </a:p>
            <a:p>
              <a:pPr lvl="2" fontAlgn="base">
                <a:spcBef>
                  <a:spcPct val="0"/>
                </a:spcBef>
                <a:spcAft>
                  <a:spcPct val="0"/>
                </a:spcAft>
              </a:pPr>
              <a:r>
                <a:rPr kumimoji="0" lang="en-US" b="0" i="0" u="none" strike="noStrike" cap="none" normalizeH="0" baseline="0" dirty="0" smtClean="0">
                  <a:ln>
                    <a:noFill/>
                  </a:ln>
                  <a:solidFill>
                    <a:srgbClr val="CCCCCC"/>
                  </a:solidFill>
                  <a:effectLst/>
                  <a:latin typeface="+mj-lt"/>
                  <a:cs typeface="Arial" pitchFamily="34" charset="0"/>
                </a:rPr>
                <a:t>user_feedback </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 interrupt( { </a:t>
              </a:r>
              <a:r>
                <a:rPr kumimoji="0" lang="en-US" b="0" i="0" u="none" strike="noStrike" cap="none" normalizeH="0" baseline="0" dirty="0" smtClean="0">
                  <a:ln>
                    <a:noFill/>
                  </a:ln>
                  <a:solidFill>
                    <a:srgbClr val="7EC699"/>
                  </a:solidFill>
                  <a:effectLst/>
                  <a:latin typeface="+mj-lt"/>
                  <a:cs typeface="Arial" pitchFamily="34" charset="0"/>
                </a:rPr>
                <a:t>"generated_post"</a:t>
              </a:r>
              <a:r>
                <a:rPr kumimoji="0" lang="en-US" b="0" i="0" u="none" strike="noStrike" cap="none" normalizeH="0" baseline="0" dirty="0" smtClean="0">
                  <a:ln>
                    <a:noFill/>
                  </a:ln>
                  <a:solidFill>
                    <a:srgbClr val="CCCCCC"/>
                  </a:solidFill>
                  <a:effectLst/>
                  <a:latin typeface="+mj-lt"/>
                  <a:cs typeface="Arial" pitchFamily="34" charset="0"/>
                </a:rPr>
                <a:t>: generated_post, </a:t>
              </a:r>
              <a:r>
                <a:rPr kumimoji="0" lang="en-US" b="0" i="0" u="none" strike="noStrike" cap="none" normalizeH="0" baseline="0" dirty="0" smtClean="0">
                  <a:ln>
                    <a:noFill/>
                  </a:ln>
                  <a:solidFill>
                    <a:srgbClr val="7EC699"/>
                  </a:solidFill>
                  <a:effectLst/>
                  <a:latin typeface="+mj-lt"/>
                  <a:cs typeface="Arial" pitchFamily="34" charset="0"/>
                </a:rPr>
                <a:t>"message"</a:t>
              </a:r>
              <a:r>
                <a:rPr kumimoji="0" lang="en-US" b="0" i="0" u="none" strike="noStrike" cap="none" normalizeH="0" baseline="0" dirty="0" smtClean="0">
                  <a:ln>
                    <a:noFill/>
                  </a:ln>
                  <a:solidFill>
                    <a:srgbClr val="CCCCCC"/>
                  </a:solidFill>
                  <a:effectLst/>
                  <a:latin typeface="+mj-lt"/>
                  <a:cs typeface="Arial" pitchFamily="34" charset="0"/>
                </a:rPr>
                <a:t>: </a:t>
              </a:r>
              <a:r>
                <a:rPr kumimoji="0" lang="en-US" b="0" i="0" u="none" strike="noStrike" cap="none" normalizeH="0" baseline="0" dirty="0" smtClean="0">
                  <a:ln>
                    <a:noFill/>
                  </a:ln>
                  <a:solidFill>
                    <a:srgbClr val="7EC699"/>
                  </a:solidFill>
                  <a:effectLst/>
                  <a:latin typeface="+mj-lt"/>
                  <a:cs typeface="Arial" pitchFamily="34" charset="0"/>
                </a:rPr>
                <a:t>"Provide feedback or type 'done' to finish"</a:t>
              </a:r>
              <a:r>
                <a:rPr kumimoji="0" lang="en-US" b="0" i="0" u="none" strike="noStrike" cap="none" normalizeH="0" baseline="0" dirty="0" smtClean="0">
                  <a:ln>
                    <a:noFill/>
                  </a:ln>
                  <a:solidFill>
                    <a:srgbClr val="CCCCCC"/>
                  </a:solidFill>
                  <a:effectLst/>
                  <a:latin typeface="+mj-lt"/>
                  <a:cs typeface="Arial" pitchFamily="34" charset="0"/>
                </a:rPr>
                <a:t> } ) </a:t>
              </a:r>
            </a:p>
            <a:p>
              <a:pPr lvl="2" fontAlgn="base">
                <a:spcBef>
                  <a:spcPct val="0"/>
                </a:spcBef>
                <a:spcAft>
                  <a:spcPct val="0"/>
                </a:spcAft>
              </a:pPr>
              <a:endParaRPr kumimoji="0" lang="en-US" b="0" i="0" u="none" strike="noStrike" cap="none" normalizeH="0" baseline="0" dirty="0" smtClean="0">
                <a:ln>
                  <a:noFill/>
                </a:ln>
                <a:solidFill>
                  <a:srgbClr val="CC99CD"/>
                </a:solidFill>
                <a:effectLst/>
                <a:latin typeface="+mj-lt"/>
                <a:cs typeface="Arial" pitchFamily="34" charset="0"/>
              </a:endParaRPr>
            </a:p>
            <a:p>
              <a:pPr lvl="2" fontAlgn="base">
                <a:spcBef>
                  <a:spcPct val="0"/>
                </a:spcBef>
                <a:spcAft>
                  <a:spcPct val="0"/>
                </a:spcAft>
              </a:pPr>
              <a:r>
                <a:rPr kumimoji="0" lang="en-US" b="0" i="0" u="none" strike="noStrike" cap="none" normalizeH="0" baseline="0" dirty="0" smtClean="0">
                  <a:ln>
                    <a:noFill/>
                  </a:ln>
                  <a:solidFill>
                    <a:srgbClr val="CC99CD"/>
                  </a:solidFill>
                  <a:effectLst/>
                  <a:latin typeface="+mj-lt"/>
                  <a:cs typeface="Arial" pitchFamily="34" charset="0"/>
                </a:rPr>
                <a:t>print</a:t>
              </a:r>
              <a:r>
                <a:rPr kumimoji="0" lang="en-US" b="0" i="0" u="none" strike="noStrike" cap="none" normalizeH="0" baseline="0" dirty="0" smtClean="0">
                  <a:ln>
                    <a:noFill/>
                  </a:ln>
                  <a:solidFill>
                    <a:srgbClr val="CCCCCC"/>
                  </a:solidFill>
                  <a:effectLst/>
                  <a:latin typeface="+mj-lt"/>
                  <a:cs typeface="Arial" pitchFamily="34" charset="0"/>
                </a:rPr>
                <a:t>(</a:t>
              </a:r>
              <a:r>
                <a:rPr kumimoji="0" lang="en-US" b="0" i="0" u="none" strike="noStrike" cap="none" normalizeH="0" baseline="0" dirty="0" smtClean="0">
                  <a:ln>
                    <a:noFill/>
                  </a:ln>
                  <a:solidFill>
                    <a:srgbClr val="7EC699"/>
                  </a:solidFill>
                  <a:effectLst/>
                  <a:latin typeface="+mj-lt"/>
                  <a:cs typeface="Arial" pitchFamily="34" charset="0"/>
                </a:rPr>
                <a:t>f"[human_node] Received human feedback: </a:t>
              </a:r>
              <a:r>
                <a:rPr kumimoji="0" lang="en-US" b="0" i="0" u="none" strike="noStrike" cap="none" normalizeH="0" baseline="0" dirty="0" smtClean="0">
                  <a:ln>
                    <a:noFill/>
                  </a:ln>
                  <a:solidFill>
                    <a:srgbClr val="CCCCCC"/>
                  </a:solidFill>
                  <a:effectLst/>
                  <a:latin typeface="+mj-lt"/>
                  <a:cs typeface="Arial" pitchFamily="34" charset="0"/>
                </a:rPr>
                <a:t>{user_feedback}</a:t>
              </a:r>
              <a:r>
                <a:rPr kumimoji="0" lang="en-US" b="0" i="0" u="none" strike="noStrike" cap="none" normalizeH="0" baseline="0" dirty="0" smtClean="0">
                  <a:ln>
                    <a:noFill/>
                  </a:ln>
                  <a:solidFill>
                    <a:srgbClr val="7EC699"/>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 </a:t>
              </a:r>
            </a:p>
            <a:p>
              <a:pPr lvl="2" fontAlgn="base">
                <a:spcBef>
                  <a:spcPct val="0"/>
                </a:spcBef>
                <a:spcAft>
                  <a:spcPct val="0"/>
                </a:spcAft>
              </a:pPr>
              <a:endParaRPr kumimoji="0" lang="en-US" b="0" i="0" u="none" strike="noStrike" cap="none" normalizeH="0" baseline="0" dirty="0" smtClean="0">
                <a:ln>
                  <a:noFill/>
                </a:ln>
                <a:solidFill>
                  <a:srgbClr val="CCCCCC"/>
                </a:solidFill>
                <a:effectLst/>
                <a:latin typeface="+mj-lt"/>
                <a:cs typeface="Arial" pitchFamily="34" charset="0"/>
              </a:endParaRPr>
            </a:p>
            <a:p>
              <a:pPr lvl="2" fontAlgn="base">
                <a:spcBef>
                  <a:spcPct val="0"/>
                </a:spcBef>
                <a:spcAft>
                  <a:spcPct val="0"/>
                </a:spcAft>
              </a:pPr>
              <a:r>
                <a:rPr kumimoji="0" lang="en-US" b="0" i="0" u="none" strike="noStrike" cap="none" normalizeH="0" baseline="0" dirty="0" smtClean="0">
                  <a:ln>
                    <a:noFill/>
                  </a:ln>
                  <a:solidFill>
                    <a:srgbClr val="CC99CD"/>
                  </a:solidFill>
                  <a:effectLst/>
                  <a:latin typeface="+mj-lt"/>
                  <a:cs typeface="Arial" pitchFamily="34" charset="0"/>
                </a:rPr>
                <a:t>if</a:t>
              </a:r>
              <a:r>
                <a:rPr kumimoji="0" lang="en-US" b="0" i="0" u="none" strike="noStrike" cap="none" normalizeH="0" baseline="0" dirty="0" smtClean="0">
                  <a:ln>
                    <a:noFill/>
                  </a:ln>
                  <a:solidFill>
                    <a:srgbClr val="CCCCCC"/>
                  </a:solidFill>
                  <a:effectLst/>
                  <a:latin typeface="+mj-lt"/>
                  <a:cs typeface="Arial" pitchFamily="34" charset="0"/>
                </a:rPr>
                <a:t> user_feedback.lower() </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 </a:t>
              </a:r>
              <a:r>
                <a:rPr kumimoji="0" lang="en-US" b="0" i="0" u="none" strike="noStrike" cap="none" normalizeH="0" baseline="0" dirty="0" smtClean="0">
                  <a:ln>
                    <a:noFill/>
                  </a:ln>
                  <a:solidFill>
                    <a:srgbClr val="7EC699"/>
                  </a:solidFill>
                  <a:effectLst/>
                  <a:latin typeface="+mj-lt"/>
                  <a:cs typeface="Arial" pitchFamily="34" charset="0"/>
                </a:rPr>
                <a:t>"done"</a:t>
              </a:r>
              <a:r>
                <a:rPr kumimoji="0" lang="en-US" b="0" i="0" u="none" strike="noStrike" cap="none" normalizeH="0" baseline="0" dirty="0" smtClean="0">
                  <a:ln>
                    <a:noFill/>
                  </a:ln>
                  <a:solidFill>
                    <a:srgbClr val="CCCCCC"/>
                  </a:solidFill>
                  <a:effectLst/>
                  <a:latin typeface="+mj-lt"/>
                  <a:cs typeface="Arial" pitchFamily="34" charset="0"/>
                </a:rPr>
                <a:t>: </a:t>
              </a:r>
            </a:p>
            <a:p>
              <a:pPr lvl="3" fontAlgn="base">
                <a:spcBef>
                  <a:spcPct val="0"/>
                </a:spcBef>
                <a:spcAft>
                  <a:spcPct val="0"/>
                </a:spcAft>
              </a:pPr>
              <a:r>
                <a:rPr kumimoji="0" lang="en-US" b="0" i="0" u="none" strike="noStrike" cap="none" normalizeH="0" baseline="0" dirty="0" smtClean="0">
                  <a:ln>
                    <a:noFill/>
                  </a:ln>
                  <a:solidFill>
                    <a:srgbClr val="CC99CD"/>
                  </a:solidFill>
                  <a:effectLst/>
                  <a:latin typeface="+mj-lt"/>
                  <a:cs typeface="Arial" pitchFamily="34" charset="0"/>
                </a:rPr>
                <a:t>return</a:t>
              </a:r>
              <a:r>
                <a:rPr kumimoji="0" lang="en-US" b="0" i="0" u="none" strike="noStrike" cap="none" normalizeH="0" baseline="0" dirty="0" smtClean="0">
                  <a:ln>
                    <a:noFill/>
                  </a:ln>
                  <a:solidFill>
                    <a:srgbClr val="CCCCCC"/>
                  </a:solidFill>
                  <a:effectLst/>
                  <a:latin typeface="+mj-lt"/>
                  <a:cs typeface="Arial" pitchFamily="34" charset="0"/>
                </a:rPr>
                <a:t> Command(update</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a:t>
              </a:r>
              <a:r>
                <a:rPr kumimoji="0" lang="en-US" b="0" i="0" u="none" strike="noStrike" cap="none" normalizeH="0" baseline="0" dirty="0" smtClean="0">
                  <a:ln>
                    <a:noFill/>
                  </a:ln>
                  <a:solidFill>
                    <a:srgbClr val="7EC699"/>
                  </a:solidFill>
                  <a:effectLst/>
                  <a:latin typeface="+mj-lt"/>
                  <a:cs typeface="Arial" pitchFamily="34" charset="0"/>
                </a:rPr>
                <a:t>"human_feedback"</a:t>
              </a:r>
              <a:r>
                <a:rPr kumimoji="0" lang="en-US" b="0" i="0" u="none" strike="noStrike" cap="none" normalizeH="0" baseline="0" dirty="0" smtClean="0">
                  <a:ln>
                    <a:noFill/>
                  </a:ln>
                  <a:solidFill>
                    <a:srgbClr val="CCCCCC"/>
                  </a:solidFill>
                  <a:effectLst/>
                  <a:latin typeface="+mj-lt"/>
                  <a:cs typeface="Arial" pitchFamily="34" charset="0"/>
                </a:rPr>
                <a:t>: state[</a:t>
              </a:r>
              <a:r>
                <a:rPr kumimoji="0" lang="en-US" b="0" i="0" u="none" strike="noStrike" cap="none" normalizeH="0" baseline="0" dirty="0" smtClean="0">
                  <a:ln>
                    <a:noFill/>
                  </a:ln>
                  <a:solidFill>
                    <a:srgbClr val="7EC699"/>
                  </a:solidFill>
                  <a:effectLst/>
                  <a:latin typeface="+mj-lt"/>
                  <a:cs typeface="Arial" pitchFamily="34" charset="0"/>
                </a:rPr>
                <a:t>"human_feedback"</a:t>
              </a:r>
              <a:r>
                <a:rPr kumimoji="0" lang="en-US" b="0" i="0" u="none" strike="noStrike" cap="none" normalizeH="0" baseline="0" dirty="0" smtClean="0">
                  <a:ln>
                    <a:noFill/>
                  </a:ln>
                  <a:solidFill>
                    <a:srgbClr val="CCCCCC"/>
                  </a:solidFill>
                  <a:effectLst/>
                  <a:latin typeface="+mj-lt"/>
                  <a:cs typeface="Arial" pitchFamily="34" charset="0"/>
                </a:rPr>
                <a:t>] </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 [</a:t>
              </a:r>
              <a:r>
                <a:rPr kumimoji="0" lang="en-US" b="0" i="0" u="none" strike="noStrike" cap="none" normalizeH="0" baseline="0" dirty="0" smtClean="0">
                  <a:ln>
                    <a:noFill/>
                  </a:ln>
                  <a:solidFill>
                    <a:srgbClr val="7EC699"/>
                  </a:solidFill>
                  <a:effectLst/>
                  <a:latin typeface="+mj-lt"/>
                  <a:cs typeface="Arial" pitchFamily="34" charset="0"/>
                </a:rPr>
                <a:t>"Finalised"</a:t>
              </a:r>
              <a:r>
                <a:rPr kumimoji="0" lang="en-US" b="0" i="0" u="none" strike="noStrike" cap="none" normalizeH="0" baseline="0" dirty="0" smtClean="0">
                  <a:ln>
                    <a:noFill/>
                  </a:ln>
                  <a:solidFill>
                    <a:srgbClr val="CCCCCC"/>
                  </a:solidFill>
                  <a:effectLst/>
                  <a:latin typeface="+mj-lt"/>
                  <a:cs typeface="Arial" pitchFamily="34" charset="0"/>
                </a:rPr>
                <a:t>]}, goto</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7EC699"/>
                  </a:solidFill>
                  <a:effectLst/>
                  <a:latin typeface="+mj-lt"/>
                  <a:cs typeface="Arial" pitchFamily="34" charset="0"/>
                </a:rPr>
                <a:t>"end_node"</a:t>
              </a:r>
              <a:r>
                <a:rPr kumimoji="0" lang="en-US" b="0" i="0" u="none" strike="noStrike" cap="none" normalizeH="0" baseline="0" dirty="0" smtClean="0">
                  <a:ln>
                    <a:noFill/>
                  </a:ln>
                  <a:solidFill>
                    <a:srgbClr val="CCCCCC"/>
                  </a:solidFill>
                  <a:effectLst/>
                  <a:latin typeface="+mj-lt"/>
                  <a:cs typeface="Arial" pitchFamily="34" charset="0"/>
                </a:rPr>
                <a:t>) </a:t>
              </a:r>
            </a:p>
            <a:p>
              <a:pPr lvl="2" fontAlgn="base">
                <a:spcBef>
                  <a:spcPct val="0"/>
                </a:spcBef>
                <a:spcAft>
                  <a:spcPct val="0"/>
                </a:spcAft>
              </a:pPr>
              <a:r>
                <a:rPr kumimoji="0" lang="en-US" b="0" i="0" u="none" strike="noStrike" cap="none" normalizeH="0" baseline="0" dirty="0" smtClean="0">
                  <a:ln>
                    <a:noFill/>
                  </a:ln>
                  <a:solidFill>
                    <a:srgbClr val="CC99CD"/>
                  </a:solidFill>
                  <a:effectLst/>
                  <a:latin typeface="+mj-lt"/>
                  <a:cs typeface="Arial" pitchFamily="34" charset="0"/>
                </a:rPr>
                <a:t>return</a:t>
              </a:r>
              <a:r>
                <a:rPr kumimoji="0" lang="en-US" b="0" i="0" u="none" strike="noStrike" cap="none" normalizeH="0" baseline="0" dirty="0" smtClean="0">
                  <a:ln>
                    <a:noFill/>
                  </a:ln>
                  <a:solidFill>
                    <a:srgbClr val="CCCCCC"/>
                  </a:solidFill>
                  <a:effectLst/>
                  <a:latin typeface="+mj-lt"/>
                  <a:cs typeface="Arial" pitchFamily="34" charset="0"/>
                </a:rPr>
                <a:t> Command(update</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a:t>
              </a:r>
              <a:r>
                <a:rPr kumimoji="0" lang="en-US" b="0" i="0" u="none" strike="noStrike" cap="none" normalizeH="0" baseline="0" dirty="0" smtClean="0">
                  <a:ln>
                    <a:noFill/>
                  </a:ln>
                  <a:solidFill>
                    <a:srgbClr val="7EC699"/>
                  </a:solidFill>
                  <a:effectLst/>
                  <a:latin typeface="+mj-lt"/>
                  <a:cs typeface="Arial" pitchFamily="34" charset="0"/>
                </a:rPr>
                <a:t>"human_feedback"</a:t>
              </a:r>
              <a:r>
                <a:rPr kumimoji="0" lang="en-US" b="0" i="0" u="none" strike="noStrike" cap="none" normalizeH="0" baseline="0" dirty="0" smtClean="0">
                  <a:ln>
                    <a:noFill/>
                  </a:ln>
                  <a:solidFill>
                    <a:srgbClr val="CCCCCC"/>
                  </a:solidFill>
                  <a:effectLst/>
                  <a:latin typeface="+mj-lt"/>
                  <a:cs typeface="Arial" pitchFamily="34" charset="0"/>
                </a:rPr>
                <a:t>: state[</a:t>
              </a:r>
              <a:r>
                <a:rPr kumimoji="0" lang="en-US" b="0" i="0" u="none" strike="noStrike" cap="none" normalizeH="0" baseline="0" dirty="0" smtClean="0">
                  <a:ln>
                    <a:noFill/>
                  </a:ln>
                  <a:solidFill>
                    <a:srgbClr val="7EC699"/>
                  </a:solidFill>
                  <a:effectLst/>
                  <a:latin typeface="+mj-lt"/>
                  <a:cs typeface="Arial" pitchFamily="34" charset="0"/>
                </a:rPr>
                <a:t>"human_feedback"</a:t>
              </a:r>
              <a:r>
                <a:rPr kumimoji="0" lang="en-US" b="0" i="0" u="none" strike="noStrike" cap="none" normalizeH="0" baseline="0" dirty="0" smtClean="0">
                  <a:ln>
                    <a:noFill/>
                  </a:ln>
                  <a:solidFill>
                    <a:srgbClr val="CCCCCC"/>
                  </a:solidFill>
                  <a:effectLst/>
                  <a:latin typeface="+mj-lt"/>
                  <a:cs typeface="Arial" pitchFamily="34" charset="0"/>
                </a:rPr>
                <a:t>] </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CCCCCC"/>
                  </a:solidFill>
                  <a:effectLst/>
                  <a:latin typeface="+mj-lt"/>
                  <a:cs typeface="Arial" pitchFamily="34" charset="0"/>
                </a:rPr>
                <a:t> [user_feedback]}, goto</a:t>
              </a:r>
              <a:r>
                <a:rPr kumimoji="0" lang="en-US" b="0" i="0" u="none" strike="noStrike" cap="none" normalizeH="0" baseline="0" dirty="0" smtClean="0">
                  <a:ln>
                    <a:noFill/>
                  </a:ln>
                  <a:solidFill>
                    <a:srgbClr val="67CDCC"/>
                  </a:solidFill>
                  <a:effectLst/>
                  <a:latin typeface="+mj-lt"/>
                  <a:cs typeface="Arial" pitchFamily="34" charset="0"/>
                </a:rPr>
                <a:t>=</a:t>
              </a:r>
              <a:r>
                <a:rPr kumimoji="0" lang="en-US" b="0" i="0" u="none" strike="noStrike" cap="none" normalizeH="0" baseline="0" dirty="0" smtClean="0">
                  <a:ln>
                    <a:noFill/>
                  </a:ln>
                  <a:solidFill>
                    <a:srgbClr val="7EC699"/>
                  </a:solidFill>
                  <a:effectLst/>
                  <a:latin typeface="+mj-lt"/>
                  <a:cs typeface="Arial" pitchFamily="34" charset="0"/>
                </a:rPr>
                <a:t>"model"</a:t>
              </a:r>
              <a:r>
                <a:rPr kumimoji="0" lang="en-US" b="0" i="0" u="none" strike="noStrike" cap="none" normalizeH="0" baseline="0" dirty="0" smtClean="0">
                  <a:ln>
                    <a:noFill/>
                  </a:ln>
                  <a:solidFill>
                    <a:srgbClr val="CCCCCC"/>
                  </a:solidFill>
                  <a:effectLst/>
                  <a:latin typeface="+mj-lt"/>
                  <a:cs typeface="Arial" pitchFamily="34" charset="0"/>
                </a:rPr>
                <a:t>)</a:t>
              </a:r>
              <a:endParaRPr kumimoji="0" lang="en-US" b="0" i="0" u="none" strike="noStrike" cap="none" normalizeH="0" baseline="0" dirty="0" smtClean="0">
                <a:ln>
                  <a:noFill/>
                </a:ln>
                <a:solidFill>
                  <a:schemeClr val="tx1"/>
                </a:solidFill>
                <a:effectLst/>
                <a:latin typeface="+mj-lt"/>
                <a:cs typeface="Arial" pitchFamily="34" charset="0"/>
              </a:endParaRPr>
            </a:p>
          </p:txBody>
        </p:sp>
        <p:sp>
          <p:nvSpPr>
            <p:cNvPr id="6" name="TextBox 5"/>
            <p:cNvSpPr txBox="1"/>
            <p:nvPr/>
          </p:nvSpPr>
          <p:spPr>
            <a:xfrm>
              <a:off x="9363707" y="205405"/>
              <a:ext cx="2496196" cy="338554"/>
            </a:xfrm>
            <a:prstGeom prst="rect">
              <a:avLst/>
            </a:prstGeom>
            <a:solidFill>
              <a:srgbClr val="00B0F0"/>
            </a:solidFill>
            <a:ln w="28575">
              <a:solidFill>
                <a:srgbClr val="00B0F0"/>
              </a:solidFill>
            </a:ln>
          </p:spPr>
          <p:txBody>
            <a:bodyPr wrap="none" rtlCol="0">
              <a:spAutoFit/>
            </a:bodyPr>
            <a:lstStyle/>
            <a:p>
              <a:r>
                <a:rPr lang="en-US" sz="1600" dirty="0" smtClean="0">
                  <a:solidFill>
                    <a:schemeClr val="bg1"/>
                  </a:solidFill>
                  <a:latin typeface="Bahnschrift" pitchFamily="34" charset="0"/>
                </a:rPr>
                <a:t>2-Multiturn Conservation</a:t>
              </a:r>
              <a:endParaRPr lang="en-IN" sz="1600" dirty="0">
                <a:solidFill>
                  <a:schemeClr val="bg1"/>
                </a:solidFill>
                <a:latin typeface="Bahnschrift" pitchFamily="34" charset="0"/>
              </a:endParaRPr>
            </a:p>
          </p:txBody>
        </p:sp>
      </p:grpSp>
    </p:spTree>
    <p:extLst>
      <p:ext uri="{BB962C8B-B14F-4D97-AF65-F5344CB8AC3E}">
        <p14:creationId xmlns:p14="http://schemas.microsoft.com/office/powerpoint/2010/main" val="1210480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245437" y="715115"/>
            <a:ext cx="10836323" cy="2930239"/>
          </a:xfrm>
          <a:prstGeom prst="rect">
            <a:avLst/>
          </a:prstGeom>
          <a:solidFill>
            <a:srgbClr val="2D2D2D"/>
          </a:solidFill>
          <a:ln w="76200">
            <a:solidFill>
              <a:srgbClr val="00B0F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lvl="1" fontAlgn="base">
              <a:spcBef>
                <a:spcPct val="0"/>
              </a:spcBef>
              <a:spcAft>
                <a:spcPct val="0"/>
              </a:spcAft>
            </a:pPr>
            <a:r>
              <a:rPr kumimoji="0" lang="en-US" sz="2000" b="0" i="0" u="none" strike="noStrike" cap="none" normalizeH="0" baseline="0" dirty="0" smtClean="0">
                <a:ln>
                  <a:noFill/>
                </a:ln>
                <a:solidFill>
                  <a:srgbClr val="CC99CD"/>
                </a:solidFill>
                <a:effectLst/>
                <a:cs typeface="Arial" pitchFamily="34" charset="0"/>
              </a:rPr>
              <a:t>def</a:t>
            </a:r>
            <a:r>
              <a:rPr kumimoji="0" lang="en-US" sz="2000" b="0" i="0" u="none" strike="noStrike" cap="none" normalizeH="0" baseline="0" dirty="0" smtClean="0">
                <a:ln>
                  <a:noFill/>
                </a:ln>
                <a:solidFill>
                  <a:srgbClr val="CCCCCC"/>
                </a:solidFill>
                <a:effectLst/>
                <a:cs typeface="Arial" pitchFamily="34" charset="0"/>
              </a:rPr>
              <a:t> </a:t>
            </a:r>
            <a:r>
              <a:rPr kumimoji="0" lang="en-US" sz="2000" b="0" i="0" u="none" strike="noStrike" cap="none" normalizeH="0" baseline="0" dirty="0" smtClean="0">
                <a:ln>
                  <a:noFill/>
                </a:ln>
                <a:solidFill>
                  <a:srgbClr val="F08D49"/>
                </a:solidFill>
                <a:effectLst/>
                <a:cs typeface="Arial" pitchFamily="34" charset="0"/>
              </a:rPr>
              <a:t>end_node</a:t>
            </a:r>
            <a:r>
              <a:rPr kumimoji="0" lang="en-US" sz="2000" b="0" i="0" u="none" strike="noStrike" cap="none" normalizeH="0" baseline="0" dirty="0" smtClean="0">
                <a:ln>
                  <a:noFill/>
                </a:ln>
                <a:solidFill>
                  <a:srgbClr val="CCCCCC"/>
                </a:solidFill>
                <a:effectLst/>
                <a:cs typeface="Arial" pitchFamily="34" charset="0"/>
              </a:rPr>
              <a:t>(state: State): </a:t>
            </a:r>
          </a:p>
          <a:p>
            <a:pPr lvl="2" fontAlgn="base">
              <a:spcBef>
                <a:spcPct val="0"/>
              </a:spcBef>
              <a:spcAft>
                <a:spcPct val="0"/>
              </a:spcAft>
            </a:pPr>
            <a:r>
              <a:rPr kumimoji="0" lang="en-US" sz="2000" b="0" i="0" u="none" strike="noStrike" cap="none" normalizeH="0" baseline="0" dirty="0" smtClean="0">
                <a:ln>
                  <a:noFill/>
                </a:ln>
                <a:solidFill>
                  <a:srgbClr val="CC99CD"/>
                </a:solidFill>
                <a:effectLst/>
                <a:cs typeface="Arial" pitchFamily="34" charset="0"/>
              </a:rPr>
              <a:t>print</a:t>
            </a:r>
            <a:r>
              <a:rPr kumimoji="0" lang="en-US" sz="2000" b="0" i="0" u="none" strike="noStrike" cap="none" normalizeH="0" baseline="0" dirty="0" smtClean="0">
                <a:ln>
                  <a:noFill/>
                </a:ln>
                <a:solidFill>
                  <a:srgbClr val="CCCCCC"/>
                </a:solidFill>
                <a:effectLst/>
                <a:cs typeface="Arial" pitchFamily="34" charset="0"/>
              </a:rPr>
              <a:t>(</a:t>
            </a:r>
            <a:r>
              <a:rPr kumimoji="0" lang="en-US" sz="2000" b="0" i="0" u="none" strike="noStrike" cap="none" normalizeH="0" baseline="0" dirty="0" smtClean="0">
                <a:ln>
                  <a:noFill/>
                </a:ln>
                <a:solidFill>
                  <a:srgbClr val="7EC699"/>
                </a:solidFill>
                <a:effectLst/>
                <a:cs typeface="Arial" pitchFamily="34" charset="0"/>
              </a:rPr>
              <a:t>"\n[end_node] Process finished"</a:t>
            </a:r>
            <a:r>
              <a:rPr kumimoji="0" lang="en-US" sz="2000" b="0" i="0" u="none" strike="noStrike" cap="none" normalizeH="0" baseline="0" dirty="0" smtClean="0">
                <a:ln>
                  <a:noFill/>
                </a:ln>
                <a:solidFill>
                  <a:srgbClr val="CCCCCC"/>
                </a:solidFill>
                <a:effectLst/>
                <a:cs typeface="Arial" pitchFamily="34" charset="0"/>
              </a:rPr>
              <a:t>) </a:t>
            </a:r>
          </a:p>
          <a:p>
            <a:pPr lvl="2" fontAlgn="base">
              <a:spcBef>
                <a:spcPct val="0"/>
              </a:spcBef>
              <a:spcAft>
                <a:spcPct val="0"/>
              </a:spcAft>
            </a:pPr>
            <a:r>
              <a:rPr kumimoji="0" lang="en-US" sz="2000" b="0" i="0" u="none" strike="noStrike" cap="none" normalizeH="0" baseline="0" dirty="0" smtClean="0">
                <a:ln>
                  <a:noFill/>
                </a:ln>
                <a:solidFill>
                  <a:srgbClr val="CC99CD"/>
                </a:solidFill>
                <a:effectLst/>
                <a:cs typeface="Arial" pitchFamily="34" charset="0"/>
              </a:rPr>
              <a:t>print</a:t>
            </a:r>
            <a:r>
              <a:rPr kumimoji="0" lang="en-US" sz="2000" b="0" i="0" u="none" strike="noStrike" cap="none" normalizeH="0" baseline="0" dirty="0" smtClean="0">
                <a:ln>
                  <a:noFill/>
                </a:ln>
                <a:solidFill>
                  <a:srgbClr val="CCCCCC"/>
                </a:solidFill>
                <a:effectLst/>
                <a:cs typeface="Arial" pitchFamily="34" charset="0"/>
              </a:rPr>
              <a:t>(</a:t>
            </a:r>
            <a:r>
              <a:rPr kumimoji="0" lang="en-US" sz="2000" b="0" i="0" u="none" strike="noStrike" cap="none" normalizeH="0" baseline="0" dirty="0" smtClean="0">
                <a:ln>
                  <a:noFill/>
                </a:ln>
                <a:solidFill>
                  <a:srgbClr val="7EC699"/>
                </a:solidFill>
                <a:effectLst/>
                <a:cs typeface="Arial" pitchFamily="34" charset="0"/>
              </a:rPr>
              <a:t>"Final Generated Post:"</a:t>
            </a:r>
            <a:r>
              <a:rPr kumimoji="0" lang="en-US" sz="2000" b="0" i="0" u="none" strike="noStrike" cap="none" normalizeH="0" baseline="0" dirty="0" smtClean="0">
                <a:ln>
                  <a:noFill/>
                </a:ln>
                <a:solidFill>
                  <a:srgbClr val="CCCCCC"/>
                </a:solidFill>
                <a:effectLst/>
                <a:cs typeface="Arial" pitchFamily="34" charset="0"/>
              </a:rPr>
              <a:t>, state[</a:t>
            </a:r>
            <a:r>
              <a:rPr kumimoji="0" lang="en-US" sz="2000" b="0" i="0" u="none" strike="noStrike" cap="none" normalizeH="0" baseline="0" dirty="0" smtClean="0">
                <a:ln>
                  <a:noFill/>
                </a:ln>
                <a:solidFill>
                  <a:srgbClr val="7EC699"/>
                </a:solidFill>
                <a:effectLst/>
                <a:cs typeface="Arial" pitchFamily="34" charset="0"/>
              </a:rPr>
              <a:t>"generated_post"</a:t>
            </a:r>
            <a:r>
              <a:rPr kumimoji="0" lang="en-US" sz="2000" b="0" i="0" u="none" strike="noStrike" cap="none" normalizeH="0" baseline="0" dirty="0" smtClean="0">
                <a:ln>
                  <a:noFill/>
                </a:ln>
                <a:solidFill>
                  <a:srgbClr val="CCCCCC"/>
                </a:solidFill>
                <a:effectLst/>
                <a:cs typeface="Arial" pitchFamily="34" charset="0"/>
              </a:rPr>
              <a:t>][</a:t>
            </a:r>
            <a:r>
              <a:rPr kumimoji="0" lang="en-US" sz="2000" b="0" i="0" u="none" strike="noStrike" cap="none" normalizeH="0" baseline="0" dirty="0" smtClean="0">
                <a:ln>
                  <a:noFill/>
                </a:ln>
                <a:solidFill>
                  <a:srgbClr val="67CDCC"/>
                </a:solidFill>
                <a:effectLst/>
                <a:cs typeface="Arial" pitchFamily="34" charset="0"/>
              </a:rPr>
              <a:t>-</a:t>
            </a:r>
            <a:r>
              <a:rPr kumimoji="0" lang="en-US" sz="2000" b="0" i="0" u="none" strike="noStrike" cap="none" normalizeH="0" baseline="0" dirty="0" smtClean="0">
                <a:ln>
                  <a:noFill/>
                </a:ln>
                <a:solidFill>
                  <a:srgbClr val="F08D49"/>
                </a:solidFill>
                <a:effectLst/>
                <a:cs typeface="Arial" pitchFamily="34" charset="0"/>
              </a:rPr>
              <a:t>1</a:t>
            </a:r>
            <a:r>
              <a:rPr kumimoji="0" lang="en-US" sz="2000" b="0" i="0" u="none" strike="noStrike" cap="none" normalizeH="0" baseline="0" dirty="0" smtClean="0">
                <a:ln>
                  <a:noFill/>
                </a:ln>
                <a:solidFill>
                  <a:srgbClr val="CCCCCC"/>
                </a:solidFill>
                <a:effectLst/>
                <a:cs typeface="Arial" pitchFamily="34" charset="0"/>
              </a:rPr>
              <a:t>]) </a:t>
            </a:r>
          </a:p>
          <a:p>
            <a:pPr lvl="2" fontAlgn="base">
              <a:spcBef>
                <a:spcPct val="0"/>
              </a:spcBef>
              <a:spcAft>
                <a:spcPct val="0"/>
              </a:spcAft>
            </a:pPr>
            <a:r>
              <a:rPr kumimoji="0" lang="en-US" sz="2000" b="0" i="0" u="none" strike="noStrike" cap="none" normalizeH="0" baseline="0" dirty="0" smtClean="0">
                <a:ln>
                  <a:noFill/>
                </a:ln>
                <a:solidFill>
                  <a:srgbClr val="CC99CD"/>
                </a:solidFill>
                <a:effectLst/>
                <a:cs typeface="Arial" pitchFamily="34" charset="0"/>
              </a:rPr>
              <a:t>print</a:t>
            </a:r>
            <a:r>
              <a:rPr kumimoji="0" lang="en-US" sz="2000" b="0" i="0" u="none" strike="noStrike" cap="none" normalizeH="0" baseline="0" dirty="0" smtClean="0">
                <a:ln>
                  <a:noFill/>
                </a:ln>
                <a:solidFill>
                  <a:srgbClr val="CCCCCC"/>
                </a:solidFill>
                <a:effectLst/>
                <a:cs typeface="Arial" pitchFamily="34" charset="0"/>
              </a:rPr>
              <a:t>(</a:t>
            </a:r>
            <a:r>
              <a:rPr kumimoji="0" lang="en-US" sz="2000" b="0" i="0" u="none" strike="noStrike" cap="none" normalizeH="0" baseline="0" dirty="0" smtClean="0">
                <a:ln>
                  <a:noFill/>
                </a:ln>
                <a:solidFill>
                  <a:srgbClr val="7EC699"/>
                </a:solidFill>
                <a:effectLst/>
                <a:cs typeface="Arial" pitchFamily="34" charset="0"/>
              </a:rPr>
              <a:t>"Final Human Feedback"</a:t>
            </a:r>
            <a:r>
              <a:rPr kumimoji="0" lang="en-US" sz="2000" b="0" i="0" u="none" strike="noStrike" cap="none" normalizeH="0" baseline="0" dirty="0" smtClean="0">
                <a:ln>
                  <a:noFill/>
                </a:ln>
                <a:solidFill>
                  <a:srgbClr val="CCCCCC"/>
                </a:solidFill>
                <a:effectLst/>
                <a:cs typeface="Arial" pitchFamily="34" charset="0"/>
              </a:rPr>
              <a:t>, state[</a:t>
            </a:r>
            <a:r>
              <a:rPr kumimoji="0" lang="en-US" sz="2000" b="0" i="0" u="none" strike="noStrike" cap="none" normalizeH="0" baseline="0" dirty="0" smtClean="0">
                <a:ln>
                  <a:noFill/>
                </a:ln>
                <a:solidFill>
                  <a:srgbClr val="7EC699"/>
                </a:solidFill>
                <a:effectLst/>
                <a:cs typeface="Arial" pitchFamily="34" charset="0"/>
              </a:rPr>
              <a:t>"human_feedback"</a:t>
            </a:r>
            <a:r>
              <a:rPr kumimoji="0" lang="en-US" sz="2000" b="0" i="0" u="none" strike="noStrike" cap="none" normalizeH="0" baseline="0" dirty="0" smtClean="0">
                <a:ln>
                  <a:noFill/>
                </a:ln>
                <a:solidFill>
                  <a:srgbClr val="CCCCCC"/>
                </a:solidFill>
                <a:effectLst/>
                <a:cs typeface="Arial" pitchFamily="34" charset="0"/>
              </a:rPr>
              <a:t>])</a:t>
            </a:r>
          </a:p>
          <a:p>
            <a:pPr lvl="2" fontAlgn="base">
              <a:spcBef>
                <a:spcPct val="0"/>
              </a:spcBef>
              <a:spcAft>
                <a:spcPct val="0"/>
              </a:spcAft>
            </a:pPr>
            <a:r>
              <a:rPr kumimoji="0" lang="en-US" sz="2000" b="0" i="0" u="none" strike="noStrike" cap="none" normalizeH="0" baseline="0" dirty="0" smtClean="0">
                <a:ln>
                  <a:noFill/>
                </a:ln>
                <a:solidFill>
                  <a:srgbClr val="CCCCCC"/>
                </a:solidFill>
                <a:effectLst/>
                <a:cs typeface="Arial" pitchFamily="34" charset="0"/>
              </a:rPr>
              <a:t> </a:t>
            </a:r>
          </a:p>
          <a:p>
            <a:pPr lvl="2" fontAlgn="base">
              <a:spcBef>
                <a:spcPct val="0"/>
              </a:spcBef>
              <a:spcAft>
                <a:spcPct val="0"/>
              </a:spcAft>
            </a:pPr>
            <a:r>
              <a:rPr kumimoji="0" lang="en-US" sz="2000" b="0" i="0" u="none" strike="noStrike" cap="none" normalizeH="0" baseline="0" dirty="0" smtClean="0">
                <a:ln>
                  <a:noFill/>
                </a:ln>
                <a:solidFill>
                  <a:srgbClr val="CC99CD"/>
                </a:solidFill>
                <a:effectLst/>
                <a:cs typeface="Arial" pitchFamily="34" charset="0"/>
              </a:rPr>
              <a:t>return</a:t>
            </a:r>
            <a:r>
              <a:rPr kumimoji="0" lang="en-US" sz="2000" b="0" i="0" u="none" strike="noStrike" cap="none" normalizeH="0" baseline="0" dirty="0" smtClean="0">
                <a:ln>
                  <a:noFill/>
                </a:ln>
                <a:solidFill>
                  <a:srgbClr val="CCCCCC"/>
                </a:solidFill>
                <a:effectLst/>
                <a:cs typeface="Arial" pitchFamily="34" charset="0"/>
              </a:rPr>
              <a:t> {</a:t>
            </a:r>
          </a:p>
          <a:p>
            <a:pPr lvl="3" fontAlgn="base">
              <a:spcBef>
                <a:spcPct val="0"/>
              </a:spcBef>
              <a:spcAft>
                <a:spcPct val="0"/>
              </a:spcAft>
            </a:pPr>
            <a:r>
              <a:rPr kumimoji="0" lang="en-US" sz="2000" b="0" i="0" u="none" strike="noStrike" cap="none" normalizeH="0" baseline="0" dirty="0" smtClean="0">
                <a:ln>
                  <a:noFill/>
                </a:ln>
                <a:solidFill>
                  <a:srgbClr val="7EC699"/>
                </a:solidFill>
                <a:effectLst/>
                <a:cs typeface="Arial" pitchFamily="34" charset="0"/>
              </a:rPr>
              <a:t>"generated_post"</a:t>
            </a:r>
            <a:r>
              <a:rPr kumimoji="0" lang="en-US" sz="2000" b="0" i="0" u="none" strike="noStrike" cap="none" normalizeH="0" baseline="0" dirty="0" smtClean="0">
                <a:ln>
                  <a:noFill/>
                </a:ln>
                <a:solidFill>
                  <a:srgbClr val="CCCCCC"/>
                </a:solidFill>
                <a:effectLst/>
                <a:cs typeface="Arial" pitchFamily="34" charset="0"/>
              </a:rPr>
              <a:t>: state[</a:t>
            </a:r>
            <a:r>
              <a:rPr kumimoji="0" lang="en-US" sz="2000" b="0" i="0" u="none" strike="noStrike" cap="none" normalizeH="0" baseline="0" dirty="0" smtClean="0">
                <a:ln>
                  <a:noFill/>
                </a:ln>
                <a:solidFill>
                  <a:srgbClr val="7EC699"/>
                </a:solidFill>
                <a:effectLst/>
                <a:cs typeface="Arial" pitchFamily="34" charset="0"/>
              </a:rPr>
              <a:t>"generated_post"</a:t>
            </a:r>
            <a:r>
              <a:rPr kumimoji="0" lang="en-US" sz="2000" b="0" i="0" u="none" strike="noStrike" cap="none" normalizeH="0" baseline="0" dirty="0" smtClean="0">
                <a:ln>
                  <a:noFill/>
                </a:ln>
                <a:solidFill>
                  <a:srgbClr val="CCCCCC"/>
                </a:solidFill>
                <a:effectLst/>
                <a:cs typeface="Arial" pitchFamily="34" charset="0"/>
              </a:rPr>
              <a:t>], </a:t>
            </a:r>
          </a:p>
          <a:p>
            <a:pPr lvl="3" fontAlgn="base">
              <a:spcBef>
                <a:spcPct val="0"/>
              </a:spcBef>
              <a:spcAft>
                <a:spcPct val="0"/>
              </a:spcAft>
            </a:pPr>
            <a:r>
              <a:rPr kumimoji="0" lang="en-US" sz="2000" b="0" i="0" u="none" strike="noStrike" cap="none" normalizeH="0" baseline="0" dirty="0" smtClean="0">
                <a:ln>
                  <a:noFill/>
                </a:ln>
                <a:solidFill>
                  <a:srgbClr val="7EC699"/>
                </a:solidFill>
                <a:effectLst/>
                <a:cs typeface="Arial" pitchFamily="34" charset="0"/>
              </a:rPr>
              <a:t>"human_feedback"</a:t>
            </a:r>
            <a:r>
              <a:rPr kumimoji="0" lang="en-US" sz="2000" b="0" i="0" u="none" strike="noStrike" cap="none" normalizeH="0" baseline="0" dirty="0" smtClean="0">
                <a:ln>
                  <a:noFill/>
                </a:ln>
                <a:solidFill>
                  <a:srgbClr val="CCCCCC"/>
                </a:solidFill>
                <a:effectLst/>
                <a:cs typeface="Arial" pitchFamily="34" charset="0"/>
              </a:rPr>
              <a:t>: state[</a:t>
            </a:r>
            <a:r>
              <a:rPr kumimoji="0" lang="en-US" sz="2000" b="0" i="0" u="none" strike="noStrike" cap="none" normalizeH="0" baseline="0" dirty="0" smtClean="0">
                <a:ln>
                  <a:noFill/>
                </a:ln>
                <a:solidFill>
                  <a:srgbClr val="7EC699"/>
                </a:solidFill>
                <a:effectLst/>
                <a:cs typeface="Arial" pitchFamily="34" charset="0"/>
              </a:rPr>
              <a:t>"human_feedback"</a:t>
            </a:r>
            <a:r>
              <a:rPr kumimoji="0" lang="en-US" sz="2000" b="0" i="0" u="none" strike="noStrike" cap="none" normalizeH="0" baseline="0" dirty="0" smtClean="0">
                <a:ln>
                  <a:noFill/>
                </a:ln>
                <a:solidFill>
                  <a:srgbClr val="CCCCCC"/>
                </a:solidFill>
                <a:effectLst/>
                <a:cs typeface="Arial" pitchFamily="34" charset="0"/>
              </a:rPr>
              <a:t>]</a:t>
            </a:r>
          </a:p>
          <a:p>
            <a:pPr lvl="2" fontAlgn="base">
              <a:spcBef>
                <a:spcPct val="0"/>
              </a:spcBef>
              <a:spcAft>
                <a:spcPct val="0"/>
              </a:spcAft>
            </a:pPr>
            <a:r>
              <a:rPr kumimoji="0" lang="en-US" sz="2000" b="0" i="0" u="none" strike="noStrike" cap="none" normalizeH="0" baseline="0" dirty="0" smtClean="0">
                <a:ln>
                  <a:noFill/>
                </a:ln>
                <a:solidFill>
                  <a:srgbClr val="CCCCCC"/>
                </a:solidFill>
                <a:effectLst/>
                <a:cs typeface="Arial" pitchFamily="34" charset="0"/>
              </a:rPr>
              <a:t>} </a:t>
            </a:r>
            <a:endParaRPr kumimoji="0" lang="en-US" sz="2000" b="0" i="0" u="none" strike="noStrike" cap="none" normalizeH="0" baseline="0" dirty="0" smtClean="0">
              <a:ln>
                <a:noFill/>
              </a:ln>
              <a:solidFill>
                <a:schemeClr val="tx1"/>
              </a:solidFill>
              <a:effectLst/>
              <a:cs typeface="Arial" pitchFamily="34" charset="0"/>
            </a:endParaRPr>
          </a:p>
        </p:txBody>
      </p:sp>
      <p:sp>
        <p:nvSpPr>
          <p:cNvPr id="3" name="TextBox 2"/>
          <p:cNvSpPr txBox="1"/>
          <p:nvPr/>
        </p:nvSpPr>
        <p:spPr>
          <a:xfrm>
            <a:off x="8582358" y="770861"/>
            <a:ext cx="2499402" cy="338554"/>
          </a:xfrm>
          <a:prstGeom prst="rect">
            <a:avLst/>
          </a:prstGeom>
          <a:solidFill>
            <a:srgbClr val="00B0F0"/>
          </a:solidFill>
          <a:ln w="28575">
            <a:solidFill>
              <a:srgbClr val="00B0F0"/>
            </a:solidFill>
          </a:ln>
        </p:spPr>
        <p:txBody>
          <a:bodyPr wrap="none" rtlCol="0">
            <a:spAutoFit/>
          </a:bodyPr>
          <a:lstStyle/>
          <a:p>
            <a:r>
              <a:rPr lang="en-US" sz="1600" dirty="0" smtClean="0">
                <a:solidFill>
                  <a:schemeClr val="bg1"/>
                </a:solidFill>
                <a:latin typeface="Bahnschrift" pitchFamily="34" charset="0"/>
              </a:rPr>
              <a:t>3-Multiturn Conservation</a:t>
            </a:r>
            <a:endParaRPr lang="en-IN" sz="1600" dirty="0">
              <a:solidFill>
                <a:schemeClr val="bg1"/>
              </a:solidFill>
              <a:latin typeface="Bahnschrift" pitchFamily="34" charset="0"/>
            </a:endParaRPr>
          </a:p>
        </p:txBody>
      </p:sp>
    </p:spTree>
    <p:extLst>
      <p:ext uri="{BB962C8B-B14F-4D97-AF65-F5344CB8AC3E}">
        <p14:creationId xmlns:p14="http://schemas.microsoft.com/office/powerpoint/2010/main" val="507736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grpSp>
        <p:nvGrpSpPr>
          <p:cNvPr id="5" name="Group 4"/>
          <p:cNvGrpSpPr/>
          <p:nvPr/>
        </p:nvGrpSpPr>
        <p:grpSpPr>
          <a:xfrm>
            <a:off x="598637" y="379730"/>
            <a:ext cx="9459762" cy="5700228"/>
            <a:chOff x="598637" y="379730"/>
            <a:chExt cx="9459762" cy="5700228"/>
          </a:xfrm>
        </p:grpSpPr>
        <p:sp>
          <p:nvSpPr>
            <p:cNvPr id="3" name="Rectangle 1"/>
            <p:cNvSpPr>
              <a:spLocks noChangeArrowheads="1"/>
            </p:cNvSpPr>
            <p:nvPr/>
          </p:nvSpPr>
          <p:spPr bwMode="auto">
            <a:xfrm>
              <a:off x="598637" y="379730"/>
              <a:ext cx="9459762" cy="5700228"/>
            </a:xfrm>
            <a:prstGeom prst="rect">
              <a:avLst/>
            </a:prstGeom>
            <a:solidFill>
              <a:srgbClr val="2D2D2D"/>
            </a:solidFill>
            <a:ln w="76200">
              <a:solidFill>
                <a:srgbClr val="00B0F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lvl="1"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graph </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CCCCCC"/>
                  </a:solidFill>
                  <a:effectLst/>
                  <a:cs typeface="Arial" pitchFamily="34" charset="0"/>
                </a:rPr>
                <a:t> StateGraph(State) </a:t>
              </a:r>
            </a:p>
            <a:p>
              <a:pPr lvl="1"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graph.add_node(</a:t>
              </a:r>
              <a:r>
                <a:rPr kumimoji="0" lang="en-US" b="0" i="0" u="none" strike="noStrike" cap="none" normalizeH="0" baseline="0" dirty="0" smtClean="0">
                  <a:ln>
                    <a:noFill/>
                  </a:ln>
                  <a:solidFill>
                    <a:srgbClr val="7EC699"/>
                  </a:solidFill>
                  <a:effectLst/>
                  <a:cs typeface="Arial" pitchFamily="34" charset="0"/>
                </a:rPr>
                <a:t>"model"</a:t>
              </a:r>
              <a:r>
                <a:rPr kumimoji="0" lang="en-US" b="0" i="0" u="none" strike="noStrike" cap="none" normalizeH="0" baseline="0" dirty="0" smtClean="0">
                  <a:ln>
                    <a:noFill/>
                  </a:ln>
                  <a:solidFill>
                    <a:srgbClr val="CCCCCC"/>
                  </a:solidFill>
                  <a:effectLst/>
                  <a:cs typeface="Arial" pitchFamily="34" charset="0"/>
                </a:rPr>
                <a:t>, model) </a:t>
              </a:r>
            </a:p>
            <a:p>
              <a:pPr lvl="1"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graph.add_node(</a:t>
              </a:r>
              <a:r>
                <a:rPr kumimoji="0" lang="en-US" b="0" i="0" u="none" strike="noStrike" cap="none" normalizeH="0" baseline="0" dirty="0" smtClean="0">
                  <a:ln>
                    <a:noFill/>
                  </a:ln>
                  <a:solidFill>
                    <a:srgbClr val="7EC699"/>
                  </a:solidFill>
                  <a:effectLst/>
                  <a:cs typeface="Arial" pitchFamily="34" charset="0"/>
                </a:rPr>
                <a:t>"human_node"</a:t>
              </a:r>
              <a:r>
                <a:rPr kumimoji="0" lang="en-US" b="0" i="0" u="none" strike="noStrike" cap="none" normalizeH="0" baseline="0" dirty="0" smtClean="0">
                  <a:ln>
                    <a:noFill/>
                  </a:ln>
                  <a:solidFill>
                    <a:srgbClr val="CCCCCC"/>
                  </a:solidFill>
                  <a:effectLst/>
                  <a:cs typeface="Arial" pitchFamily="34" charset="0"/>
                </a:rPr>
                <a:t>, human_node) </a:t>
              </a:r>
            </a:p>
            <a:p>
              <a:pPr lvl="1"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graph.add_node(</a:t>
              </a:r>
              <a:r>
                <a:rPr kumimoji="0" lang="en-US" b="0" i="0" u="none" strike="noStrike" cap="none" normalizeH="0" baseline="0" dirty="0" smtClean="0">
                  <a:ln>
                    <a:noFill/>
                  </a:ln>
                  <a:solidFill>
                    <a:srgbClr val="7EC699"/>
                  </a:solidFill>
                  <a:effectLst/>
                  <a:cs typeface="Arial" pitchFamily="34" charset="0"/>
                </a:rPr>
                <a:t>"end_node"</a:t>
              </a:r>
              <a:r>
                <a:rPr kumimoji="0" lang="en-US" b="0" i="0" u="none" strike="noStrike" cap="none" normalizeH="0" baseline="0" dirty="0" smtClean="0">
                  <a:ln>
                    <a:noFill/>
                  </a:ln>
                  <a:solidFill>
                    <a:srgbClr val="CCCCCC"/>
                  </a:solidFill>
                  <a:effectLst/>
                  <a:cs typeface="Arial" pitchFamily="34" charset="0"/>
                </a:rPr>
                <a:t>, end_node) </a:t>
              </a:r>
            </a:p>
            <a:p>
              <a:pPr lvl="1" fontAlgn="base">
                <a:spcBef>
                  <a:spcPct val="0"/>
                </a:spcBef>
                <a:spcAft>
                  <a:spcPct val="0"/>
                </a:spcAft>
              </a:pPr>
              <a:endParaRPr lang="en-US" dirty="0">
                <a:solidFill>
                  <a:srgbClr val="CCCCCC"/>
                </a:solidFill>
                <a:cs typeface="Arial" pitchFamily="34" charset="0"/>
              </a:endParaRPr>
            </a:p>
            <a:p>
              <a:pPr lvl="1"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graph.set_entry_point(</a:t>
              </a:r>
              <a:r>
                <a:rPr kumimoji="0" lang="en-US" b="0" i="0" u="none" strike="noStrike" cap="none" normalizeH="0" baseline="0" dirty="0" smtClean="0">
                  <a:ln>
                    <a:noFill/>
                  </a:ln>
                  <a:solidFill>
                    <a:srgbClr val="7EC699"/>
                  </a:solidFill>
                  <a:effectLst/>
                  <a:cs typeface="Arial" pitchFamily="34" charset="0"/>
                </a:rPr>
                <a:t>"model"</a:t>
              </a:r>
              <a:r>
                <a:rPr kumimoji="0" lang="en-US" b="0" i="0" u="none" strike="noStrike" cap="none" normalizeH="0" baseline="0" dirty="0" smtClean="0">
                  <a:ln>
                    <a:noFill/>
                  </a:ln>
                  <a:solidFill>
                    <a:srgbClr val="CCCCCC"/>
                  </a:solidFill>
                  <a:effectLst/>
                  <a:cs typeface="Arial" pitchFamily="34" charset="0"/>
                </a:rPr>
                <a:t>) </a:t>
              </a:r>
            </a:p>
            <a:p>
              <a:pPr lvl="1" fontAlgn="base">
                <a:spcBef>
                  <a:spcPct val="0"/>
                </a:spcBef>
                <a:spcAft>
                  <a:spcPct val="0"/>
                </a:spcAft>
              </a:pPr>
              <a:endParaRPr lang="en-US" dirty="0">
                <a:solidFill>
                  <a:srgbClr val="CCCCCC"/>
                </a:solidFill>
                <a:cs typeface="Arial" pitchFamily="34" charset="0"/>
              </a:endParaRPr>
            </a:p>
            <a:p>
              <a:pPr lvl="1" fontAlgn="base">
                <a:spcBef>
                  <a:spcPct val="0"/>
                </a:spcBef>
                <a:spcAft>
                  <a:spcPct val="0"/>
                </a:spcAft>
              </a:pPr>
              <a:r>
                <a:rPr kumimoji="0" lang="en-US" b="0" i="0" u="none" strike="noStrike" cap="none" normalizeH="0" baseline="0" dirty="0" smtClean="0">
                  <a:ln>
                    <a:noFill/>
                  </a:ln>
                  <a:solidFill>
                    <a:schemeClr val="accent6"/>
                  </a:solidFill>
                  <a:effectLst/>
                  <a:cs typeface="Arial" pitchFamily="34" charset="0"/>
                </a:rPr>
                <a:t># Define the flow </a:t>
              </a:r>
            </a:p>
            <a:p>
              <a:pPr lvl="1"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graph.add_edge(START, </a:t>
              </a:r>
              <a:r>
                <a:rPr kumimoji="0" lang="en-US" b="0" i="0" u="none" strike="noStrike" cap="none" normalizeH="0" baseline="0" dirty="0" smtClean="0">
                  <a:ln>
                    <a:noFill/>
                  </a:ln>
                  <a:solidFill>
                    <a:srgbClr val="7EC699"/>
                  </a:solidFill>
                  <a:effectLst/>
                  <a:cs typeface="Arial" pitchFamily="34" charset="0"/>
                </a:rPr>
                <a:t>"model"</a:t>
              </a:r>
              <a:r>
                <a:rPr kumimoji="0" lang="en-US" b="0" i="0" u="none" strike="noStrike" cap="none" normalizeH="0" baseline="0" dirty="0" smtClean="0">
                  <a:ln>
                    <a:noFill/>
                  </a:ln>
                  <a:solidFill>
                    <a:srgbClr val="CCCCCC"/>
                  </a:solidFill>
                  <a:effectLst/>
                  <a:cs typeface="Arial" pitchFamily="34" charset="0"/>
                </a:rPr>
                <a:t>) </a:t>
              </a:r>
            </a:p>
            <a:p>
              <a:pPr lvl="1"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graph.add_edge(</a:t>
              </a:r>
              <a:r>
                <a:rPr kumimoji="0" lang="en-US" b="0" i="0" u="none" strike="noStrike" cap="none" normalizeH="0" baseline="0" dirty="0" smtClean="0">
                  <a:ln>
                    <a:noFill/>
                  </a:ln>
                  <a:solidFill>
                    <a:srgbClr val="7EC699"/>
                  </a:solidFill>
                  <a:effectLst/>
                  <a:cs typeface="Arial" pitchFamily="34" charset="0"/>
                </a:rPr>
                <a:t>"model"</a:t>
              </a:r>
              <a:r>
                <a:rPr kumimoji="0" lang="en-US" b="0" i="0" u="none" strike="noStrike" cap="none" normalizeH="0" baseline="0" dirty="0" smtClean="0">
                  <a:ln>
                    <a:noFill/>
                  </a:ln>
                  <a:solidFill>
                    <a:srgbClr val="CCCCCC"/>
                  </a:solidFill>
                  <a:effectLst/>
                  <a:cs typeface="Arial" pitchFamily="34" charset="0"/>
                </a:rPr>
                <a:t>, </a:t>
              </a:r>
              <a:r>
                <a:rPr kumimoji="0" lang="en-US" b="0" i="0" u="none" strike="noStrike" cap="none" normalizeH="0" baseline="0" dirty="0" smtClean="0">
                  <a:ln>
                    <a:noFill/>
                  </a:ln>
                  <a:solidFill>
                    <a:srgbClr val="7EC699"/>
                  </a:solidFill>
                  <a:effectLst/>
                  <a:cs typeface="Arial" pitchFamily="34" charset="0"/>
                </a:rPr>
                <a:t>"human_node"</a:t>
              </a:r>
              <a:r>
                <a:rPr kumimoji="0" lang="en-US" b="0" i="0" u="none" strike="noStrike" cap="none" normalizeH="0" baseline="0" dirty="0" smtClean="0">
                  <a:ln>
                    <a:noFill/>
                  </a:ln>
                  <a:solidFill>
                    <a:srgbClr val="CCCCCC"/>
                  </a:solidFill>
                  <a:effectLst/>
                  <a:cs typeface="Arial" pitchFamily="34" charset="0"/>
                </a:rPr>
                <a:t>) </a:t>
              </a:r>
            </a:p>
            <a:p>
              <a:pPr lvl="1"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graph.set_finish_point(</a:t>
              </a:r>
              <a:r>
                <a:rPr kumimoji="0" lang="en-US" b="0" i="0" u="none" strike="noStrike" cap="none" normalizeH="0" baseline="0" dirty="0" smtClean="0">
                  <a:ln>
                    <a:noFill/>
                  </a:ln>
                  <a:solidFill>
                    <a:srgbClr val="7EC699"/>
                  </a:solidFill>
                  <a:effectLst/>
                  <a:cs typeface="Arial" pitchFamily="34" charset="0"/>
                </a:rPr>
                <a:t>"end_node"</a:t>
              </a:r>
              <a:r>
                <a:rPr kumimoji="0" lang="en-US" b="0" i="0" u="none" strike="noStrike" cap="none" normalizeH="0" baseline="0" dirty="0" smtClean="0">
                  <a:ln>
                    <a:noFill/>
                  </a:ln>
                  <a:solidFill>
                    <a:srgbClr val="CCCCCC"/>
                  </a:solidFill>
                  <a:effectLst/>
                  <a:cs typeface="Arial" pitchFamily="34" charset="0"/>
                </a:rPr>
                <a:t>) </a:t>
              </a:r>
            </a:p>
            <a:p>
              <a:pPr lvl="1" fontAlgn="base">
                <a:spcBef>
                  <a:spcPct val="0"/>
                </a:spcBef>
                <a:spcAft>
                  <a:spcPct val="0"/>
                </a:spcAft>
              </a:pPr>
              <a:endParaRPr lang="en-US" dirty="0">
                <a:solidFill>
                  <a:srgbClr val="CCCCCC"/>
                </a:solidFill>
                <a:cs typeface="Arial" pitchFamily="34" charset="0"/>
              </a:endParaRPr>
            </a:p>
            <a:p>
              <a:pPr lvl="1" fontAlgn="base">
                <a:spcBef>
                  <a:spcPct val="0"/>
                </a:spcBef>
                <a:spcAft>
                  <a:spcPct val="0"/>
                </a:spcAft>
              </a:pPr>
              <a:r>
                <a:rPr kumimoji="0" lang="en-US" b="0" i="0" u="none" strike="noStrike" cap="none" normalizeH="0" baseline="0" dirty="0" smtClean="0">
                  <a:ln>
                    <a:noFill/>
                  </a:ln>
                  <a:solidFill>
                    <a:schemeClr val="accent6"/>
                  </a:solidFill>
                  <a:effectLst/>
                  <a:cs typeface="Arial" pitchFamily="34" charset="0"/>
                </a:rPr>
                <a:t># Enable Interrupt mechanism </a:t>
              </a:r>
            </a:p>
            <a:p>
              <a:pPr lvl="1"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checkpointer </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CCCCCC"/>
                  </a:solidFill>
                  <a:effectLst/>
                  <a:cs typeface="Arial" pitchFamily="34" charset="0"/>
                </a:rPr>
                <a:t> MemorySaver() </a:t>
              </a:r>
            </a:p>
            <a:p>
              <a:pPr lvl="1"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app </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CCCCCC"/>
                  </a:solidFill>
                  <a:effectLst/>
                  <a:cs typeface="Arial" pitchFamily="34" charset="0"/>
                </a:rPr>
                <a:t> graph.</a:t>
              </a:r>
              <a:r>
                <a:rPr kumimoji="0" lang="en-US" b="0" i="0" u="none" strike="noStrike" cap="none" normalizeH="0" baseline="0" dirty="0" smtClean="0">
                  <a:ln>
                    <a:noFill/>
                  </a:ln>
                  <a:solidFill>
                    <a:srgbClr val="CC99CD"/>
                  </a:solidFill>
                  <a:effectLst/>
                  <a:cs typeface="Arial" pitchFamily="34" charset="0"/>
                </a:rPr>
                <a:t>compile</a:t>
              </a:r>
              <a:r>
                <a:rPr kumimoji="0" lang="en-US" b="0" i="0" u="none" strike="noStrike" cap="none" normalizeH="0" baseline="0" dirty="0" smtClean="0">
                  <a:ln>
                    <a:noFill/>
                  </a:ln>
                  <a:solidFill>
                    <a:srgbClr val="CCCCCC"/>
                  </a:solidFill>
                  <a:effectLst/>
                  <a:cs typeface="Arial" pitchFamily="34" charset="0"/>
                </a:rPr>
                <a:t>(checkpointer</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CCCCCC"/>
                  </a:solidFill>
                  <a:effectLst/>
                  <a:cs typeface="Arial" pitchFamily="34" charset="0"/>
                </a:rPr>
                <a:t>checkpointer) thread_</a:t>
              </a:r>
            </a:p>
            <a:p>
              <a:pPr lvl="1" fontAlgn="base">
                <a:spcBef>
                  <a:spcPct val="0"/>
                </a:spcBef>
                <a:spcAft>
                  <a:spcPct val="0"/>
                </a:spcAft>
              </a:pPr>
              <a:endParaRPr lang="en-US" dirty="0">
                <a:solidFill>
                  <a:srgbClr val="CCCCCC"/>
                </a:solidFill>
                <a:cs typeface="Arial" pitchFamily="34" charset="0"/>
              </a:endParaRPr>
            </a:p>
            <a:p>
              <a:pPr lvl="1"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config </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CCCCCC"/>
                  </a:solidFill>
                  <a:effectLst/>
                  <a:cs typeface="Arial" pitchFamily="34" charset="0"/>
                </a:rPr>
                <a:t> {</a:t>
              </a:r>
              <a:r>
                <a:rPr kumimoji="0" lang="en-US" b="0" i="0" u="none" strike="noStrike" cap="none" normalizeH="0" baseline="0" dirty="0" smtClean="0">
                  <a:ln>
                    <a:noFill/>
                  </a:ln>
                  <a:solidFill>
                    <a:srgbClr val="7EC699"/>
                  </a:solidFill>
                  <a:effectLst/>
                  <a:cs typeface="Arial" pitchFamily="34" charset="0"/>
                </a:rPr>
                <a:t>"configurable"</a:t>
              </a:r>
              <a:r>
                <a:rPr kumimoji="0" lang="en-US" b="0" i="0" u="none" strike="noStrike" cap="none" normalizeH="0" baseline="0" dirty="0" smtClean="0">
                  <a:ln>
                    <a:noFill/>
                  </a:ln>
                  <a:solidFill>
                    <a:srgbClr val="CCCCCC"/>
                  </a:solidFill>
                  <a:effectLst/>
                  <a:cs typeface="Arial" pitchFamily="34" charset="0"/>
                </a:rPr>
                <a:t>: { </a:t>
              </a:r>
              <a:r>
                <a:rPr kumimoji="0" lang="en-US" b="0" i="0" u="none" strike="noStrike" cap="none" normalizeH="0" baseline="0" dirty="0" smtClean="0">
                  <a:ln>
                    <a:noFill/>
                  </a:ln>
                  <a:solidFill>
                    <a:srgbClr val="7EC699"/>
                  </a:solidFill>
                  <a:effectLst/>
                  <a:cs typeface="Arial" pitchFamily="34" charset="0"/>
                </a:rPr>
                <a:t>"thread_id"</a:t>
              </a:r>
              <a:r>
                <a:rPr kumimoji="0" lang="en-US" b="0" i="0" u="none" strike="noStrike" cap="none" normalizeH="0" baseline="0" dirty="0" smtClean="0">
                  <a:ln>
                    <a:noFill/>
                  </a:ln>
                  <a:solidFill>
                    <a:srgbClr val="CCCCCC"/>
                  </a:solidFill>
                  <a:effectLst/>
                  <a:cs typeface="Arial" pitchFamily="34" charset="0"/>
                </a:rPr>
                <a:t>: uuid.uuid4() }} </a:t>
              </a:r>
            </a:p>
            <a:p>
              <a:pPr lvl="1" fontAlgn="base">
                <a:spcBef>
                  <a:spcPct val="0"/>
                </a:spcBef>
                <a:spcAft>
                  <a:spcPct val="0"/>
                </a:spcAft>
              </a:pPr>
              <a:endParaRPr lang="en-US" dirty="0">
                <a:solidFill>
                  <a:srgbClr val="CCCCCC"/>
                </a:solidFill>
                <a:cs typeface="Arial" pitchFamily="34" charset="0"/>
              </a:endParaRPr>
            </a:p>
            <a:p>
              <a:pPr lvl="1"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linkedin_topic </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CCCCCC"/>
                  </a:solidFill>
                  <a:effectLst/>
                  <a:cs typeface="Arial" pitchFamily="34" charset="0"/>
                </a:rPr>
                <a:t> </a:t>
              </a:r>
              <a:r>
                <a:rPr kumimoji="0" lang="en-US" b="0" i="0" u="none" strike="noStrike" cap="none" normalizeH="0" baseline="0" dirty="0" smtClean="0">
                  <a:ln>
                    <a:noFill/>
                  </a:ln>
                  <a:solidFill>
                    <a:srgbClr val="CC99CD"/>
                  </a:solidFill>
                  <a:effectLst/>
                  <a:cs typeface="Arial" pitchFamily="34" charset="0"/>
                </a:rPr>
                <a:t>input</a:t>
              </a:r>
              <a:r>
                <a:rPr kumimoji="0" lang="en-US" b="0" i="0" u="none" strike="noStrike" cap="none" normalizeH="0" baseline="0" dirty="0" smtClean="0">
                  <a:ln>
                    <a:noFill/>
                  </a:ln>
                  <a:solidFill>
                    <a:srgbClr val="CCCCCC"/>
                  </a:solidFill>
                  <a:effectLst/>
                  <a:cs typeface="Arial" pitchFamily="34" charset="0"/>
                </a:rPr>
                <a:t>(</a:t>
              </a:r>
              <a:r>
                <a:rPr kumimoji="0" lang="en-US" b="0" i="0" u="none" strike="noStrike" cap="none" normalizeH="0" baseline="0" dirty="0" smtClean="0">
                  <a:ln>
                    <a:noFill/>
                  </a:ln>
                  <a:solidFill>
                    <a:srgbClr val="7EC699"/>
                  </a:solidFill>
                  <a:effectLst/>
                  <a:cs typeface="Arial" pitchFamily="34" charset="0"/>
                </a:rPr>
                <a:t>"Enter your LinkedIn topic: "</a:t>
              </a:r>
              <a:r>
                <a:rPr kumimoji="0" lang="en-US" b="0" i="0" u="none" strike="noStrike" cap="none" normalizeH="0" baseline="0" dirty="0" smtClean="0">
                  <a:ln>
                    <a:noFill/>
                  </a:ln>
                  <a:solidFill>
                    <a:srgbClr val="CCCCCC"/>
                  </a:solidFill>
                  <a:effectLst/>
                  <a:cs typeface="Arial" pitchFamily="34" charset="0"/>
                </a:rPr>
                <a:t>) </a:t>
              </a:r>
            </a:p>
            <a:p>
              <a:pPr lvl="1"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initial_state </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CCCCCC"/>
                  </a:solidFill>
                  <a:effectLst/>
                  <a:cs typeface="Arial" pitchFamily="34" charset="0"/>
                </a:rPr>
                <a:t> { </a:t>
              </a:r>
              <a:r>
                <a:rPr kumimoji="0" lang="en-US" b="0" i="0" u="none" strike="noStrike" cap="none" normalizeH="0" baseline="0" dirty="0" smtClean="0">
                  <a:ln>
                    <a:noFill/>
                  </a:ln>
                  <a:solidFill>
                    <a:srgbClr val="7EC699"/>
                  </a:solidFill>
                  <a:effectLst/>
                  <a:cs typeface="Arial" pitchFamily="34" charset="0"/>
                </a:rPr>
                <a:t>"linkedin_topic"</a:t>
              </a:r>
              <a:r>
                <a:rPr kumimoji="0" lang="en-US" b="0" i="0" u="none" strike="noStrike" cap="none" normalizeH="0" baseline="0" dirty="0" smtClean="0">
                  <a:ln>
                    <a:noFill/>
                  </a:ln>
                  <a:solidFill>
                    <a:srgbClr val="CCCCCC"/>
                  </a:solidFill>
                  <a:effectLst/>
                  <a:cs typeface="Arial" pitchFamily="34" charset="0"/>
                </a:rPr>
                <a:t>: linkedin_topic, </a:t>
              </a:r>
              <a:r>
                <a:rPr kumimoji="0" lang="en-US" b="0" i="0" u="none" strike="noStrike" cap="none" normalizeH="0" baseline="0" dirty="0" smtClean="0">
                  <a:ln>
                    <a:noFill/>
                  </a:ln>
                  <a:solidFill>
                    <a:srgbClr val="7EC699"/>
                  </a:solidFill>
                  <a:effectLst/>
                  <a:cs typeface="Arial" pitchFamily="34" charset="0"/>
                </a:rPr>
                <a:t>"generated_post"</a:t>
              </a:r>
              <a:r>
                <a:rPr kumimoji="0" lang="en-US" b="0" i="0" u="none" strike="noStrike" cap="none" normalizeH="0" baseline="0" dirty="0" smtClean="0">
                  <a:ln>
                    <a:noFill/>
                  </a:ln>
                  <a:solidFill>
                    <a:srgbClr val="CCCCCC"/>
                  </a:solidFill>
                  <a:effectLst/>
                  <a:cs typeface="Arial" pitchFamily="34" charset="0"/>
                </a:rPr>
                <a:t>: [], </a:t>
              </a:r>
              <a:r>
                <a:rPr kumimoji="0" lang="en-US" b="0" i="0" u="none" strike="noStrike" cap="none" normalizeH="0" baseline="0" dirty="0" smtClean="0">
                  <a:ln>
                    <a:noFill/>
                  </a:ln>
                  <a:solidFill>
                    <a:srgbClr val="7EC699"/>
                  </a:solidFill>
                  <a:effectLst/>
                  <a:cs typeface="Arial" pitchFamily="34" charset="0"/>
                </a:rPr>
                <a:t>"human_feedback"</a:t>
              </a:r>
              <a:r>
                <a:rPr kumimoji="0" lang="en-US" b="0" i="0" u="none" strike="noStrike" cap="none" normalizeH="0" baseline="0" dirty="0" smtClean="0">
                  <a:ln>
                    <a:noFill/>
                  </a:ln>
                  <a:solidFill>
                    <a:srgbClr val="CCCCCC"/>
                  </a:solidFill>
                  <a:effectLst/>
                  <a:cs typeface="Arial" pitchFamily="34" charset="0"/>
                </a:rPr>
                <a:t>: [] } </a:t>
              </a:r>
              <a:endParaRPr kumimoji="0" lang="en-US" b="0" i="0" u="none" strike="noStrike" cap="none" normalizeH="0" baseline="0" dirty="0" smtClean="0">
                <a:ln>
                  <a:noFill/>
                </a:ln>
                <a:solidFill>
                  <a:schemeClr val="tx1"/>
                </a:solidFill>
                <a:effectLst/>
                <a:cs typeface="Arial" pitchFamily="34" charset="0"/>
              </a:endParaRPr>
            </a:p>
          </p:txBody>
        </p:sp>
        <p:sp>
          <p:nvSpPr>
            <p:cNvPr id="4" name="TextBox 3"/>
            <p:cNvSpPr txBox="1"/>
            <p:nvPr/>
          </p:nvSpPr>
          <p:spPr>
            <a:xfrm>
              <a:off x="7558997" y="388107"/>
              <a:ext cx="2499402" cy="338554"/>
            </a:xfrm>
            <a:prstGeom prst="rect">
              <a:avLst/>
            </a:prstGeom>
            <a:solidFill>
              <a:srgbClr val="00B0F0"/>
            </a:solidFill>
            <a:ln w="76200">
              <a:solidFill>
                <a:srgbClr val="00B0F0"/>
              </a:solidFill>
            </a:ln>
          </p:spPr>
          <p:txBody>
            <a:bodyPr wrap="none" rtlCol="0">
              <a:spAutoFit/>
            </a:bodyPr>
            <a:lstStyle/>
            <a:p>
              <a:r>
                <a:rPr lang="en-US" sz="1600" dirty="0" smtClean="0">
                  <a:solidFill>
                    <a:schemeClr val="bg1"/>
                  </a:solidFill>
                  <a:latin typeface="Bahnschrift" pitchFamily="34" charset="0"/>
                </a:rPr>
                <a:t>4-Multiturn Conservation</a:t>
              </a:r>
              <a:endParaRPr lang="en-IN" sz="1600" dirty="0">
                <a:solidFill>
                  <a:schemeClr val="bg1"/>
                </a:solidFill>
                <a:latin typeface="Bahnschrift" pitchFamily="34" charset="0"/>
              </a:endParaRPr>
            </a:p>
          </p:txBody>
        </p:sp>
      </p:grpSp>
    </p:spTree>
    <p:extLst>
      <p:ext uri="{BB962C8B-B14F-4D97-AF65-F5344CB8AC3E}">
        <p14:creationId xmlns:p14="http://schemas.microsoft.com/office/powerpoint/2010/main" val="5807379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grpSp>
        <p:nvGrpSpPr>
          <p:cNvPr id="7" name="Group 6"/>
          <p:cNvGrpSpPr/>
          <p:nvPr/>
        </p:nvGrpSpPr>
        <p:grpSpPr>
          <a:xfrm>
            <a:off x="450376" y="338541"/>
            <a:ext cx="9867332" cy="4038234"/>
            <a:chOff x="232012" y="338541"/>
            <a:chExt cx="9867332" cy="4038234"/>
          </a:xfrm>
        </p:grpSpPr>
        <p:sp>
          <p:nvSpPr>
            <p:cNvPr id="2" name="Rectangle 1"/>
            <p:cNvSpPr>
              <a:spLocks noChangeArrowheads="1"/>
            </p:cNvSpPr>
            <p:nvPr/>
          </p:nvSpPr>
          <p:spPr bwMode="auto">
            <a:xfrm>
              <a:off x="232012" y="338541"/>
              <a:ext cx="9867332" cy="4038234"/>
            </a:xfrm>
            <a:prstGeom prst="rect">
              <a:avLst/>
            </a:prstGeom>
            <a:solidFill>
              <a:srgbClr val="2D2D2D"/>
            </a:solidFill>
            <a:ln w="76200">
              <a:solidFill>
                <a:srgbClr val="00B0F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79350" rIns="0" bIns="79350" numCol="1" anchor="ctr" anchorCtr="0" compatLnSpc="1">
              <a:prstTxWarp prst="textNoShape">
                <a:avLst/>
              </a:prstTxWarp>
              <a:spAutoFit/>
            </a:bodyPr>
            <a:lstStyle/>
            <a:p>
              <a:pPr lvl="1"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for</a:t>
              </a:r>
              <a:r>
                <a:rPr kumimoji="0" lang="en-US" b="0" i="0" u="none" strike="noStrike" cap="none" normalizeH="0" baseline="0" dirty="0" smtClean="0">
                  <a:ln>
                    <a:noFill/>
                  </a:ln>
                  <a:solidFill>
                    <a:srgbClr val="CCCCCC"/>
                  </a:solidFill>
                  <a:effectLst/>
                  <a:cs typeface="Arial" pitchFamily="34" charset="0"/>
                </a:rPr>
                <a:t> chunk </a:t>
              </a:r>
              <a:r>
                <a:rPr kumimoji="0" lang="en-US" b="0" i="0" u="none" strike="noStrike" cap="none" normalizeH="0" baseline="0" dirty="0" smtClean="0">
                  <a:ln>
                    <a:noFill/>
                  </a:ln>
                  <a:solidFill>
                    <a:srgbClr val="CC99CD"/>
                  </a:solidFill>
                  <a:effectLst/>
                  <a:cs typeface="Arial" pitchFamily="34" charset="0"/>
                </a:rPr>
                <a:t>in</a:t>
              </a:r>
              <a:r>
                <a:rPr kumimoji="0" lang="en-US" b="0" i="0" u="none" strike="noStrike" cap="none" normalizeH="0" baseline="0" dirty="0" smtClean="0">
                  <a:ln>
                    <a:noFill/>
                  </a:ln>
                  <a:solidFill>
                    <a:srgbClr val="CCCCCC"/>
                  </a:solidFill>
                  <a:effectLst/>
                  <a:cs typeface="Arial" pitchFamily="34" charset="0"/>
                </a:rPr>
                <a:t> app.stream(initial_state, config</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CCCCCC"/>
                  </a:solidFill>
                  <a:effectLst/>
                  <a:cs typeface="Arial" pitchFamily="34" charset="0"/>
                </a:rPr>
                <a:t>thread_config): </a:t>
              </a:r>
            </a:p>
            <a:p>
              <a:pPr lvl="2"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for</a:t>
              </a:r>
              <a:r>
                <a:rPr kumimoji="0" lang="en-US" b="0" i="0" u="none" strike="noStrike" cap="none" normalizeH="0" baseline="0" dirty="0" smtClean="0">
                  <a:ln>
                    <a:noFill/>
                  </a:ln>
                  <a:solidFill>
                    <a:srgbClr val="CCCCCC"/>
                  </a:solidFill>
                  <a:effectLst/>
                  <a:cs typeface="Arial" pitchFamily="34" charset="0"/>
                </a:rPr>
                <a:t> node_id, value </a:t>
              </a:r>
              <a:r>
                <a:rPr kumimoji="0" lang="en-US" b="0" i="0" u="none" strike="noStrike" cap="none" normalizeH="0" baseline="0" dirty="0" smtClean="0">
                  <a:ln>
                    <a:noFill/>
                  </a:ln>
                  <a:solidFill>
                    <a:srgbClr val="CC99CD"/>
                  </a:solidFill>
                  <a:effectLst/>
                  <a:cs typeface="Arial" pitchFamily="34" charset="0"/>
                </a:rPr>
                <a:t>in</a:t>
              </a:r>
              <a:r>
                <a:rPr kumimoji="0" lang="en-US" b="0" i="0" u="none" strike="noStrike" cap="none" normalizeH="0" baseline="0" dirty="0" smtClean="0">
                  <a:ln>
                    <a:noFill/>
                  </a:ln>
                  <a:solidFill>
                    <a:srgbClr val="CCCCCC"/>
                  </a:solidFill>
                  <a:effectLst/>
                  <a:cs typeface="Arial" pitchFamily="34" charset="0"/>
                </a:rPr>
                <a:t> chunk.items(): </a:t>
              </a:r>
            </a:p>
            <a:p>
              <a:pPr lvl="2" fontAlgn="base">
                <a:spcBef>
                  <a:spcPct val="0"/>
                </a:spcBef>
                <a:spcAft>
                  <a:spcPct val="0"/>
                </a:spcAft>
              </a:pPr>
              <a:endParaRPr kumimoji="0" lang="en-US" b="0" i="0" u="none" strike="noStrike" cap="none" normalizeH="0" baseline="0" dirty="0" smtClean="0">
                <a:ln>
                  <a:noFill/>
                </a:ln>
                <a:solidFill>
                  <a:srgbClr val="CCCCCC"/>
                </a:solidFill>
                <a:effectLst/>
                <a:cs typeface="Arial" pitchFamily="34" charset="0"/>
              </a:endParaRPr>
            </a:p>
            <a:p>
              <a:pPr lvl="3" fontAlgn="base">
                <a:spcBef>
                  <a:spcPct val="0"/>
                </a:spcBef>
                <a:spcAft>
                  <a:spcPct val="0"/>
                </a:spcAft>
              </a:pPr>
              <a:r>
                <a:rPr kumimoji="0" lang="en-US" b="0" i="0" u="none" strike="noStrike" cap="none" normalizeH="0" baseline="0" dirty="0" smtClean="0">
                  <a:ln>
                    <a:noFill/>
                  </a:ln>
                  <a:solidFill>
                    <a:schemeClr val="accent6"/>
                  </a:solidFill>
                  <a:effectLst/>
                  <a:cs typeface="Arial" pitchFamily="34" charset="0"/>
                </a:rPr>
                <a:t># If we reach an interrupt, continuously ask for human feedback </a:t>
              </a:r>
            </a:p>
            <a:p>
              <a:pPr lvl="3"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if</a:t>
              </a:r>
              <a:r>
                <a:rPr kumimoji="0" lang="en-US" b="0" i="0" u="none" strike="noStrike" cap="none" normalizeH="0" baseline="0" dirty="0" smtClean="0">
                  <a:ln>
                    <a:noFill/>
                  </a:ln>
                  <a:solidFill>
                    <a:srgbClr val="CCCCCC"/>
                  </a:solidFill>
                  <a:effectLst/>
                  <a:cs typeface="Arial" pitchFamily="34" charset="0"/>
                </a:rPr>
                <a:t>(node_id </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CCCCCC"/>
                  </a:solidFill>
                  <a:effectLst/>
                  <a:cs typeface="Arial" pitchFamily="34" charset="0"/>
                </a:rPr>
                <a:t> </a:t>
              </a:r>
              <a:r>
                <a:rPr kumimoji="0" lang="en-US" b="0" i="0" u="none" strike="noStrike" cap="none" normalizeH="0" baseline="0" dirty="0" smtClean="0">
                  <a:ln>
                    <a:noFill/>
                  </a:ln>
                  <a:solidFill>
                    <a:srgbClr val="7EC699"/>
                  </a:solidFill>
                  <a:effectLst/>
                  <a:cs typeface="Arial" pitchFamily="34" charset="0"/>
                </a:rPr>
                <a:t>"__interrupt__"</a:t>
              </a:r>
              <a:r>
                <a:rPr kumimoji="0" lang="en-US" b="0" i="0" u="none" strike="noStrike" cap="none" normalizeH="0" baseline="0" dirty="0" smtClean="0">
                  <a:ln>
                    <a:noFill/>
                  </a:ln>
                  <a:solidFill>
                    <a:srgbClr val="CCCCCC"/>
                  </a:solidFill>
                  <a:effectLst/>
                  <a:cs typeface="Arial" pitchFamily="34" charset="0"/>
                </a:rPr>
                <a:t>): </a:t>
              </a:r>
            </a:p>
            <a:p>
              <a:pPr lvl="4"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while</a:t>
              </a:r>
              <a:r>
                <a:rPr kumimoji="0" lang="en-US" b="0" i="0" u="none" strike="noStrike" cap="none" normalizeH="0" baseline="0" dirty="0" smtClean="0">
                  <a:ln>
                    <a:noFill/>
                  </a:ln>
                  <a:solidFill>
                    <a:srgbClr val="CCCCCC"/>
                  </a:solidFill>
                  <a:effectLst/>
                  <a:cs typeface="Arial" pitchFamily="34" charset="0"/>
                </a:rPr>
                <a:t> </a:t>
              </a:r>
              <a:r>
                <a:rPr kumimoji="0" lang="en-US" b="0" i="0" u="none" strike="noStrike" cap="none" normalizeH="0" baseline="0" dirty="0" smtClean="0">
                  <a:ln>
                    <a:noFill/>
                  </a:ln>
                  <a:solidFill>
                    <a:srgbClr val="F08D49"/>
                  </a:solidFill>
                  <a:effectLst/>
                  <a:cs typeface="Arial" pitchFamily="34" charset="0"/>
                </a:rPr>
                <a:t>True</a:t>
              </a:r>
              <a:r>
                <a:rPr kumimoji="0" lang="en-US" b="0" i="0" u="none" strike="noStrike" cap="none" normalizeH="0" baseline="0" dirty="0" smtClean="0">
                  <a:ln>
                    <a:noFill/>
                  </a:ln>
                  <a:solidFill>
                    <a:srgbClr val="CCCCCC"/>
                  </a:solidFill>
                  <a:effectLst/>
                  <a:cs typeface="Arial" pitchFamily="34" charset="0"/>
                </a:rPr>
                <a:t>: </a:t>
              </a:r>
            </a:p>
            <a:p>
              <a:pPr lvl="5" fontAlgn="base">
                <a:spcBef>
                  <a:spcPct val="0"/>
                </a:spcBef>
                <a:spcAft>
                  <a:spcPct val="0"/>
                </a:spcAft>
              </a:pPr>
              <a:r>
                <a:rPr kumimoji="0" lang="en-US" b="0" i="0" u="none" strike="noStrike" cap="none" normalizeH="0" baseline="0" dirty="0" smtClean="0">
                  <a:ln>
                    <a:noFill/>
                  </a:ln>
                  <a:solidFill>
                    <a:srgbClr val="CCCCCC"/>
                  </a:solidFill>
                  <a:effectLst/>
                  <a:cs typeface="Arial" pitchFamily="34" charset="0"/>
                </a:rPr>
                <a:t>user_feedback </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CCCCCC"/>
                  </a:solidFill>
                  <a:effectLst/>
                  <a:cs typeface="Arial" pitchFamily="34" charset="0"/>
                </a:rPr>
                <a:t> </a:t>
              </a:r>
              <a:r>
                <a:rPr kumimoji="0" lang="en-US" b="0" i="0" u="none" strike="noStrike" cap="none" normalizeH="0" baseline="0" dirty="0" smtClean="0">
                  <a:ln>
                    <a:noFill/>
                  </a:ln>
                  <a:solidFill>
                    <a:srgbClr val="CC99CD"/>
                  </a:solidFill>
                  <a:effectLst/>
                  <a:cs typeface="Arial" pitchFamily="34" charset="0"/>
                </a:rPr>
                <a:t>input</a:t>
              </a:r>
              <a:r>
                <a:rPr kumimoji="0" lang="en-US" b="0" i="0" u="none" strike="noStrike" cap="none" normalizeH="0" baseline="0" dirty="0" smtClean="0">
                  <a:ln>
                    <a:noFill/>
                  </a:ln>
                  <a:solidFill>
                    <a:srgbClr val="CCCCCC"/>
                  </a:solidFill>
                  <a:effectLst/>
                  <a:cs typeface="Arial" pitchFamily="34" charset="0"/>
                </a:rPr>
                <a:t>(</a:t>
              </a:r>
              <a:r>
                <a:rPr kumimoji="0" lang="en-US" b="0" i="0" u="none" strike="noStrike" cap="none" normalizeH="0" baseline="0" dirty="0" smtClean="0">
                  <a:ln>
                    <a:noFill/>
                  </a:ln>
                  <a:solidFill>
                    <a:srgbClr val="7EC699"/>
                  </a:solidFill>
                  <a:effectLst/>
                  <a:cs typeface="Arial" pitchFamily="34" charset="0"/>
                </a:rPr>
                <a:t>"Provide feedback (or type 'done' when finished): "</a:t>
              </a:r>
              <a:r>
                <a:rPr kumimoji="0" lang="en-US" b="0" i="0" u="none" strike="noStrike" cap="none" normalizeH="0" baseline="0" dirty="0" smtClean="0">
                  <a:ln>
                    <a:noFill/>
                  </a:ln>
                  <a:solidFill>
                    <a:srgbClr val="CCCCCC"/>
                  </a:solidFill>
                  <a:effectLst/>
                  <a:cs typeface="Arial" pitchFamily="34" charset="0"/>
                </a:rPr>
                <a:t>) </a:t>
              </a:r>
            </a:p>
            <a:p>
              <a:pPr lvl="5" fontAlgn="base">
                <a:spcBef>
                  <a:spcPct val="0"/>
                </a:spcBef>
                <a:spcAft>
                  <a:spcPct val="0"/>
                </a:spcAft>
              </a:pPr>
              <a:endParaRPr lang="en-US" dirty="0">
                <a:solidFill>
                  <a:srgbClr val="CCCCCC"/>
                </a:solidFill>
                <a:cs typeface="Arial" pitchFamily="34" charset="0"/>
              </a:endParaRPr>
            </a:p>
            <a:p>
              <a:pPr lvl="5" fontAlgn="base">
                <a:spcBef>
                  <a:spcPct val="0"/>
                </a:spcBef>
                <a:spcAft>
                  <a:spcPct val="0"/>
                </a:spcAft>
              </a:pPr>
              <a:r>
                <a:rPr kumimoji="0" lang="en-US" b="0" i="0" u="none" strike="noStrike" cap="none" normalizeH="0" baseline="0" dirty="0" smtClean="0">
                  <a:ln>
                    <a:noFill/>
                  </a:ln>
                  <a:solidFill>
                    <a:schemeClr val="accent6"/>
                  </a:solidFill>
                  <a:effectLst/>
                  <a:cs typeface="Arial" pitchFamily="34" charset="0"/>
                </a:rPr>
                <a:t># Resume the graph execution with the user's feedback </a:t>
              </a:r>
              <a:r>
                <a:rPr kumimoji="0" lang="en-US" b="0" i="0" u="none" strike="noStrike" cap="none" normalizeH="0" baseline="0" dirty="0" smtClean="0">
                  <a:ln>
                    <a:noFill/>
                  </a:ln>
                  <a:solidFill>
                    <a:srgbClr val="CCCCCC"/>
                  </a:solidFill>
                  <a:effectLst/>
                  <a:cs typeface="Arial" pitchFamily="34" charset="0"/>
                </a:rPr>
                <a:t>app.invoke(Command(resume</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CCCCCC"/>
                  </a:solidFill>
                  <a:effectLst/>
                  <a:cs typeface="Arial" pitchFamily="34" charset="0"/>
                </a:rPr>
                <a:t>user_feedback), config</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CCCCCC"/>
                  </a:solidFill>
                  <a:effectLst/>
                  <a:cs typeface="Arial" pitchFamily="34" charset="0"/>
                </a:rPr>
                <a:t>thread_config) </a:t>
              </a:r>
            </a:p>
            <a:p>
              <a:pPr lvl="5" fontAlgn="base">
                <a:spcBef>
                  <a:spcPct val="0"/>
                </a:spcBef>
                <a:spcAft>
                  <a:spcPct val="0"/>
                </a:spcAft>
              </a:pPr>
              <a:endParaRPr lang="en-US" dirty="0">
                <a:solidFill>
                  <a:srgbClr val="CCCCCC"/>
                </a:solidFill>
                <a:cs typeface="Arial" pitchFamily="34" charset="0"/>
              </a:endParaRPr>
            </a:p>
            <a:p>
              <a:pPr lvl="5" fontAlgn="base">
                <a:spcBef>
                  <a:spcPct val="0"/>
                </a:spcBef>
                <a:spcAft>
                  <a:spcPct val="0"/>
                </a:spcAft>
              </a:pPr>
              <a:r>
                <a:rPr kumimoji="0" lang="en-US" b="0" i="0" u="none" strike="noStrike" cap="none" normalizeH="0" baseline="0" dirty="0" smtClean="0">
                  <a:ln>
                    <a:noFill/>
                  </a:ln>
                  <a:solidFill>
                    <a:schemeClr val="accent6"/>
                  </a:solidFill>
                  <a:effectLst/>
                  <a:cs typeface="Arial" pitchFamily="34" charset="0"/>
                </a:rPr>
                <a:t># Exit loop if user says done </a:t>
              </a:r>
            </a:p>
            <a:p>
              <a:pPr lvl="5"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if</a:t>
              </a:r>
              <a:r>
                <a:rPr kumimoji="0" lang="en-US" b="0" i="0" u="none" strike="noStrike" cap="none" normalizeH="0" baseline="0" dirty="0" smtClean="0">
                  <a:ln>
                    <a:noFill/>
                  </a:ln>
                  <a:solidFill>
                    <a:srgbClr val="CCCCCC"/>
                  </a:solidFill>
                  <a:effectLst/>
                  <a:cs typeface="Arial" pitchFamily="34" charset="0"/>
                </a:rPr>
                <a:t> user_feedback.lower() </a:t>
              </a:r>
              <a:r>
                <a:rPr kumimoji="0" lang="en-US" b="0" i="0" u="none" strike="noStrike" cap="none" normalizeH="0" baseline="0" dirty="0" smtClean="0">
                  <a:ln>
                    <a:noFill/>
                  </a:ln>
                  <a:solidFill>
                    <a:srgbClr val="67CDCC"/>
                  </a:solidFill>
                  <a:effectLst/>
                  <a:cs typeface="Arial" pitchFamily="34" charset="0"/>
                </a:rPr>
                <a:t>==</a:t>
              </a:r>
              <a:r>
                <a:rPr kumimoji="0" lang="en-US" b="0" i="0" u="none" strike="noStrike" cap="none" normalizeH="0" baseline="0" dirty="0" smtClean="0">
                  <a:ln>
                    <a:noFill/>
                  </a:ln>
                  <a:solidFill>
                    <a:srgbClr val="CCCCCC"/>
                  </a:solidFill>
                  <a:effectLst/>
                  <a:cs typeface="Arial" pitchFamily="34" charset="0"/>
                </a:rPr>
                <a:t> </a:t>
              </a:r>
              <a:r>
                <a:rPr kumimoji="0" lang="en-US" b="0" i="0" u="none" strike="noStrike" cap="none" normalizeH="0" baseline="0" dirty="0" smtClean="0">
                  <a:ln>
                    <a:noFill/>
                  </a:ln>
                  <a:solidFill>
                    <a:srgbClr val="7EC699"/>
                  </a:solidFill>
                  <a:effectLst/>
                  <a:cs typeface="Arial" pitchFamily="34" charset="0"/>
                </a:rPr>
                <a:t>"done"</a:t>
              </a:r>
              <a:r>
                <a:rPr kumimoji="0" lang="en-US" b="0" i="0" u="none" strike="noStrike" cap="none" normalizeH="0" baseline="0" dirty="0" smtClean="0">
                  <a:ln>
                    <a:noFill/>
                  </a:ln>
                  <a:solidFill>
                    <a:srgbClr val="CCCCCC"/>
                  </a:solidFill>
                  <a:effectLst/>
                  <a:cs typeface="Arial" pitchFamily="34" charset="0"/>
                </a:rPr>
                <a:t>: </a:t>
              </a:r>
            </a:p>
            <a:p>
              <a:pPr lvl="6" fontAlgn="base">
                <a:spcBef>
                  <a:spcPct val="0"/>
                </a:spcBef>
                <a:spcAft>
                  <a:spcPct val="0"/>
                </a:spcAft>
              </a:pPr>
              <a:r>
                <a:rPr kumimoji="0" lang="en-US" b="0" i="0" u="none" strike="noStrike" cap="none" normalizeH="0" baseline="0" dirty="0" smtClean="0">
                  <a:ln>
                    <a:noFill/>
                  </a:ln>
                  <a:solidFill>
                    <a:srgbClr val="CC99CD"/>
                  </a:solidFill>
                  <a:effectLst/>
                  <a:cs typeface="Arial" pitchFamily="34" charset="0"/>
                </a:rPr>
                <a:t>break</a:t>
              </a:r>
              <a:r>
                <a:rPr kumimoji="0" lang="en-US" b="0" i="0" u="none" strike="noStrike" cap="none" normalizeH="0" baseline="0" dirty="0" smtClean="0">
                  <a:ln>
                    <a:noFill/>
                  </a:ln>
                  <a:solidFill>
                    <a:schemeClr val="tx1"/>
                  </a:solidFill>
                  <a:effectLst/>
                  <a:cs typeface="Arial" pitchFamily="34" charset="0"/>
                </a:rPr>
                <a:t> </a:t>
              </a:r>
            </a:p>
          </p:txBody>
        </p:sp>
        <p:sp>
          <p:nvSpPr>
            <p:cNvPr id="6" name="TextBox 5"/>
            <p:cNvSpPr txBox="1"/>
            <p:nvPr/>
          </p:nvSpPr>
          <p:spPr>
            <a:xfrm>
              <a:off x="7558997" y="557384"/>
              <a:ext cx="2499402" cy="338554"/>
            </a:xfrm>
            <a:prstGeom prst="rect">
              <a:avLst/>
            </a:prstGeom>
            <a:solidFill>
              <a:srgbClr val="00B0F0"/>
            </a:solidFill>
            <a:ln w="76200">
              <a:solidFill>
                <a:srgbClr val="00B0F0"/>
              </a:solidFill>
            </a:ln>
          </p:spPr>
          <p:txBody>
            <a:bodyPr wrap="none" rtlCol="0">
              <a:spAutoFit/>
            </a:bodyPr>
            <a:lstStyle/>
            <a:p>
              <a:r>
                <a:rPr lang="en-US" sz="1600" dirty="0" smtClean="0">
                  <a:solidFill>
                    <a:schemeClr val="bg1"/>
                  </a:solidFill>
                  <a:latin typeface="Bahnschrift" pitchFamily="34" charset="0"/>
                </a:rPr>
                <a:t>5-Multiturn Conservation</a:t>
              </a:r>
              <a:endParaRPr lang="en-IN" sz="1600" dirty="0">
                <a:solidFill>
                  <a:schemeClr val="bg1"/>
                </a:solidFill>
                <a:latin typeface="Bahnschrift" pitchFamily="34" charset="0"/>
              </a:endParaRPr>
            </a:p>
          </p:txBody>
        </p:sp>
      </p:grpSp>
    </p:spTree>
    <p:extLst>
      <p:ext uri="{BB962C8B-B14F-4D97-AF65-F5344CB8AC3E}">
        <p14:creationId xmlns:p14="http://schemas.microsoft.com/office/powerpoint/2010/main" val="42663394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E01EE-9B82-1A8D-6A71-28923D9F4DBF}"/>
            </a:ext>
          </a:extLst>
        </p:cNvPr>
        <p:cNvGrpSpPr/>
        <p:nvPr/>
      </p:nvGrpSpPr>
      <p:grpSpPr>
        <a:xfrm>
          <a:off x="0" y="0"/>
          <a:ext cx="0" cy="0"/>
          <a:chOff x="0" y="0"/>
          <a:chExt cx="0" cy="0"/>
        </a:xfrm>
      </p:grpSpPr>
    </p:spTree>
    <p:extLst>
      <p:ext uri="{BB962C8B-B14F-4D97-AF65-F5344CB8AC3E}">
        <p14:creationId xmlns:p14="http://schemas.microsoft.com/office/powerpoint/2010/main" val="26071633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24592</TotalTime>
  <Words>2142</Words>
  <Application>Microsoft Office PowerPoint</Application>
  <PresentationFormat>Custom</PresentationFormat>
  <Paragraphs>369</Paragraphs>
  <Slides>24</Slides>
  <Notes>21</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Naman Narula</dc:creator>
  <cp:lastModifiedBy>User</cp:lastModifiedBy>
  <cp:revision>1089</cp:revision>
  <dcterms:created xsi:type="dcterms:W3CDTF">2024-01-26T15:11:46Z</dcterms:created>
  <dcterms:modified xsi:type="dcterms:W3CDTF">2026-03-30T18:44:05Z</dcterms:modified>
</cp:coreProperties>
</file>