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85" r:id="rId2"/>
    <p:sldId id="403" r:id="rId3"/>
    <p:sldId id="404" r:id="rId4"/>
    <p:sldId id="405" r:id="rId5"/>
    <p:sldId id="406" r:id="rId6"/>
    <p:sldId id="407" r:id="rId7"/>
    <p:sldId id="408" r:id="rId8"/>
    <p:sldId id="40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pendix" id="{53F305DE-E919-46C9-8C7C-4B59AF1E2526}">
          <p14:sldIdLst>
            <p14:sldId id="285"/>
          </p14:sldIdLst>
        </p14:section>
        <p14:section name="Chains" id="{4964DB67-648E-47D0-8BF9-A5CA7C73EDBF}">
          <p14:sldIdLst>
            <p14:sldId id="403"/>
            <p14:sldId id="404"/>
            <p14:sldId id="405"/>
            <p14:sldId id="406"/>
            <p14:sldId id="407"/>
            <p14:sldId id="408"/>
            <p14:sldId id="409"/>
          </p14:sldIdLst>
        </p14:section>
      </p14:sectionLst>
    </p:ex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  <a:srgbClr val="15C2FF"/>
    <a:srgbClr val="00D05E"/>
    <a:srgbClr val="FF4B21"/>
    <a:srgbClr val="FF6743"/>
    <a:srgbClr val="CC3300"/>
    <a:srgbClr val="00CC99"/>
    <a:srgbClr val="FFCC29"/>
    <a:srgbClr val="F5E47F"/>
    <a:srgbClr val="F2DB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9639D9-3454-46DB-98F0-5734C90B24A8}" v="162" dt="2024-02-29T03:48:59.932"/>
    <p1510:client id="{51280DD5-E729-4BD7-8A9F-98443B307215}" v="2" dt="2024-02-29T02:44:09.918"/>
    <p1510:client id="{F06999DA-40BE-4997-8D18-97380D22DED5}" v="101" dt="2024-02-29T15:35:34.9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89" autoAdjust="0"/>
    <p:restoredTop sz="98577" autoAdjust="0"/>
  </p:normalViewPr>
  <p:slideViewPr>
    <p:cSldViewPr snapToGrid="0">
      <p:cViewPr>
        <p:scale>
          <a:sx n="77" d="100"/>
          <a:sy n="77" d="100"/>
        </p:scale>
        <p:origin x="-240" y="-10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90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58C147-18C2-4D33-BF56-E30CA9229223}" type="datetimeFigureOut">
              <a:rPr lang="en-IN" smtClean="0"/>
              <a:t>23-02-2026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A3E4B8-F9DF-4F9A-BB59-93920507C31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7987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AFE4333-EDCB-768D-D694-4FA374C887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6FB8F6BA-A771-5199-B454-4137B42B82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AB8C62A8-5E14-FA7C-D2D9-A91C5617A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C7221-54BD-4A63-8AE7-749436A8A0E0}" type="datetime1">
              <a:rPr lang="en-US" smtClean="0"/>
              <a:t>2/23/2026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EA5CADB1-111D-22D3-EDB1-E043DC323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D733105E-4498-96A3-0C5F-A5E579283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0095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EAE6418-E00D-D82B-5A6A-A2532DB41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63E6B97-B778-7455-F70C-FD8D34E3F3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34537FB2-C318-A7C1-BABA-0AC6FA5B3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96570-B1EA-4487-BE32-F708B8E167B2}" type="datetime1">
              <a:rPr lang="en-US" smtClean="0"/>
              <a:t>2/23/2026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914FC2A1-527D-0AA9-D04D-3D2766CE0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81000CB2-5293-8DFA-B3B2-A0B592B46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6395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EC1FA87-C082-E0DD-3D37-67F1640E6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1B5F515E-EB4A-D143-3D90-D5CB688823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8B15D29-75FB-CFE9-A973-A208274B9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442CB-DE38-41A3-9AEC-FC7F477AE398}" type="datetime1">
              <a:rPr lang="en-US" smtClean="0"/>
              <a:t>2/23/2026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E9168659-4604-1E12-A046-E65E9BFA0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86A55C1A-5CB6-A517-F4CC-78B642B35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473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F354BD7-8381-6AF7-2A34-97F116432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45D5CF0-745C-8F39-DDFC-095163A6D8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D6F0486A-0B81-6F67-77F7-3933C25058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D29CEC8B-FF84-E5F1-CD4B-B7DEE25F0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9B145-4D2C-4B0D-B0F3-3793104D85F9}" type="datetime1">
              <a:rPr lang="en-US" smtClean="0"/>
              <a:t>2/23/2026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083D1157-B890-E7C2-8551-9CFA55DF1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A6834098-4893-052D-13DF-57AA37269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3845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195ED4B-5B6D-B5E5-67B7-D97BFC6B1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28083AD3-D8DD-C9C8-4A8D-6E90DEEDCC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F610F8FC-1E86-8328-5873-1F1FD4540F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7171E56A-9B29-8C99-0F9B-DFA73577B4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31551D20-42E2-AA82-6A29-ED75844F6F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12806B38-A61F-CFF2-455E-2A0DB1CBD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CBCE3-C8C5-4329-ADE4-5F8D67D78882}" type="datetime1">
              <a:rPr lang="en-US" smtClean="0"/>
              <a:t>2/23/2026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0A1ADB39-BBED-F460-3284-9B01BBA78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BAE78CB4-F5B2-2F08-FCB4-B7EFC7D9B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20971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207DB33-3161-3CA7-5DA9-9AEFA7BE3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1B459199-60FE-8A27-4D17-58FA57F03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5BDD6-391D-4D68-9A24-8E7CE46A4DC4}" type="datetime1">
              <a:rPr lang="en-US" smtClean="0"/>
              <a:t>2/23/2026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9B5772E0-839B-C3B1-7E64-0C8677352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4F5A1759-598D-988C-8124-2E5044B17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12738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F271F3F0-F2B3-F675-7BAB-1AD2134AC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E1E7A-3F60-43E8-97A9-E03FDFF3291A}" type="datetime1">
              <a:rPr lang="en-US" smtClean="0"/>
              <a:t>2/23/2026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1A44FB0A-DFB7-0737-F37C-440DCA486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9E497C01-947E-5E24-DB3F-90342EF0A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4625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8F41832-2691-E74A-0F3A-2DE9A6E44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94BD6CD-D7DC-A4E9-FD78-EA239F4F55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54C0C722-544A-95F1-1DAD-FAD83B6633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215BCDEF-8A4D-1FA5-888F-D5A3A2CEE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F2EE0-C06F-41F5-AFE0-7056E3A01EDC}" type="datetime1">
              <a:rPr lang="en-US" smtClean="0"/>
              <a:t>2/23/2026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81C4BD8F-AAAC-F32F-ABC2-37A3D3BC6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3DA79EF9-CB21-BEC5-2A25-591C945DD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1276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7BACBD3-5050-C329-F415-371491884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C4B2BE8C-8AFF-7B97-17DD-E10D476C82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B6B1A6C9-352E-F0FC-857A-200063A76E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996AEC32-A02D-AF36-A64E-290A392B4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105E1-88D0-4311-A599-0C8A6973053A}" type="datetime1">
              <a:rPr lang="en-US" smtClean="0"/>
              <a:t>2/23/2026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26B0ECF5-F111-F43D-1DD0-2623EE225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A3ED8375-499D-DCA7-5D7B-91DD95B7F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0511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AE933A4-C03D-26A7-C451-392D04E6A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C339E290-0E60-50DC-3A6D-AFC921C4E8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1DDBB31-5065-A920-BCE3-A6379F318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EA562-091E-45D6-BEDF-3C68FB2023F1}" type="datetime1">
              <a:rPr lang="en-US" smtClean="0"/>
              <a:t>2/23/2026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8650F398-CC52-3E67-DDF6-C862313CC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4272AE45-AD9E-08FA-1F71-75DFC9E00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8351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0AF91D67-8C5B-5055-B5D2-6BAAE7E950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04D31080-7646-1B9C-C36F-D2F6BB8747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DA404C4-6EA5-D815-E9B2-7CDBB94E9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14D94-52B8-43E9-A8F3-BD9E24437DA3}" type="datetime1">
              <a:rPr lang="en-US" smtClean="0"/>
              <a:t>2/23/2026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97EFDD0D-44E3-A86F-6F17-A722DA9F5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83E417A5-F8F0-AA31-71DF-34D658498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97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39A89A0B-DE9F-F1C6-643E-DCA32D53C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3953DDAA-3094-DBCE-F38B-123FB91FDD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AF0BF9E-5E8A-1649-84DC-281A5BAAC4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BC827E-01D8-46AF-B9E0-11E08B19BA59}" type="datetime1">
              <a:rPr lang="en-US" smtClean="0"/>
              <a:t>2/23/2026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5BDEDD1E-16D6-9C67-B90A-3F23927ED3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B5FC0268-EDD9-BFDA-9A07-5241871BF4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5367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cxnSp>
        <p:nvCxnSpPr>
          <p:cNvPr id="3" name="Straight Connector 2"/>
          <p:cNvCxnSpPr/>
          <p:nvPr/>
        </p:nvCxnSpPr>
        <p:spPr>
          <a:xfrm>
            <a:off x="6141493" y="1535723"/>
            <a:ext cx="13648" cy="532227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1126638" y="1038851"/>
            <a:ext cx="10936408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Google Shape;143;p1">
            <a:extLst>
              <a:ext uri="{FF2B5EF4-FFF2-40B4-BE49-F238E27FC236}">
                <a16:creationId xmlns:a16="http://schemas.microsoft.com/office/drawing/2014/main" xmlns="" id="{E4949A97-DC03-56A5-2E5A-3DD3913AA0EF}"/>
              </a:ext>
            </a:extLst>
          </p:cNvPr>
          <p:cNvSpPr txBox="1">
            <a:spLocks noGrp="1"/>
          </p:cNvSpPr>
          <p:nvPr/>
        </p:nvSpPr>
        <p:spPr>
          <a:xfrm>
            <a:off x="1401288" y="103948"/>
            <a:ext cx="4951915" cy="1113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43F49"/>
              </a:buClr>
              <a:buSzPts val="5400"/>
              <a:buFont typeface="Arial"/>
              <a:buNone/>
              <a:defRPr sz="5400" b="0" i="0" u="none" strike="noStrike" cap="none">
                <a:solidFill>
                  <a:srgbClr val="343F4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it-IT" sz="4400" b="1" dirty="0" smtClean="0">
                <a:solidFill>
                  <a:schemeClr val="tx1"/>
                </a:solidFill>
                <a:latin typeface="Segoe UI Black" pitchFamily="34" charset="0"/>
                <a:ea typeface="Segoe UI Black" pitchFamily="34" charset="0"/>
              </a:rPr>
              <a:t>L</a:t>
            </a:r>
            <a:endParaRPr lang="it-IT" sz="4400" b="1" dirty="0" smtClean="0">
              <a:solidFill>
                <a:schemeClr val="tx1"/>
              </a:solidFill>
              <a:latin typeface="Segoe UI Black" pitchFamily="34" charset="0"/>
              <a:ea typeface="Segoe UI Black" pitchFamily="34" charset="0"/>
            </a:endParaRPr>
          </a:p>
          <a:p>
            <a:endParaRPr lang="it-IT" sz="4000" b="1" dirty="0">
              <a:solidFill>
                <a:schemeClr val="tx1"/>
              </a:solidFill>
            </a:endParaRPr>
          </a:p>
        </p:txBody>
      </p:sp>
      <p:pic>
        <p:nvPicPr>
          <p:cNvPr id="2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151" y="1"/>
            <a:ext cx="1407439" cy="1166386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xmlns="" id="{8E4B4487-5609-54AF-1FCA-AB3F6B737A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0480" y="68926"/>
            <a:ext cx="2422566" cy="9384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4809077" y="659589"/>
            <a:ext cx="1265090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it-IT" sz="1600" b="1" dirty="0" smtClean="0">
                <a:latin typeface="Segoe UI Black" pitchFamily="34" charset="0"/>
                <a:ea typeface="Segoe UI Black" pitchFamily="34" charset="0"/>
              </a:rPr>
              <a:t>Langgraph</a:t>
            </a:r>
            <a:endParaRPr lang="en-IN" sz="1600" dirty="0">
              <a:latin typeface="Arial Rounded MT Bold" pitchFamily="34" charset="0"/>
            </a:endParaRPr>
          </a:p>
        </p:txBody>
      </p:sp>
      <p:grpSp>
        <p:nvGrpSpPr>
          <p:cNvPr id="15" name="Group 14"/>
          <p:cNvGrpSpPr/>
          <p:nvPr/>
        </p:nvGrpSpPr>
        <p:grpSpPr>
          <a:xfrm>
            <a:off x="1507757" y="1746132"/>
            <a:ext cx="3105185" cy="1827507"/>
            <a:chOff x="1504875" y="2190509"/>
            <a:chExt cx="2477612" cy="1827507"/>
          </a:xfrm>
        </p:grpSpPr>
        <p:grpSp>
          <p:nvGrpSpPr>
            <p:cNvPr id="16" name="Group 15"/>
            <p:cNvGrpSpPr/>
            <p:nvPr/>
          </p:nvGrpSpPr>
          <p:grpSpPr>
            <a:xfrm>
              <a:off x="1506797" y="2190509"/>
              <a:ext cx="2475690" cy="915184"/>
              <a:chOff x="1506797" y="2190509"/>
              <a:chExt cx="2475690" cy="915184"/>
            </a:xfrm>
          </p:grpSpPr>
          <p:sp>
            <p:nvSpPr>
              <p:cNvPr id="28" name="TextBox 27"/>
              <p:cNvSpPr txBox="1"/>
              <p:nvPr/>
            </p:nvSpPr>
            <p:spPr>
              <a:xfrm>
                <a:off x="1506797" y="2190509"/>
                <a:ext cx="2474729" cy="307777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endParaRPr lang="en-IN" sz="1400" dirty="0">
                  <a:latin typeface="Bahnschrift Light" pitchFamily="34" charset="0"/>
                  <a:ea typeface="Arial Unicode MS" pitchFamily="34" charset="-128"/>
                  <a:cs typeface="Arial Unicode MS" pitchFamily="34" charset="-128"/>
                </a:endParaRPr>
              </a:p>
            </p:txBody>
          </p:sp>
          <p:grpSp>
            <p:nvGrpSpPr>
              <p:cNvPr id="29" name="Group 28"/>
              <p:cNvGrpSpPr/>
              <p:nvPr/>
            </p:nvGrpSpPr>
            <p:grpSpPr>
              <a:xfrm>
                <a:off x="1507758" y="2492039"/>
                <a:ext cx="2474729" cy="613654"/>
                <a:chOff x="1522476" y="1942475"/>
                <a:chExt cx="2474729" cy="613654"/>
              </a:xfrm>
            </p:grpSpPr>
            <p:sp>
              <p:nvSpPr>
                <p:cNvPr id="30" name="TextBox 29"/>
                <p:cNvSpPr txBox="1"/>
                <p:nvPr/>
              </p:nvSpPr>
              <p:spPr>
                <a:xfrm>
                  <a:off x="1522476" y="1942475"/>
                  <a:ext cx="2474729" cy="307777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endParaRPr lang="en-IN" sz="1400" dirty="0">
                    <a:latin typeface="Bahnschrift Light" pitchFamily="34" charset="0"/>
                    <a:ea typeface="Arial Unicode MS" pitchFamily="34" charset="-128"/>
                    <a:cs typeface="Arial Unicode MS" pitchFamily="34" charset="-128"/>
                  </a:endParaRPr>
                </a:p>
              </p:txBody>
            </p:sp>
            <p:sp>
              <p:nvSpPr>
                <p:cNvPr id="31" name="TextBox 30"/>
                <p:cNvSpPr txBox="1"/>
                <p:nvPr/>
              </p:nvSpPr>
              <p:spPr>
                <a:xfrm>
                  <a:off x="1522476" y="2248352"/>
                  <a:ext cx="2474729" cy="307777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endParaRPr lang="en-IN" sz="1400" dirty="0">
                    <a:latin typeface="Bahnschrift Light" pitchFamily="34" charset="0"/>
                    <a:ea typeface="Arial Unicode MS" pitchFamily="34" charset="-128"/>
                    <a:cs typeface="Arial Unicode MS" pitchFamily="34" charset="-128"/>
                  </a:endParaRPr>
                </a:p>
              </p:txBody>
            </p:sp>
          </p:grpSp>
        </p:grpSp>
        <p:grpSp>
          <p:nvGrpSpPr>
            <p:cNvPr id="17" name="Group 16"/>
            <p:cNvGrpSpPr/>
            <p:nvPr/>
          </p:nvGrpSpPr>
          <p:grpSpPr>
            <a:xfrm>
              <a:off x="1504875" y="3102832"/>
              <a:ext cx="2475690" cy="915184"/>
              <a:chOff x="1506797" y="2190509"/>
              <a:chExt cx="2475690" cy="915184"/>
            </a:xfrm>
          </p:grpSpPr>
          <p:sp>
            <p:nvSpPr>
              <p:cNvPr id="19" name="TextBox 18"/>
              <p:cNvSpPr txBox="1"/>
              <p:nvPr/>
            </p:nvSpPr>
            <p:spPr>
              <a:xfrm>
                <a:off x="1506797" y="2190509"/>
                <a:ext cx="2474729" cy="307777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endParaRPr lang="en-IN" sz="1400" dirty="0">
                  <a:latin typeface="Bahnschrift Light" pitchFamily="34" charset="0"/>
                  <a:ea typeface="Arial Unicode MS" pitchFamily="34" charset="-128"/>
                  <a:cs typeface="Arial Unicode MS" pitchFamily="34" charset="-128"/>
                </a:endParaRPr>
              </a:p>
            </p:txBody>
          </p:sp>
          <p:grpSp>
            <p:nvGrpSpPr>
              <p:cNvPr id="20" name="Group 19"/>
              <p:cNvGrpSpPr/>
              <p:nvPr/>
            </p:nvGrpSpPr>
            <p:grpSpPr>
              <a:xfrm>
                <a:off x="1507758" y="2492039"/>
                <a:ext cx="2474729" cy="613654"/>
                <a:chOff x="1522476" y="1942475"/>
                <a:chExt cx="2474729" cy="613654"/>
              </a:xfrm>
            </p:grpSpPr>
            <p:sp>
              <p:nvSpPr>
                <p:cNvPr id="21" name="TextBox 20"/>
                <p:cNvSpPr txBox="1"/>
                <p:nvPr/>
              </p:nvSpPr>
              <p:spPr>
                <a:xfrm>
                  <a:off x="1522476" y="1942475"/>
                  <a:ext cx="2474729" cy="307777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endParaRPr lang="en-IN" sz="1400" dirty="0">
                    <a:latin typeface="Bahnschrift Light" pitchFamily="34" charset="0"/>
                    <a:ea typeface="Arial Unicode MS" pitchFamily="34" charset="-128"/>
                    <a:cs typeface="Arial Unicode MS" pitchFamily="34" charset="-128"/>
                  </a:endParaRPr>
                </a:p>
              </p:txBody>
            </p:sp>
            <p:sp>
              <p:nvSpPr>
                <p:cNvPr id="22" name="TextBox 21"/>
                <p:cNvSpPr txBox="1"/>
                <p:nvPr/>
              </p:nvSpPr>
              <p:spPr>
                <a:xfrm>
                  <a:off x="1522476" y="2248352"/>
                  <a:ext cx="2474729" cy="307777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endParaRPr lang="en-IN" sz="1400" dirty="0">
                    <a:latin typeface="Bahnschrift Light" pitchFamily="34" charset="0"/>
                    <a:ea typeface="Arial Unicode MS" pitchFamily="34" charset="-128"/>
                    <a:cs typeface="Arial Unicode MS" pitchFamily="34" charset="-128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804580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77266" y="98855"/>
            <a:ext cx="1314734" cy="108955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" name="Group 2"/>
          <p:cNvGrpSpPr/>
          <p:nvPr/>
        </p:nvGrpSpPr>
        <p:grpSpPr>
          <a:xfrm>
            <a:off x="248672" y="178130"/>
            <a:ext cx="2074398" cy="338450"/>
            <a:chOff x="248672" y="195940"/>
            <a:chExt cx="2074398" cy="338450"/>
          </a:xfrm>
        </p:grpSpPr>
        <p:cxnSp>
          <p:nvCxnSpPr>
            <p:cNvPr id="4" name="Straight Connector 3"/>
            <p:cNvCxnSpPr/>
            <p:nvPr/>
          </p:nvCxnSpPr>
          <p:spPr>
            <a:xfrm flipV="1">
              <a:off x="248672" y="528455"/>
              <a:ext cx="2074398" cy="593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ectangle 4"/>
            <p:cNvSpPr/>
            <p:nvPr/>
          </p:nvSpPr>
          <p:spPr>
            <a:xfrm>
              <a:off x="391176" y="195940"/>
              <a:ext cx="894696" cy="332515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sz="1400" dirty="0">
                  <a:latin typeface="Bahnschrift" pitchFamily="34" charset="0"/>
                </a:rPr>
                <a:t>Chains</a:t>
              </a: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285872" y="643634"/>
            <a:ext cx="33439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Chains are a series of steps and action</a:t>
            </a:r>
            <a:endParaRPr lang="en-IN" sz="1600" dirty="0"/>
          </a:p>
        </p:txBody>
      </p:sp>
      <p:sp>
        <p:nvSpPr>
          <p:cNvPr id="6" name="TextBox 5"/>
          <p:cNvSpPr txBox="1"/>
          <p:nvPr/>
        </p:nvSpPr>
        <p:spPr>
          <a:xfrm>
            <a:off x="1568666" y="1234580"/>
            <a:ext cx="80448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Chains allow us to combine multiple component together to solve a specific task and build an entire LLM Application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406913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77266" y="98855"/>
            <a:ext cx="1314734" cy="108955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06913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77266" y="98855"/>
            <a:ext cx="1314734" cy="108955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06913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77266" y="98855"/>
            <a:ext cx="1314734" cy="108955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06913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77266" y="98855"/>
            <a:ext cx="1314734" cy="108955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06913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77266" y="98855"/>
            <a:ext cx="1314734" cy="108955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06913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77266" y="98855"/>
            <a:ext cx="1314734" cy="108955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06913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38109</TotalTime>
  <Words>87</Words>
  <Application>Microsoft Office PowerPoint</Application>
  <PresentationFormat>Custom</PresentationFormat>
  <Paragraphs>22</Paragraphs>
  <Slides>8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Naman Narula</dc:creator>
  <cp:lastModifiedBy>User</cp:lastModifiedBy>
  <cp:revision>1658</cp:revision>
  <dcterms:created xsi:type="dcterms:W3CDTF">2024-01-26T15:11:46Z</dcterms:created>
  <dcterms:modified xsi:type="dcterms:W3CDTF">2026-02-23T17:52:21Z</dcterms:modified>
</cp:coreProperties>
</file>