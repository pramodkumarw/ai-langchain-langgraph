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85" r:id="rId3"/>
    <p:sldId id="336" r:id="rId4"/>
    <p:sldId id="340" r:id="rId5"/>
    <p:sldId id="32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56"/>
            <p14:sldId id="285"/>
          </p14:sldIdLst>
        </p14:section>
        <p14:section name="bb" id="{07A2C24B-26EA-4AE5-BE13-33C5B646A4C3}">
          <p14:sldIdLst>
            <p14:sldId id="336"/>
            <p14:sldId id="340"/>
            <p14:sldId id="328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FF0066"/>
    <a:srgbClr val="F2DB5B"/>
    <a:srgbClr val="D7C055"/>
    <a:srgbClr val="CC3300"/>
    <a:srgbClr val="00D05E"/>
    <a:srgbClr val="15C2FF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7" autoAdjust="0"/>
    <p:restoredTop sz="86073" autoAdjust="0"/>
  </p:normalViewPr>
  <p:slideViewPr>
    <p:cSldViewPr snapToGrid="0">
      <p:cViewPr>
        <p:scale>
          <a:sx n="81" d="100"/>
          <a:sy n="81" d="100"/>
        </p:scale>
        <p:origin x="-216" y="-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63" Type="http://schemas.microsoft.com/office/2015/10/relationships/revisionInfo" Target="revisionInfo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22-09-2025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="" xmlns:a16="http://schemas.microsoft.com/office/drawing/2014/main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095052" y="492370"/>
            <a:ext cx="9903831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Clone</a:t>
            </a:r>
            <a:endParaRPr lang="it-IT" sz="4400" b="1" dirty="0" smtClean="0">
              <a:solidFill>
                <a:schemeClr val="tx1"/>
              </a:solidFill>
              <a:latin typeface="Segoe UI Black" pitchFamily="34" charset="0"/>
              <a:ea typeface="Segoe UI Black" pitchFamily="34" charset="0"/>
            </a:endParaRP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259" y="3137754"/>
            <a:ext cx="4287056" cy="166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594" y="2567575"/>
            <a:ext cx="2773879" cy="229879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0837988" y="5136633"/>
            <a:ext cx="1160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Bahnschrift" pitchFamily="34" charset="0"/>
              </a:rPr>
              <a:t>July 2025</a:t>
            </a:r>
            <a:endParaRPr lang="en-US" dirty="0">
              <a:latin typeface="Bahnschrif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74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91117" y="1832957"/>
            <a:ext cx="2551054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j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0663" y="2201493"/>
            <a:ext cx="254150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k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91117" y="2563382"/>
            <a:ext cx="2551054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k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1117" y="2934075"/>
            <a:ext cx="2551054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d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0663" y="3299050"/>
            <a:ext cx="254150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cs typeface="Arial" pitchFamily="34" charset="0"/>
              </a:rPr>
              <a:t>c</a:t>
            </a:r>
            <a:endParaRPr lang="en-IN" sz="1200" dirty="0">
              <a:latin typeface="Bahnschrift Light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77442" y="3651369"/>
            <a:ext cx="2564729" cy="3143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77443" y="4365790"/>
            <a:ext cx="2564728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g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77442" y="3965683"/>
            <a:ext cx="256472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b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C9764481-C48B-F71F-0C2D-6C544B78BD03}"/>
              </a:ext>
            </a:extLst>
          </p:cNvPr>
          <p:cNvSpPr txBox="1">
            <a:spLocks noGrp="1"/>
          </p:cNvSpPr>
          <p:nvPr/>
        </p:nvSpPr>
        <p:spPr>
          <a:xfrm>
            <a:off x="1368872" y="243068"/>
            <a:ext cx="8954539" cy="756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600" b="1" dirty="0" smtClean="0">
                <a:solidFill>
                  <a:schemeClr val="tx1"/>
                </a:solidFill>
                <a:latin typeface="Bahnschrift" pitchFamily="34" charset="0"/>
              </a:rPr>
              <a:t>Index</a:t>
            </a:r>
            <a:r>
              <a:rPr lang="en-US" sz="4600" b="1" dirty="0">
                <a:solidFill>
                  <a:schemeClr val="tx1"/>
                </a:solidFill>
                <a:latin typeface="Bahnschrift" pitchFamily="34" charset="0"/>
              </a:rPr>
              <a:t> </a:t>
            </a:r>
            <a:endParaRPr sz="4600" b="1" dirty="0">
              <a:solidFill>
                <a:schemeClr val="tx1"/>
              </a:solidFill>
              <a:latin typeface="Bahnschrift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268223" y="1038851"/>
            <a:ext cx="1079482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114735" y="220759"/>
            <a:ext cx="3235569" cy="360567"/>
            <a:chOff x="1114735" y="220759"/>
            <a:chExt cx="3235569" cy="360567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114735" y="581326"/>
              <a:ext cx="3235569" cy="0"/>
            </a:xfrm>
            <a:prstGeom prst="lin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1219200" y="220759"/>
              <a:ext cx="3001108" cy="338554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>
              <a:spAutoFit/>
            </a:bodyPr>
            <a:lstStyle/>
            <a:p>
              <a:r>
                <a:rPr lang="en-IN" sz="1600" dirty="0" smtClean="0">
                  <a:solidFill>
                    <a:schemeClr val="bg1"/>
                  </a:solidFill>
                  <a:latin typeface="Bahnschrift" pitchFamily="34" charset="0"/>
                </a:rPr>
                <a:t>g</a:t>
              </a:r>
              <a:endParaRPr lang="en-IN" sz="16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898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89898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61800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28033</TotalTime>
  <Words>67</Words>
  <Application>Microsoft Office PowerPoint</Application>
  <PresentationFormat>Custom</PresentationFormat>
  <Paragraphs>29</Paragraphs>
  <Slides>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1164</cp:revision>
  <dcterms:created xsi:type="dcterms:W3CDTF">2024-01-26T15:11:46Z</dcterms:created>
  <dcterms:modified xsi:type="dcterms:W3CDTF">2025-09-21T19:00:39Z</dcterms:modified>
</cp:coreProperties>
</file>