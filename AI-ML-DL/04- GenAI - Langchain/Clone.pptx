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85" r:id="rId2"/>
    <p:sldId id="403" r:id="rId3"/>
    <p:sldId id="404" r:id="rId4"/>
    <p:sldId id="405" r:id="rId5"/>
    <p:sldId id="406" r:id="rId6"/>
    <p:sldId id="407" r:id="rId7"/>
    <p:sldId id="408" r:id="rId8"/>
    <p:sldId id="40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53F305DE-E919-46C9-8C7C-4B59AF1E2526}">
          <p14:sldIdLst>
            <p14:sldId id="285"/>
          </p14:sldIdLst>
        </p14:section>
        <p14:section name="Chains" id="{4964DB67-648E-47D0-8BF9-A5CA7C73EDBF}">
          <p14:sldIdLst>
            <p14:sldId id="403"/>
            <p14:sldId id="404"/>
            <p14:sldId id="405"/>
            <p14:sldId id="406"/>
            <p14:sldId id="407"/>
            <p14:sldId id="408"/>
            <p14:sldId id="409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15C2FF"/>
    <a:srgbClr val="00D05E"/>
    <a:srgbClr val="FF4B21"/>
    <a:srgbClr val="FF6743"/>
    <a:srgbClr val="CC3300"/>
    <a:srgbClr val="00CC99"/>
    <a:srgbClr val="FFCC29"/>
    <a:srgbClr val="F5E47F"/>
    <a:srgbClr val="F2D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89" autoAdjust="0"/>
    <p:restoredTop sz="98577" autoAdjust="0"/>
  </p:normalViewPr>
  <p:slideViewPr>
    <p:cSldViewPr snapToGrid="0">
      <p:cViewPr>
        <p:scale>
          <a:sx n="77" d="100"/>
          <a:sy n="77" d="100"/>
        </p:scale>
        <p:origin x="-240" y="-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141493" y="1535723"/>
            <a:ext cx="13648" cy="532227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26638" y="1038851"/>
            <a:ext cx="1093640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143;p1">
            <a:extLst>
              <a:ext uri="{FF2B5EF4-FFF2-40B4-BE49-F238E27FC236}">
                <a16:creationId xmlns:a16="http://schemas.microsoft.com/office/drawing/2014/main" xmlns="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1401288" y="103948"/>
            <a:ext cx="4951915" cy="111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4400" b="1" dirty="0" smtClean="0">
                <a:solidFill>
                  <a:schemeClr val="tx1"/>
                </a:solidFill>
                <a:latin typeface="Segoe UI Black" pitchFamily="34" charset="0"/>
                <a:ea typeface="Segoe UI Black" pitchFamily="34" charset="0"/>
              </a:rPr>
              <a:t>Chains </a:t>
            </a:r>
          </a:p>
          <a:p>
            <a:endParaRPr lang="it-IT" sz="4000" b="1" dirty="0">
              <a:solidFill>
                <a:schemeClr val="tx1"/>
              </a:solidFill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51" y="1"/>
            <a:ext cx="1407439" cy="116638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480" y="68926"/>
            <a:ext cx="2422566" cy="938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1506796" y="1542342"/>
            <a:ext cx="2474730" cy="925166"/>
            <a:chOff x="1522475" y="1942475"/>
            <a:chExt cx="2474730" cy="925166"/>
          </a:xfrm>
        </p:grpSpPr>
        <p:sp>
          <p:nvSpPr>
            <p:cNvPr id="9" name="TextBox 8"/>
            <p:cNvSpPr txBox="1"/>
            <p:nvPr/>
          </p:nvSpPr>
          <p:spPr>
            <a:xfrm>
              <a:off x="1522476" y="1942475"/>
              <a:ext cx="24747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Neural network &amp; History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522475" y="2262356"/>
              <a:ext cx="24747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Component of Neural network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522476" y="2590642"/>
              <a:ext cx="24747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  <a:hlinkClick r:id="" action="ppaction://noaction"/>
                </a:rPr>
                <a:t>Activation Function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809077" y="659589"/>
            <a:ext cx="120417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1600" b="1" dirty="0">
                <a:latin typeface="Segoe UI Black" pitchFamily="34" charset="0"/>
                <a:ea typeface="Segoe UI Black" pitchFamily="34" charset="0"/>
              </a:rPr>
              <a:t>Langchain</a:t>
            </a:r>
            <a:endParaRPr lang="en-IN" sz="1600" dirty="0"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58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248672" y="178130"/>
            <a:ext cx="2074398" cy="338450"/>
            <a:chOff x="248672" y="195940"/>
            <a:chExt cx="2074398" cy="338450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248672" y="528455"/>
              <a:ext cx="2074398" cy="59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/>
            <p:cNvSpPr/>
            <p:nvPr/>
          </p:nvSpPr>
          <p:spPr>
            <a:xfrm>
              <a:off x="391176" y="195940"/>
              <a:ext cx="894696" cy="33251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400" dirty="0">
                  <a:latin typeface="Bahnschrift" pitchFamily="34" charset="0"/>
                </a:rPr>
                <a:t>Chains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285872" y="643634"/>
            <a:ext cx="33439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Chains are a series of steps and action</a:t>
            </a:r>
            <a:endParaRPr lang="en-IN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1568666" y="1234580"/>
            <a:ext cx="8044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Chains allow us to combine multiple component together to solve a specific task and build an entire LLM Application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38109</TotalTime>
  <Words>97</Words>
  <Application>Microsoft Office PowerPoint</Application>
  <PresentationFormat>Custom</PresentationFormat>
  <Paragraphs>25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1657</cp:revision>
  <dcterms:created xsi:type="dcterms:W3CDTF">2024-01-26T15:11:46Z</dcterms:created>
  <dcterms:modified xsi:type="dcterms:W3CDTF">2026-02-24T17:12:29Z</dcterms:modified>
</cp:coreProperties>
</file>