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revisionInfo.xml" ContentType="application/vnd.ms-powerpoint.revisioninfo+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8"/>
  </p:notesMasterIdLst>
  <p:sldIdLst>
    <p:sldId id="323" r:id="rId2"/>
    <p:sldId id="427" r:id="rId3"/>
    <p:sldId id="256" r:id="rId4"/>
    <p:sldId id="422" r:id="rId5"/>
    <p:sldId id="439" r:id="rId6"/>
    <p:sldId id="443" r:id="rId7"/>
    <p:sldId id="442" r:id="rId8"/>
    <p:sldId id="441" r:id="rId9"/>
    <p:sldId id="440" r:id="rId10"/>
    <p:sldId id="446" r:id="rId11"/>
    <p:sldId id="444" r:id="rId12"/>
    <p:sldId id="445" r:id="rId13"/>
    <p:sldId id="449" r:id="rId14"/>
    <p:sldId id="447" r:id="rId15"/>
    <p:sldId id="448" r:id="rId16"/>
    <p:sldId id="416" r:id="rId1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Appendix" id="{F7019FAC-E7A5-43E9-B9F1-CAF1DA55EE0C}">
          <p14:sldIdLst>
            <p14:sldId id="323"/>
            <p14:sldId id="427"/>
            <p14:sldId id="256"/>
          </p14:sldIdLst>
        </p14:section>
        <p14:section name="Basics" id="{FEB3B35D-C60A-4223-8E10-10DFC2E07C67}">
          <p14:sldIdLst>
            <p14:sldId id="422"/>
            <p14:sldId id="439"/>
            <p14:sldId id="443"/>
          </p14:sldIdLst>
        </p14:section>
        <p14:section name="LengthBased Text Splitting" id="{F8AB17A8-4A01-4F41-AC77-72937BC7E3BC}">
          <p14:sldIdLst>
            <p14:sldId id="442"/>
            <p14:sldId id="441"/>
            <p14:sldId id="440"/>
            <p14:sldId id="446"/>
          </p14:sldIdLst>
        </p14:section>
        <p14:section name="Structured based TextSplitter" id="{2861559A-9D98-41C0-AA2A-F63FB6008952}">
          <p14:sldIdLst>
            <p14:sldId id="444"/>
            <p14:sldId id="445"/>
            <p14:sldId id="449"/>
          </p14:sldIdLst>
        </p14:section>
        <p14:section name="python code Splitter" id="{93F69115-52E0-4AA9-BE34-F281E642F873}">
          <p14:sldIdLst>
            <p14:sldId id="447"/>
          </p14:sldIdLst>
        </p14:section>
        <p14:section name="Semantic meaning Based" id="{74CB7287-01E0-4319-837A-9E517E087D22}">
          <p14:sldIdLst>
            <p14:sldId id="448"/>
          </p14:sldIdLst>
        </p14:section>
        <p14:section name="Q&amp;A" id="{1564124F-F372-4CB6-8FA8-28282C184CBB}">
          <p14:sldIdLst>
            <p14:sldId id="416"/>
          </p14:sldIdLst>
        </p14:section>
      </p14:sectionLst>
    </p:ext>
    <p:ext uri="{EFAFB233-063F-42B5-8137-9DF3F51BA10A}">
      <p15:sldGuideLst xmlns:p15="http://schemas.microsoft.com/office/powerpoint/2012/main" xmlns=""/>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3399FF"/>
    <a:srgbClr val="FF0066"/>
    <a:srgbClr val="00CC99"/>
    <a:srgbClr val="CC3300"/>
    <a:srgbClr val="000000"/>
    <a:srgbClr val="0066FF"/>
    <a:srgbClr val="15C2FF"/>
    <a:srgbClr val="00D05E"/>
    <a:srgbClr val="D7C055"/>
    <a:srgbClr val="F2DB5B"/>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xmlns=""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259639D9-3454-46DB-98F0-5734C90B24A8}" v="162" dt="2024-02-29T03:48:59.932"/>
    <p1510:client id="{51280DD5-E729-4BD7-8A9F-98443B307215}" v="2" dt="2024-02-29T02:44:09.918"/>
    <p1510:client id="{F06999DA-40BE-4997-8D18-97380D22DED5}" v="101" dt="2024-02-29T15:35:34.929"/>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8124" autoAdjust="0"/>
    <p:restoredTop sz="86073" autoAdjust="0"/>
  </p:normalViewPr>
  <p:slideViewPr>
    <p:cSldViewPr snapToGrid="0">
      <p:cViewPr>
        <p:scale>
          <a:sx n="79" d="100"/>
          <a:sy n="79" d="100"/>
        </p:scale>
        <p:origin x="-648" y="-96"/>
      </p:cViewPr>
      <p:guideLst>
        <p:guide orient="horz" pos="2160"/>
        <p:guide pos="3840"/>
      </p:guideLst>
    </p:cSldViewPr>
  </p:slideViewPr>
  <p:outlineViewPr>
    <p:cViewPr>
      <p:scale>
        <a:sx n="33" d="100"/>
        <a:sy n="33" d="100"/>
      </p:scale>
      <p:origin x="0" y="0"/>
    </p:cViewPr>
  </p:outlin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8" Type="http://schemas.microsoft.com/office/2015/10/relationships/revisionInfo" Target="revisionInfo.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BF58C147-18C2-4D33-BF56-E30CA9229223}" type="datetimeFigureOut">
              <a:rPr lang="en-IN" smtClean="0"/>
              <a:t>25-05-2025</a:t>
            </a:fld>
            <a:endParaRPr lang="en-IN"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37A3E4B8-F9DF-4F9A-BB59-93920507C31C}" type="slidenum">
              <a:rPr lang="en-IN" smtClean="0"/>
              <a:t>‹#›</a:t>
            </a:fld>
            <a:endParaRPr lang="en-IN" dirty="0"/>
          </a:p>
        </p:txBody>
      </p:sp>
    </p:spTree>
    <p:extLst>
      <p:ext uri="{BB962C8B-B14F-4D97-AF65-F5344CB8AC3E}">
        <p14:creationId xmlns:p14="http://schemas.microsoft.com/office/powerpoint/2010/main" val="141798747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44662A70-DFBD-127F-D5CC-9B0F1A56272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xmlns="" id="{6F420B84-9022-B7D2-9C67-0FDA0433D49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xmlns="" id="{3AC76129-7A35-2EDC-3B76-87ED8A84114D}"/>
              </a:ext>
            </a:extLst>
          </p:cNvPr>
          <p:cNvSpPr>
            <a:spLocks noGrp="1"/>
          </p:cNvSpPr>
          <p:nvPr>
            <p:ph type="body" idx="1"/>
          </p:nvPr>
        </p:nvSpPr>
        <p:spPr/>
        <p:txBody>
          <a:bodyPr/>
          <a:lstStyle/>
          <a:p>
            <a:endParaRPr lang="en-GB" dirty="0"/>
          </a:p>
        </p:txBody>
      </p:sp>
      <p:sp>
        <p:nvSpPr>
          <p:cNvPr id="4" name="Slide Number Placeholder 3">
            <a:extLst>
              <a:ext uri="{FF2B5EF4-FFF2-40B4-BE49-F238E27FC236}">
                <a16:creationId xmlns:a16="http://schemas.microsoft.com/office/drawing/2014/main" xmlns="" id="{2BF5D66A-BD02-F7EA-3FAB-C98B27E37E51}"/>
              </a:ext>
            </a:extLst>
          </p:cNvPr>
          <p:cNvSpPr>
            <a:spLocks noGrp="1"/>
          </p:cNvSpPr>
          <p:nvPr>
            <p:ph type="sldNum" sz="quarter" idx="5"/>
          </p:nvPr>
        </p:nvSpPr>
        <p:spPr/>
        <p:txBody>
          <a:bodyPr/>
          <a:lstStyle/>
          <a:p>
            <a:fld id="{37A3E4B8-F9DF-4F9A-BB59-93920507C31C}" type="slidenum">
              <a:rPr lang="en-IN" smtClean="0"/>
              <a:t>2</a:t>
            </a:fld>
            <a:endParaRPr lang="en-IN" dirty="0"/>
          </a:p>
        </p:txBody>
      </p:sp>
    </p:spTree>
    <p:extLst>
      <p:ext uri="{BB962C8B-B14F-4D97-AF65-F5344CB8AC3E}">
        <p14:creationId xmlns:p14="http://schemas.microsoft.com/office/powerpoint/2010/main" val="47922681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44662A70-DFBD-127F-D5CC-9B0F1A56272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xmlns="" id="{6F420B84-9022-B7D2-9C67-0FDA0433D49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xmlns="" id="{3AC76129-7A35-2EDC-3B76-87ED8A84114D}"/>
              </a:ext>
            </a:extLst>
          </p:cNvPr>
          <p:cNvSpPr>
            <a:spLocks noGrp="1"/>
          </p:cNvSpPr>
          <p:nvPr>
            <p:ph type="body" idx="1"/>
          </p:nvPr>
        </p:nvSpPr>
        <p:spPr/>
        <p:txBody>
          <a:bodyPr/>
          <a:lstStyle/>
          <a:p>
            <a:endParaRPr lang="en-GB" dirty="0"/>
          </a:p>
        </p:txBody>
      </p:sp>
      <p:sp>
        <p:nvSpPr>
          <p:cNvPr id="4" name="Slide Number Placeholder 3">
            <a:extLst>
              <a:ext uri="{FF2B5EF4-FFF2-40B4-BE49-F238E27FC236}">
                <a16:creationId xmlns:a16="http://schemas.microsoft.com/office/drawing/2014/main" xmlns="" id="{2BF5D66A-BD02-F7EA-3FAB-C98B27E37E51}"/>
              </a:ext>
            </a:extLst>
          </p:cNvPr>
          <p:cNvSpPr>
            <a:spLocks noGrp="1"/>
          </p:cNvSpPr>
          <p:nvPr>
            <p:ph type="sldNum" sz="quarter" idx="5"/>
          </p:nvPr>
        </p:nvSpPr>
        <p:spPr/>
        <p:txBody>
          <a:bodyPr/>
          <a:lstStyle/>
          <a:p>
            <a:fld id="{37A3E4B8-F9DF-4F9A-BB59-93920507C31C}" type="slidenum">
              <a:rPr lang="en-IN" smtClean="0"/>
              <a:t>4</a:t>
            </a:fld>
            <a:endParaRPr lang="en-IN" dirty="0"/>
          </a:p>
        </p:txBody>
      </p:sp>
    </p:spTree>
    <p:extLst>
      <p:ext uri="{BB962C8B-B14F-4D97-AF65-F5344CB8AC3E}">
        <p14:creationId xmlns:p14="http://schemas.microsoft.com/office/powerpoint/2010/main" val="184700443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dirty="0"/>
              <a:t>Content: https://www.linkedin.com/pulse/chunking-strategies-ai-data-kash-kashyap-0lghe/</a:t>
            </a:r>
          </a:p>
          <a:p>
            <a:endParaRPr lang="en-IN" dirty="0"/>
          </a:p>
        </p:txBody>
      </p:sp>
      <p:sp>
        <p:nvSpPr>
          <p:cNvPr id="4" name="Slide Number Placeholder 3"/>
          <p:cNvSpPr>
            <a:spLocks noGrp="1"/>
          </p:cNvSpPr>
          <p:nvPr>
            <p:ph type="sldNum" sz="quarter" idx="5"/>
          </p:nvPr>
        </p:nvSpPr>
        <p:spPr/>
        <p:txBody>
          <a:bodyPr/>
          <a:lstStyle/>
          <a:p>
            <a:fld id="{37A3E4B8-F9DF-4F9A-BB59-93920507C31C}" type="slidenum">
              <a:rPr lang="en-IN" smtClean="0"/>
              <a:t>5</a:t>
            </a:fld>
            <a:endParaRPr lang="en-IN" dirty="0"/>
          </a:p>
        </p:txBody>
      </p:sp>
    </p:spTree>
    <p:extLst>
      <p:ext uri="{BB962C8B-B14F-4D97-AF65-F5344CB8AC3E}">
        <p14:creationId xmlns:p14="http://schemas.microsoft.com/office/powerpoint/2010/main" val="203221232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dirty="0"/>
              <a:t>Content: https://www.linkedin.com/pulse/chunking-strategies-ai-data-kash-kashyap-0lghe/</a:t>
            </a:r>
          </a:p>
          <a:p>
            <a:endParaRPr lang="en-IN" dirty="0"/>
          </a:p>
        </p:txBody>
      </p:sp>
      <p:sp>
        <p:nvSpPr>
          <p:cNvPr id="4" name="Slide Number Placeholder 3"/>
          <p:cNvSpPr>
            <a:spLocks noGrp="1"/>
          </p:cNvSpPr>
          <p:nvPr>
            <p:ph type="sldNum" sz="quarter" idx="5"/>
          </p:nvPr>
        </p:nvSpPr>
        <p:spPr/>
        <p:txBody>
          <a:bodyPr/>
          <a:lstStyle/>
          <a:p>
            <a:fld id="{37A3E4B8-F9DF-4F9A-BB59-93920507C31C}" type="slidenum">
              <a:rPr lang="en-IN" smtClean="0"/>
              <a:t>6</a:t>
            </a:fld>
            <a:endParaRPr lang="en-IN" dirty="0"/>
          </a:p>
        </p:txBody>
      </p:sp>
    </p:spTree>
    <p:extLst>
      <p:ext uri="{BB962C8B-B14F-4D97-AF65-F5344CB8AC3E}">
        <p14:creationId xmlns:p14="http://schemas.microsoft.com/office/powerpoint/2010/main" val="203221232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dirty="0"/>
              <a:t>Content: https://www.linkedin.com/pulse/chunking-strategies-ai-data-kash-kashyap-0lghe/</a:t>
            </a:r>
          </a:p>
          <a:p>
            <a:endParaRPr lang="en-IN" dirty="0"/>
          </a:p>
        </p:txBody>
      </p:sp>
      <p:sp>
        <p:nvSpPr>
          <p:cNvPr id="4" name="Slide Number Placeholder 3"/>
          <p:cNvSpPr>
            <a:spLocks noGrp="1"/>
          </p:cNvSpPr>
          <p:nvPr>
            <p:ph type="sldNum" sz="quarter" idx="5"/>
          </p:nvPr>
        </p:nvSpPr>
        <p:spPr/>
        <p:txBody>
          <a:bodyPr/>
          <a:lstStyle/>
          <a:p>
            <a:fld id="{37A3E4B8-F9DF-4F9A-BB59-93920507C31C}" type="slidenum">
              <a:rPr lang="en-IN" smtClean="0"/>
              <a:t>7</a:t>
            </a:fld>
            <a:endParaRPr lang="en-IN" dirty="0"/>
          </a:p>
        </p:txBody>
      </p:sp>
    </p:spTree>
    <p:extLst>
      <p:ext uri="{BB962C8B-B14F-4D97-AF65-F5344CB8AC3E}">
        <p14:creationId xmlns:p14="http://schemas.microsoft.com/office/powerpoint/2010/main" val="203221232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dirty="0"/>
              <a:t>Content: https://www.linkedin.com/pulse/chunking-strategies-ai-data-kash-kashyap-0lghe/</a:t>
            </a:r>
          </a:p>
          <a:p>
            <a:endParaRPr lang="en-IN" dirty="0"/>
          </a:p>
        </p:txBody>
      </p:sp>
      <p:sp>
        <p:nvSpPr>
          <p:cNvPr id="4" name="Slide Number Placeholder 3"/>
          <p:cNvSpPr>
            <a:spLocks noGrp="1"/>
          </p:cNvSpPr>
          <p:nvPr>
            <p:ph type="sldNum" sz="quarter" idx="5"/>
          </p:nvPr>
        </p:nvSpPr>
        <p:spPr/>
        <p:txBody>
          <a:bodyPr/>
          <a:lstStyle/>
          <a:p>
            <a:fld id="{37A3E4B8-F9DF-4F9A-BB59-93920507C31C}" type="slidenum">
              <a:rPr lang="en-IN" smtClean="0"/>
              <a:t>8</a:t>
            </a:fld>
            <a:endParaRPr lang="en-IN" dirty="0"/>
          </a:p>
        </p:txBody>
      </p:sp>
    </p:spTree>
    <p:extLst>
      <p:ext uri="{BB962C8B-B14F-4D97-AF65-F5344CB8AC3E}">
        <p14:creationId xmlns:p14="http://schemas.microsoft.com/office/powerpoint/2010/main" val="203221232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dirty="0"/>
              <a:t>Content: https://www.linkedin.com/pulse/chunking-strategies-ai-data-kash-kashyap-0lghe/</a:t>
            </a:r>
          </a:p>
          <a:p>
            <a:endParaRPr lang="en-IN" dirty="0"/>
          </a:p>
        </p:txBody>
      </p:sp>
      <p:sp>
        <p:nvSpPr>
          <p:cNvPr id="4" name="Slide Number Placeholder 3"/>
          <p:cNvSpPr>
            <a:spLocks noGrp="1"/>
          </p:cNvSpPr>
          <p:nvPr>
            <p:ph type="sldNum" sz="quarter" idx="5"/>
          </p:nvPr>
        </p:nvSpPr>
        <p:spPr/>
        <p:txBody>
          <a:bodyPr/>
          <a:lstStyle/>
          <a:p>
            <a:fld id="{37A3E4B8-F9DF-4F9A-BB59-93920507C31C}" type="slidenum">
              <a:rPr lang="en-IN" smtClean="0"/>
              <a:t>9</a:t>
            </a:fld>
            <a:endParaRPr lang="en-IN" dirty="0"/>
          </a:p>
        </p:txBody>
      </p:sp>
    </p:spTree>
    <p:extLst>
      <p:ext uri="{BB962C8B-B14F-4D97-AF65-F5344CB8AC3E}">
        <p14:creationId xmlns:p14="http://schemas.microsoft.com/office/powerpoint/2010/main" val="203221232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dirty="0"/>
              <a:t>Content: https://www.linkedin.com/pulse/chunking-strategies-ai-data-kash-kashyap-0lghe/</a:t>
            </a:r>
          </a:p>
          <a:p>
            <a:endParaRPr lang="en-IN" dirty="0"/>
          </a:p>
        </p:txBody>
      </p:sp>
      <p:sp>
        <p:nvSpPr>
          <p:cNvPr id="4" name="Slide Number Placeholder 3"/>
          <p:cNvSpPr>
            <a:spLocks noGrp="1"/>
          </p:cNvSpPr>
          <p:nvPr>
            <p:ph type="sldNum" sz="quarter" idx="5"/>
          </p:nvPr>
        </p:nvSpPr>
        <p:spPr/>
        <p:txBody>
          <a:bodyPr/>
          <a:lstStyle/>
          <a:p>
            <a:fld id="{37A3E4B8-F9DF-4F9A-BB59-93920507C31C}" type="slidenum">
              <a:rPr lang="en-IN" smtClean="0"/>
              <a:t>10</a:t>
            </a:fld>
            <a:endParaRPr lang="en-IN" dirty="0"/>
          </a:p>
        </p:txBody>
      </p:sp>
    </p:spTree>
    <p:extLst>
      <p:ext uri="{BB962C8B-B14F-4D97-AF65-F5344CB8AC3E}">
        <p14:creationId xmlns:p14="http://schemas.microsoft.com/office/powerpoint/2010/main" val="2032212329"/>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dirty="0"/>
              <a:t>Content: https://www.linkedin.com/pulse/chunking-strategies-ai-data-kash-kashyap-0lghe/</a:t>
            </a:r>
          </a:p>
          <a:p>
            <a:endParaRPr lang="en-IN" dirty="0"/>
          </a:p>
        </p:txBody>
      </p:sp>
      <p:sp>
        <p:nvSpPr>
          <p:cNvPr id="4" name="Slide Number Placeholder 3"/>
          <p:cNvSpPr>
            <a:spLocks noGrp="1"/>
          </p:cNvSpPr>
          <p:nvPr>
            <p:ph type="sldNum" sz="quarter" idx="5"/>
          </p:nvPr>
        </p:nvSpPr>
        <p:spPr/>
        <p:txBody>
          <a:bodyPr/>
          <a:lstStyle/>
          <a:p>
            <a:fld id="{37A3E4B8-F9DF-4F9A-BB59-93920507C31C}" type="slidenum">
              <a:rPr lang="en-IN" smtClean="0"/>
              <a:t>11</a:t>
            </a:fld>
            <a:endParaRPr lang="en-IN" dirty="0"/>
          </a:p>
        </p:txBody>
      </p:sp>
    </p:spTree>
    <p:extLst>
      <p:ext uri="{BB962C8B-B14F-4D97-AF65-F5344CB8AC3E}">
        <p14:creationId xmlns:p14="http://schemas.microsoft.com/office/powerpoint/2010/main" val="2032212329"/>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dirty="0"/>
              <a:t>Content: https://www.linkedin.com/pulse/chunking-strategies-ai-data-kash-kashyap-0lghe/</a:t>
            </a:r>
          </a:p>
          <a:p>
            <a:endParaRPr lang="en-IN" dirty="0"/>
          </a:p>
        </p:txBody>
      </p:sp>
      <p:sp>
        <p:nvSpPr>
          <p:cNvPr id="4" name="Slide Number Placeholder 3"/>
          <p:cNvSpPr>
            <a:spLocks noGrp="1"/>
          </p:cNvSpPr>
          <p:nvPr>
            <p:ph type="sldNum" sz="quarter" idx="5"/>
          </p:nvPr>
        </p:nvSpPr>
        <p:spPr/>
        <p:txBody>
          <a:bodyPr/>
          <a:lstStyle/>
          <a:p>
            <a:fld id="{37A3E4B8-F9DF-4F9A-BB59-93920507C31C}" type="slidenum">
              <a:rPr lang="en-IN" smtClean="0"/>
              <a:t>12</a:t>
            </a:fld>
            <a:endParaRPr lang="en-IN" dirty="0"/>
          </a:p>
        </p:txBody>
      </p:sp>
    </p:spTree>
    <p:extLst>
      <p:ext uri="{BB962C8B-B14F-4D97-AF65-F5344CB8AC3E}">
        <p14:creationId xmlns:p14="http://schemas.microsoft.com/office/powerpoint/2010/main" val="2032212329"/>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dirty="0"/>
              <a:t>Content: https://www.linkedin.com/pulse/chunking-strategies-ai-data-kash-kashyap-0lghe/</a:t>
            </a:r>
          </a:p>
          <a:p>
            <a:endParaRPr lang="en-IN" dirty="0"/>
          </a:p>
        </p:txBody>
      </p:sp>
      <p:sp>
        <p:nvSpPr>
          <p:cNvPr id="4" name="Slide Number Placeholder 3"/>
          <p:cNvSpPr>
            <a:spLocks noGrp="1"/>
          </p:cNvSpPr>
          <p:nvPr>
            <p:ph type="sldNum" sz="quarter" idx="5"/>
          </p:nvPr>
        </p:nvSpPr>
        <p:spPr/>
        <p:txBody>
          <a:bodyPr/>
          <a:lstStyle/>
          <a:p>
            <a:fld id="{37A3E4B8-F9DF-4F9A-BB59-93920507C31C}" type="slidenum">
              <a:rPr lang="en-IN" smtClean="0"/>
              <a:t>13</a:t>
            </a:fld>
            <a:endParaRPr lang="en-IN" dirty="0"/>
          </a:p>
        </p:txBody>
      </p:sp>
    </p:spTree>
    <p:extLst>
      <p:ext uri="{BB962C8B-B14F-4D97-AF65-F5344CB8AC3E}">
        <p14:creationId xmlns:p14="http://schemas.microsoft.com/office/powerpoint/2010/main" val="2032212329"/>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dirty="0"/>
              <a:t>Content: https://www.linkedin.com/pulse/chunking-strategies-ai-data-kash-kashyap-0lghe/</a:t>
            </a:r>
          </a:p>
          <a:p>
            <a:endParaRPr lang="en-IN" dirty="0"/>
          </a:p>
        </p:txBody>
      </p:sp>
      <p:sp>
        <p:nvSpPr>
          <p:cNvPr id="4" name="Slide Number Placeholder 3"/>
          <p:cNvSpPr>
            <a:spLocks noGrp="1"/>
          </p:cNvSpPr>
          <p:nvPr>
            <p:ph type="sldNum" sz="quarter" idx="5"/>
          </p:nvPr>
        </p:nvSpPr>
        <p:spPr/>
        <p:txBody>
          <a:bodyPr/>
          <a:lstStyle/>
          <a:p>
            <a:fld id="{37A3E4B8-F9DF-4F9A-BB59-93920507C31C}" type="slidenum">
              <a:rPr lang="en-IN" smtClean="0"/>
              <a:t>14</a:t>
            </a:fld>
            <a:endParaRPr lang="en-IN" dirty="0"/>
          </a:p>
        </p:txBody>
      </p:sp>
    </p:spTree>
    <p:extLst>
      <p:ext uri="{BB962C8B-B14F-4D97-AF65-F5344CB8AC3E}">
        <p14:creationId xmlns:p14="http://schemas.microsoft.com/office/powerpoint/2010/main" val="2032212329"/>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dirty="0"/>
              <a:t>Content: https://www.linkedin.com/pulse/chunking-strategies-ai-data-kash-kashyap-0lghe/</a:t>
            </a:r>
          </a:p>
          <a:p>
            <a:endParaRPr lang="en-IN" dirty="0"/>
          </a:p>
        </p:txBody>
      </p:sp>
      <p:sp>
        <p:nvSpPr>
          <p:cNvPr id="4" name="Slide Number Placeholder 3"/>
          <p:cNvSpPr>
            <a:spLocks noGrp="1"/>
          </p:cNvSpPr>
          <p:nvPr>
            <p:ph type="sldNum" sz="quarter" idx="5"/>
          </p:nvPr>
        </p:nvSpPr>
        <p:spPr/>
        <p:txBody>
          <a:bodyPr/>
          <a:lstStyle/>
          <a:p>
            <a:fld id="{37A3E4B8-F9DF-4F9A-BB59-93920507C31C}" type="slidenum">
              <a:rPr lang="en-IN" smtClean="0"/>
              <a:t>15</a:t>
            </a:fld>
            <a:endParaRPr lang="en-IN" dirty="0"/>
          </a:p>
        </p:txBody>
      </p:sp>
    </p:spTree>
    <p:extLst>
      <p:ext uri="{BB962C8B-B14F-4D97-AF65-F5344CB8AC3E}">
        <p14:creationId xmlns:p14="http://schemas.microsoft.com/office/powerpoint/2010/main" val="203221232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0AFE4333-EDCB-768D-D694-4FA374C887CA}"/>
              </a:ext>
            </a:extLst>
          </p:cNvPr>
          <p:cNvSpPr>
            <a:spLocks noGrp="1"/>
          </p:cNvSpPr>
          <p:nvPr>
            <p:ph type="ctrTitle"/>
          </p:nvPr>
        </p:nvSpPr>
        <p:spPr>
          <a:xfrm>
            <a:off x="1524000" y="1122363"/>
            <a:ext cx="9144000" cy="2387600"/>
          </a:xfrm>
        </p:spPr>
        <p:txBody>
          <a:bodyPr anchor="b"/>
          <a:lstStyle>
            <a:lvl1pPr algn="ctr">
              <a:defRPr sz="6000"/>
            </a:lvl1pPr>
          </a:lstStyle>
          <a:p>
            <a:r>
              <a:rPr lang="en-GB"/>
              <a:t>Click to edit Master title style</a:t>
            </a:r>
            <a:endParaRPr lang="en-US"/>
          </a:p>
        </p:txBody>
      </p:sp>
      <p:sp>
        <p:nvSpPr>
          <p:cNvPr id="3" name="Subtitle 2">
            <a:extLst>
              <a:ext uri="{FF2B5EF4-FFF2-40B4-BE49-F238E27FC236}">
                <a16:creationId xmlns:a16="http://schemas.microsoft.com/office/drawing/2014/main" xmlns="" id="{6FB8F6BA-A771-5199-B454-4137B42B826B}"/>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endParaRPr lang="en-US"/>
          </a:p>
        </p:txBody>
      </p:sp>
      <p:sp>
        <p:nvSpPr>
          <p:cNvPr id="4" name="Date Placeholder 3">
            <a:extLst>
              <a:ext uri="{FF2B5EF4-FFF2-40B4-BE49-F238E27FC236}">
                <a16:creationId xmlns:a16="http://schemas.microsoft.com/office/drawing/2014/main" xmlns="" id="{AB8C62A8-5E14-FA7C-D2D9-A91C5617AEE2}"/>
              </a:ext>
            </a:extLst>
          </p:cNvPr>
          <p:cNvSpPr>
            <a:spLocks noGrp="1"/>
          </p:cNvSpPr>
          <p:nvPr>
            <p:ph type="dt" sz="half" idx="10"/>
          </p:nvPr>
        </p:nvSpPr>
        <p:spPr/>
        <p:txBody>
          <a:bodyPr/>
          <a:lstStyle/>
          <a:p>
            <a:fld id="{617C7221-54BD-4A63-8AE7-749436A8A0E0}" type="datetime1">
              <a:rPr lang="en-US" smtClean="0"/>
              <a:t>5/25/2025</a:t>
            </a:fld>
            <a:endParaRPr lang="en-US" dirty="0"/>
          </a:p>
        </p:txBody>
      </p:sp>
      <p:sp>
        <p:nvSpPr>
          <p:cNvPr id="5" name="Footer Placeholder 4">
            <a:extLst>
              <a:ext uri="{FF2B5EF4-FFF2-40B4-BE49-F238E27FC236}">
                <a16:creationId xmlns:a16="http://schemas.microsoft.com/office/drawing/2014/main" xmlns="" id="{EA5CADB1-111D-22D3-EDB1-E043DC323ABF}"/>
              </a:ext>
            </a:extLst>
          </p:cNvPr>
          <p:cNvSpPr>
            <a:spLocks noGrp="1"/>
          </p:cNvSpPr>
          <p:nvPr>
            <p:ph type="ftr" sz="quarter" idx="11"/>
          </p:nvPr>
        </p:nvSpPr>
        <p:spPr/>
        <p:txBody>
          <a:bodyPr/>
          <a:lstStyle/>
          <a:p>
            <a:r>
              <a:rPr lang="en-US" dirty="0"/>
              <a:t>Navigating the Future of Learning​</a:t>
            </a:r>
          </a:p>
        </p:txBody>
      </p:sp>
      <p:sp>
        <p:nvSpPr>
          <p:cNvPr id="6" name="Slide Number Placeholder 5">
            <a:extLst>
              <a:ext uri="{FF2B5EF4-FFF2-40B4-BE49-F238E27FC236}">
                <a16:creationId xmlns:a16="http://schemas.microsoft.com/office/drawing/2014/main" xmlns="" id="{D733105E-4498-96A3-0C5F-A5E579283B92}"/>
              </a:ext>
            </a:extLst>
          </p:cNvPr>
          <p:cNvSpPr>
            <a:spLocks noGrp="1"/>
          </p:cNvSpPr>
          <p:nvPr>
            <p:ph type="sldNum" sz="quarter" idx="12"/>
          </p:nvPr>
        </p:nvSpPr>
        <p:spPr/>
        <p:txBody>
          <a:bodyPr/>
          <a:lstStyle/>
          <a:p>
            <a:fld id="{BA3362F8-88F8-1F49-86F0-D11B2D99FEE0}" type="slidenum">
              <a:rPr lang="en-US" smtClean="0"/>
              <a:t>‹#›</a:t>
            </a:fld>
            <a:endParaRPr lang="en-US" dirty="0"/>
          </a:p>
        </p:txBody>
      </p:sp>
    </p:spTree>
    <p:extLst>
      <p:ext uri="{BB962C8B-B14F-4D97-AF65-F5344CB8AC3E}">
        <p14:creationId xmlns:p14="http://schemas.microsoft.com/office/powerpoint/2010/main" val="260009540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7EAE6418-E00D-D82B-5A6A-A2532DB41F10}"/>
              </a:ext>
            </a:extLst>
          </p:cNvPr>
          <p:cNvSpPr>
            <a:spLocks noGrp="1"/>
          </p:cNvSpPr>
          <p:nvPr>
            <p:ph type="title"/>
          </p:nvPr>
        </p:nvSpPr>
        <p:spPr/>
        <p:txBody>
          <a:bodyPr/>
          <a:lstStyle/>
          <a:p>
            <a:r>
              <a:rPr lang="en-GB"/>
              <a:t>Click to edit Master title style</a:t>
            </a:r>
            <a:endParaRPr lang="en-US"/>
          </a:p>
        </p:txBody>
      </p:sp>
      <p:sp>
        <p:nvSpPr>
          <p:cNvPr id="3" name="Content Placeholder 2">
            <a:extLst>
              <a:ext uri="{FF2B5EF4-FFF2-40B4-BE49-F238E27FC236}">
                <a16:creationId xmlns:a16="http://schemas.microsoft.com/office/drawing/2014/main" xmlns="" id="{F63E6B97-B778-7455-F70C-FD8D34E3F3DF}"/>
              </a:ext>
            </a:extLst>
          </p:cNvPr>
          <p:cNvSpPr>
            <a:spLocks noGrp="1"/>
          </p:cNvSpPr>
          <p:nvPr>
            <p:ph idx="1"/>
          </p:nvPr>
        </p:nvSpPr>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xmlns="" id="{34537FB2-C318-A7C1-BABA-0AC6FA5B35AC}"/>
              </a:ext>
            </a:extLst>
          </p:cNvPr>
          <p:cNvSpPr>
            <a:spLocks noGrp="1"/>
          </p:cNvSpPr>
          <p:nvPr>
            <p:ph type="dt" sz="half" idx="10"/>
          </p:nvPr>
        </p:nvSpPr>
        <p:spPr/>
        <p:txBody>
          <a:bodyPr/>
          <a:lstStyle/>
          <a:p>
            <a:fld id="{15296570-B1EA-4487-BE32-F708B8E167B2}" type="datetime1">
              <a:rPr lang="en-US" smtClean="0"/>
              <a:t>5/25/2025</a:t>
            </a:fld>
            <a:endParaRPr lang="en-US" dirty="0"/>
          </a:p>
        </p:txBody>
      </p:sp>
      <p:sp>
        <p:nvSpPr>
          <p:cNvPr id="5" name="Footer Placeholder 4">
            <a:extLst>
              <a:ext uri="{FF2B5EF4-FFF2-40B4-BE49-F238E27FC236}">
                <a16:creationId xmlns:a16="http://schemas.microsoft.com/office/drawing/2014/main" xmlns="" id="{914FC2A1-527D-0AA9-D04D-3D2766CE0E10}"/>
              </a:ext>
            </a:extLst>
          </p:cNvPr>
          <p:cNvSpPr>
            <a:spLocks noGrp="1"/>
          </p:cNvSpPr>
          <p:nvPr>
            <p:ph type="ftr" sz="quarter" idx="11"/>
          </p:nvPr>
        </p:nvSpPr>
        <p:spPr/>
        <p:txBody>
          <a:bodyPr/>
          <a:lstStyle/>
          <a:p>
            <a:r>
              <a:rPr lang="en-US" dirty="0"/>
              <a:t>Navigating the Future of Learning​</a:t>
            </a:r>
          </a:p>
        </p:txBody>
      </p:sp>
      <p:sp>
        <p:nvSpPr>
          <p:cNvPr id="6" name="Slide Number Placeholder 5">
            <a:extLst>
              <a:ext uri="{FF2B5EF4-FFF2-40B4-BE49-F238E27FC236}">
                <a16:creationId xmlns:a16="http://schemas.microsoft.com/office/drawing/2014/main" xmlns="" id="{81000CB2-5293-8DFA-B3B2-A0B592B46511}"/>
              </a:ext>
            </a:extLst>
          </p:cNvPr>
          <p:cNvSpPr>
            <a:spLocks noGrp="1"/>
          </p:cNvSpPr>
          <p:nvPr>
            <p:ph type="sldNum" sz="quarter" idx="12"/>
          </p:nvPr>
        </p:nvSpPr>
        <p:spPr/>
        <p:txBody>
          <a:bodyPr/>
          <a:lstStyle/>
          <a:p>
            <a:fld id="{BA3362F8-88F8-1F49-86F0-D11B2D99FEE0}" type="slidenum">
              <a:rPr lang="en-US" smtClean="0"/>
              <a:t>‹#›</a:t>
            </a:fld>
            <a:endParaRPr lang="en-US" dirty="0"/>
          </a:p>
        </p:txBody>
      </p:sp>
    </p:spTree>
    <p:extLst>
      <p:ext uri="{BB962C8B-B14F-4D97-AF65-F5344CB8AC3E}">
        <p14:creationId xmlns:p14="http://schemas.microsoft.com/office/powerpoint/2010/main" val="280639551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AEC1FA87-C082-E0DD-3D37-67F1640E6768}"/>
              </a:ext>
            </a:extLst>
          </p:cNvPr>
          <p:cNvSpPr>
            <a:spLocks noGrp="1"/>
          </p:cNvSpPr>
          <p:nvPr>
            <p:ph type="title"/>
          </p:nvPr>
        </p:nvSpPr>
        <p:spPr>
          <a:xfrm>
            <a:off x="831850" y="1709738"/>
            <a:ext cx="10515600" cy="2852737"/>
          </a:xfrm>
        </p:spPr>
        <p:txBody>
          <a:bodyPr anchor="b"/>
          <a:lstStyle>
            <a:lvl1pPr>
              <a:defRPr sz="6000"/>
            </a:lvl1pPr>
          </a:lstStyle>
          <a:p>
            <a:r>
              <a:rPr lang="en-GB"/>
              <a:t>Click to edit Master title style</a:t>
            </a:r>
            <a:endParaRPr lang="en-US"/>
          </a:p>
        </p:txBody>
      </p:sp>
      <p:sp>
        <p:nvSpPr>
          <p:cNvPr id="3" name="Text Placeholder 2">
            <a:extLst>
              <a:ext uri="{FF2B5EF4-FFF2-40B4-BE49-F238E27FC236}">
                <a16:creationId xmlns:a16="http://schemas.microsoft.com/office/drawing/2014/main" xmlns="" id="{1B5F515E-EB4A-D143-3D90-D5CB688823BA}"/>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GB"/>
              <a:t>Click to edit Master text styles</a:t>
            </a:r>
          </a:p>
        </p:txBody>
      </p:sp>
      <p:sp>
        <p:nvSpPr>
          <p:cNvPr id="4" name="Date Placeholder 3">
            <a:extLst>
              <a:ext uri="{FF2B5EF4-FFF2-40B4-BE49-F238E27FC236}">
                <a16:creationId xmlns:a16="http://schemas.microsoft.com/office/drawing/2014/main" xmlns="" id="{88B15D29-75FB-CFE9-A973-A208274B95BA}"/>
              </a:ext>
            </a:extLst>
          </p:cNvPr>
          <p:cNvSpPr>
            <a:spLocks noGrp="1"/>
          </p:cNvSpPr>
          <p:nvPr>
            <p:ph type="dt" sz="half" idx="10"/>
          </p:nvPr>
        </p:nvSpPr>
        <p:spPr/>
        <p:txBody>
          <a:bodyPr/>
          <a:lstStyle/>
          <a:p>
            <a:fld id="{4F9442CB-DE38-41A3-9AEC-FC7F477AE398}" type="datetime1">
              <a:rPr lang="en-US" smtClean="0"/>
              <a:t>5/25/2025</a:t>
            </a:fld>
            <a:endParaRPr lang="en-US" dirty="0"/>
          </a:p>
        </p:txBody>
      </p:sp>
      <p:sp>
        <p:nvSpPr>
          <p:cNvPr id="5" name="Footer Placeholder 4">
            <a:extLst>
              <a:ext uri="{FF2B5EF4-FFF2-40B4-BE49-F238E27FC236}">
                <a16:creationId xmlns:a16="http://schemas.microsoft.com/office/drawing/2014/main" xmlns="" id="{E9168659-4604-1E12-A046-E65E9BFA0D3E}"/>
              </a:ext>
            </a:extLst>
          </p:cNvPr>
          <p:cNvSpPr>
            <a:spLocks noGrp="1"/>
          </p:cNvSpPr>
          <p:nvPr>
            <p:ph type="ftr" sz="quarter" idx="11"/>
          </p:nvPr>
        </p:nvSpPr>
        <p:spPr/>
        <p:txBody>
          <a:bodyPr/>
          <a:lstStyle/>
          <a:p>
            <a:r>
              <a:rPr lang="en-US" dirty="0"/>
              <a:t>Navigating the Future of Learning​</a:t>
            </a:r>
          </a:p>
        </p:txBody>
      </p:sp>
      <p:sp>
        <p:nvSpPr>
          <p:cNvPr id="6" name="Slide Number Placeholder 5">
            <a:extLst>
              <a:ext uri="{FF2B5EF4-FFF2-40B4-BE49-F238E27FC236}">
                <a16:creationId xmlns:a16="http://schemas.microsoft.com/office/drawing/2014/main" xmlns="" id="{86A55C1A-5CB6-A517-F4CC-78B642B353A1}"/>
              </a:ext>
            </a:extLst>
          </p:cNvPr>
          <p:cNvSpPr>
            <a:spLocks noGrp="1"/>
          </p:cNvSpPr>
          <p:nvPr>
            <p:ph type="sldNum" sz="quarter" idx="12"/>
          </p:nvPr>
        </p:nvSpPr>
        <p:spPr/>
        <p:txBody>
          <a:bodyPr/>
          <a:lstStyle/>
          <a:p>
            <a:fld id="{BA3362F8-88F8-1F49-86F0-D11B2D99FEE0}" type="slidenum">
              <a:rPr lang="en-US" smtClean="0"/>
              <a:t>‹#›</a:t>
            </a:fld>
            <a:endParaRPr lang="en-US" dirty="0"/>
          </a:p>
        </p:txBody>
      </p:sp>
    </p:spTree>
    <p:extLst>
      <p:ext uri="{BB962C8B-B14F-4D97-AF65-F5344CB8AC3E}">
        <p14:creationId xmlns:p14="http://schemas.microsoft.com/office/powerpoint/2010/main" val="408547348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5F354BD7-8381-6AF7-2A34-97F116432198}"/>
              </a:ext>
            </a:extLst>
          </p:cNvPr>
          <p:cNvSpPr>
            <a:spLocks noGrp="1"/>
          </p:cNvSpPr>
          <p:nvPr>
            <p:ph type="title"/>
          </p:nvPr>
        </p:nvSpPr>
        <p:spPr/>
        <p:txBody>
          <a:bodyPr/>
          <a:lstStyle/>
          <a:p>
            <a:r>
              <a:rPr lang="en-GB"/>
              <a:t>Click to edit Master title style</a:t>
            </a:r>
            <a:endParaRPr lang="en-US"/>
          </a:p>
        </p:txBody>
      </p:sp>
      <p:sp>
        <p:nvSpPr>
          <p:cNvPr id="3" name="Content Placeholder 2">
            <a:extLst>
              <a:ext uri="{FF2B5EF4-FFF2-40B4-BE49-F238E27FC236}">
                <a16:creationId xmlns:a16="http://schemas.microsoft.com/office/drawing/2014/main" xmlns="" id="{745D5CF0-745C-8F39-DDFC-095163A6D86D}"/>
              </a:ext>
            </a:extLst>
          </p:cNvPr>
          <p:cNvSpPr>
            <a:spLocks noGrp="1"/>
          </p:cNvSpPr>
          <p:nvPr>
            <p:ph sz="half" idx="1"/>
          </p:nvPr>
        </p:nvSpPr>
        <p:spPr>
          <a:xfrm>
            <a:off x="838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Content Placeholder 3">
            <a:extLst>
              <a:ext uri="{FF2B5EF4-FFF2-40B4-BE49-F238E27FC236}">
                <a16:creationId xmlns:a16="http://schemas.microsoft.com/office/drawing/2014/main" xmlns="" id="{D6F0486A-0B81-6F67-77F7-3933C2505882}"/>
              </a:ext>
            </a:extLst>
          </p:cNvPr>
          <p:cNvSpPr>
            <a:spLocks noGrp="1"/>
          </p:cNvSpPr>
          <p:nvPr>
            <p:ph sz="half" idx="2"/>
          </p:nvPr>
        </p:nvSpPr>
        <p:spPr>
          <a:xfrm>
            <a:off x="6172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Date Placeholder 4">
            <a:extLst>
              <a:ext uri="{FF2B5EF4-FFF2-40B4-BE49-F238E27FC236}">
                <a16:creationId xmlns:a16="http://schemas.microsoft.com/office/drawing/2014/main" xmlns="" id="{D29CEC8B-FF84-E5F1-CD4B-B7DEE25F0DBA}"/>
              </a:ext>
            </a:extLst>
          </p:cNvPr>
          <p:cNvSpPr>
            <a:spLocks noGrp="1"/>
          </p:cNvSpPr>
          <p:nvPr>
            <p:ph type="dt" sz="half" idx="10"/>
          </p:nvPr>
        </p:nvSpPr>
        <p:spPr/>
        <p:txBody>
          <a:bodyPr/>
          <a:lstStyle/>
          <a:p>
            <a:fld id="{4259B145-4D2C-4B0D-B0F3-3793104D85F9}" type="datetime1">
              <a:rPr lang="en-US" smtClean="0"/>
              <a:t>5/25/2025</a:t>
            </a:fld>
            <a:endParaRPr lang="en-US" dirty="0"/>
          </a:p>
        </p:txBody>
      </p:sp>
      <p:sp>
        <p:nvSpPr>
          <p:cNvPr id="6" name="Footer Placeholder 5">
            <a:extLst>
              <a:ext uri="{FF2B5EF4-FFF2-40B4-BE49-F238E27FC236}">
                <a16:creationId xmlns:a16="http://schemas.microsoft.com/office/drawing/2014/main" xmlns="" id="{083D1157-B890-E7C2-8551-9CFA55DF17F2}"/>
              </a:ext>
            </a:extLst>
          </p:cNvPr>
          <p:cNvSpPr>
            <a:spLocks noGrp="1"/>
          </p:cNvSpPr>
          <p:nvPr>
            <p:ph type="ftr" sz="quarter" idx="11"/>
          </p:nvPr>
        </p:nvSpPr>
        <p:spPr/>
        <p:txBody>
          <a:bodyPr/>
          <a:lstStyle/>
          <a:p>
            <a:r>
              <a:rPr lang="en-US" dirty="0"/>
              <a:t>Navigating the Future of Learning​</a:t>
            </a:r>
          </a:p>
        </p:txBody>
      </p:sp>
      <p:sp>
        <p:nvSpPr>
          <p:cNvPr id="7" name="Slide Number Placeholder 6">
            <a:extLst>
              <a:ext uri="{FF2B5EF4-FFF2-40B4-BE49-F238E27FC236}">
                <a16:creationId xmlns:a16="http://schemas.microsoft.com/office/drawing/2014/main" xmlns="" id="{A6834098-4893-052D-13DF-57AA3726911C}"/>
              </a:ext>
            </a:extLst>
          </p:cNvPr>
          <p:cNvSpPr>
            <a:spLocks noGrp="1"/>
          </p:cNvSpPr>
          <p:nvPr>
            <p:ph type="sldNum" sz="quarter" idx="12"/>
          </p:nvPr>
        </p:nvSpPr>
        <p:spPr/>
        <p:txBody>
          <a:bodyPr/>
          <a:lstStyle/>
          <a:p>
            <a:fld id="{BA3362F8-88F8-1F49-86F0-D11B2D99FEE0}" type="slidenum">
              <a:rPr lang="en-US" smtClean="0"/>
              <a:t>‹#›</a:t>
            </a:fld>
            <a:endParaRPr lang="en-US" dirty="0"/>
          </a:p>
        </p:txBody>
      </p:sp>
    </p:spTree>
    <p:extLst>
      <p:ext uri="{BB962C8B-B14F-4D97-AF65-F5344CB8AC3E}">
        <p14:creationId xmlns:p14="http://schemas.microsoft.com/office/powerpoint/2010/main" val="150384502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A195ED4B-5B6D-B5E5-67B7-D97BFC6B16D2}"/>
              </a:ext>
            </a:extLst>
          </p:cNvPr>
          <p:cNvSpPr>
            <a:spLocks noGrp="1"/>
          </p:cNvSpPr>
          <p:nvPr>
            <p:ph type="title"/>
          </p:nvPr>
        </p:nvSpPr>
        <p:spPr>
          <a:xfrm>
            <a:off x="839788" y="365125"/>
            <a:ext cx="10515600" cy="1325563"/>
          </a:xfrm>
        </p:spPr>
        <p:txBody>
          <a:bodyPr/>
          <a:lstStyle/>
          <a:p>
            <a:r>
              <a:rPr lang="en-GB"/>
              <a:t>Click to edit Master title style</a:t>
            </a:r>
            <a:endParaRPr lang="en-US"/>
          </a:p>
        </p:txBody>
      </p:sp>
      <p:sp>
        <p:nvSpPr>
          <p:cNvPr id="3" name="Text Placeholder 2">
            <a:extLst>
              <a:ext uri="{FF2B5EF4-FFF2-40B4-BE49-F238E27FC236}">
                <a16:creationId xmlns:a16="http://schemas.microsoft.com/office/drawing/2014/main" xmlns="" id="{28083AD3-D8DD-C9C8-4A8D-6E90DEEDCC52}"/>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4" name="Content Placeholder 3">
            <a:extLst>
              <a:ext uri="{FF2B5EF4-FFF2-40B4-BE49-F238E27FC236}">
                <a16:creationId xmlns:a16="http://schemas.microsoft.com/office/drawing/2014/main" xmlns="" id="{F610F8FC-1E86-8328-5873-1F1FD4540F26}"/>
              </a:ext>
            </a:extLst>
          </p:cNvPr>
          <p:cNvSpPr>
            <a:spLocks noGrp="1"/>
          </p:cNvSpPr>
          <p:nvPr>
            <p:ph sz="half" idx="2"/>
          </p:nvPr>
        </p:nvSpPr>
        <p:spPr>
          <a:xfrm>
            <a:off x="839788" y="2505075"/>
            <a:ext cx="5157787"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Text Placeholder 4">
            <a:extLst>
              <a:ext uri="{FF2B5EF4-FFF2-40B4-BE49-F238E27FC236}">
                <a16:creationId xmlns:a16="http://schemas.microsoft.com/office/drawing/2014/main" xmlns="" id="{7171E56A-9B29-8C99-0F9B-DFA73577B4C9}"/>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6" name="Content Placeholder 5">
            <a:extLst>
              <a:ext uri="{FF2B5EF4-FFF2-40B4-BE49-F238E27FC236}">
                <a16:creationId xmlns:a16="http://schemas.microsoft.com/office/drawing/2014/main" xmlns="" id="{31551D20-42E2-AA82-6A29-ED75844F6FA3}"/>
              </a:ext>
            </a:extLst>
          </p:cNvPr>
          <p:cNvSpPr>
            <a:spLocks noGrp="1"/>
          </p:cNvSpPr>
          <p:nvPr>
            <p:ph sz="quarter" idx="4"/>
          </p:nvPr>
        </p:nvSpPr>
        <p:spPr>
          <a:xfrm>
            <a:off x="6172200" y="2505075"/>
            <a:ext cx="5183188"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7" name="Date Placeholder 6">
            <a:extLst>
              <a:ext uri="{FF2B5EF4-FFF2-40B4-BE49-F238E27FC236}">
                <a16:creationId xmlns:a16="http://schemas.microsoft.com/office/drawing/2014/main" xmlns="" id="{12806B38-A61F-CFF2-455E-2A0DB1CBD281}"/>
              </a:ext>
            </a:extLst>
          </p:cNvPr>
          <p:cNvSpPr>
            <a:spLocks noGrp="1"/>
          </p:cNvSpPr>
          <p:nvPr>
            <p:ph type="dt" sz="half" idx="10"/>
          </p:nvPr>
        </p:nvSpPr>
        <p:spPr/>
        <p:txBody>
          <a:bodyPr/>
          <a:lstStyle/>
          <a:p>
            <a:fld id="{041CBCE3-C8C5-4329-ADE4-5F8D67D78882}" type="datetime1">
              <a:rPr lang="en-US" smtClean="0"/>
              <a:t>5/25/2025</a:t>
            </a:fld>
            <a:endParaRPr lang="en-US" dirty="0"/>
          </a:p>
        </p:txBody>
      </p:sp>
      <p:sp>
        <p:nvSpPr>
          <p:cNvPr id="8" name="Footer Placeholder 7">
            <a:extLst>
              <a:ext uri="{FF2B5EF4-FFF2-40B4-BE49-F238E27FC236}">
                <a16:creationId xmlns:a16="http://schemas.microsoft.com/office/drawing/2014/main" xmlns="" id="{0A1ADB39-BBED-F460-3284-9B01BBA78120}"/>
              </a:ext>
            </a:extLst>
          </p:cNvPr>
          <p:cNvSpPr>
            <a:spLocks noGrp="1"/>
          </p:cNvSpPr>
          <p:nvPr>
            <p:ph type="ftr" sz="quarter" idx="11"/>
          </p:nvPr>
        </p:nvSpPr>
        <p:spPr/>
        <p:txBody>
          <a:bodyPr/>
          <a:lstStyle/>
          <a:p>
            <a:r>
              <a:rPr lang="en-US" dirty="0"/>
              <a:t>Navigating the Future of Learning​</a:t>
            </a:r>
          </a:p>
        </p:txBody>
      </p:sp>
      <p:sp>
        <p:nvSpPr>
          <p:cNvPr id="9" name="Slide Number Placeholder 8">
            <a:extLst>
              <a:ext uri="{FF2B5EF4-FFF2-40B4-BE49-F238E27FC236}">
                <a16:creationId xmlns:a16="http://schemas.microsoft.com/office/drawing/2014/main" xmlns="" id="{BAE78CB4-F5B2-2F08-FCB4-B7EFC7D9B5DD}"/>
              </a:ext>
            </a:extLst>
          </p:cNvPr>
          <p:cNvSpPr>
            <a:spLocks noGrp="1"/>
          </p:cNvSpPr>
          <p:nvPr>
            <p:ph type="sldNum" sz="quarter" idx="12"/>
          </p:nvPr>
        </p:nvSpPr>
        <p:spPr/>
        <p:txBody>
          <a:bodyPr/>
          <a:lstStyle/>
          <a:p>
            <a:fld id="{BA3362F8-88F8-1F49-86F0-D11B2D99FEE0}" type="slidenum">
              <a:rPr lang="en-US" smtClean="0"/>
              <a:t>‹#›</a:t>
            </a:fld>
            <a:endParaRPr lang="en-US" dirty="0"/>
          </a:p>
        </p:txBody>
      </p:sp>
    </p:spTree>
    <p:extLst>
      <p:ext uri="{BB962C8B-B14F-4D97-AF65-F5344CB8AC3E}">
        <p14:creationId xmlns:p14="http://schemas.microsoft.com/office/powerpoint/2010/main" val="174209718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6207DB33-3161-3CA7-5DA9-9AEFA7BE3D99}"/>
              </a:ext>
            </a:extLst>
          </p:cNvPr>
          <p:cNvSpPr>
            <a:spLocks noGrp="1"/>
          </p:cNvSpPr>
          <p:nvPr>
            <p:ph type="title"/>
          </p:nvPr>
        </p:nvSpPr>
        <p:spPr/>
        <p:txBody>
          <a:bodyPr/>
          <a:lstStyle/>
          <a:p>
            <a:r>
              <a:rPr lang="en-GB"/>
              <a:t>Click to edit Master title style</a:t>
            </a:r>
            <a:endParaRPr lang="en-US"/>
          </a:p>
        </p:txBody>
      </p:sp>
      <p:sp>
        <p:nvSpPr>
          <p:cNvPr id="3" name="Date Placeholder 2">
            <a:extLst>
              <a:ext uri="{FF2B5EF4-FFF2-40B4-BE49-F238E27FC236}">
                <a16:creationId xmlns:a16="http://schemas.microsoft.com/office/drawing/2014/main" xmlns="" id="{1B459199-60FE-8A27-4D17-58FA57F038D5}"/>
              </a:ext>
            </a:extLst>
          </p:cNvPr>
          <p:cNvSpPr>
            <a:spLocks noGrp="1"/>
          </p:cNvSpPr>
          <p:nvPr>
            <p:ph type="dt" sz="half" idx="10"/>
          </p:nvPr>
        </p:nvSpPr>
        <p:spPr/>
        <p:txBody>
          <a:bodyPr/>
          <a:lstStyle/>
          <a:p>
            <a:fld id="{EA95BDD6-391D-4D68-9A24-8E7CE46A4DC4}" type="datetime1">
              <a:rPr lang="en-US" smtClean="0"/>
              <a:t>5/25/2025</a:t>
            </a:fld>
            <a:endParaRPr lang="en-US" dirty="0"/>
          </a:p>
        </p:txBody>
      </p:sp>
      <p:sp>
        <p:nvSpPr>
          <p:cNvPr id="4" name="Footer Placeholder 3">
            <a:extLst>
              <a:ext uri="{FF2B5EF4-FFF2-40B4-BE49-F238E27FC236}">
                <a16:creationId xmlns:a16="http://schemas.microsoft.com/office/drawing/2014/main" xmlns="" id="{9B5772E0-839B-C3B1-7E64-0C8677352A57}"/>
              </a:ext>
            </a:extLst>
          </p:cNvPr>
          <p:cNvSpPr>
            <a:spLocks noGrp="1"/>
          </p:cNvSpPr>
          <p:nvPr>
            <p:ph type="ftr" sz="quarter" idx="11"/>
          </p:nvPr>
        </p:nvSpPr>
        <p:spPr/>
        <p:txBody>
          <a:bodyPr/>
          <a:lstStyle/>
          <a:p>
            <a:r>
              <a:rPr lang="en-US" dirty="0"/>
              <a:t>Navigating the Future of Learning​</a:t>
            </a:r>
          </a:p>
        </p:txBody>
      </p:sp>
      <p:sp>
        <p:nvSpPr>
          <p:cNvPr id="5" name="Slide Number Placeholder 4">
            <a:extLst>
              <a:ext uri="{FF2B5EF4-FFF2-40B4-BE49-F238E27FC236}">
                <a16:creationId xmlns:a16="http://schemas.microsoft.com/office/drawing/2014/main" xmlns="" id="{4F5A1759-598D-988C-8124-2E5044B1744E}"/>
              </a:ext>
            </a:extLst>
          </p:cNvPr>
          <p:cNvSpPr>
            <a:spLocks noGrp="1"/>
          </p:cNvSpPr>
          <p:nvPr>
            <p:ph type="sldNum" sz="quarter" idx="12"/>
          </p:nvPr>
        </p:nvSpPr>
        <p:spPr/>
        <p:txBody>
          <a:bodyPr/>
          <a:lstStyle/>
          <a:p>
            <a:fld id="{BA3362F8-88F8-1F49-86F0-D11B2D99FEE0}" type="slidenum">
              <a:rPr lang="en-US" smtClean="0"/>
              <a:t>‹#›</a:t>
            </a:fld>
            <a:endParaRPr lang="en-US" dirty="0"/>
          </a:p>
        </p:txBody>
      </p:sp>
    </p:spTree>
    <p:extLst>
      <p:ext uri="{BB962C8B-B14F-4D97-AF65-F5344CB8AC3E}">
        <p14:creationId xmlns:p14="http://schemas.microsoft.com/office/powerpoint/2010/main" val="146127382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xmlns="" id="{F271F3F0-F2B3-F675-7BAB-1AD2134ACD0F}"/>
              </a:ext>
            </a:extLst>
          </p:cNvPr>
          <p:cNvSpPr>
            <a:spLocks noGrp="1"/>
          </p:cNvSpPr>
          <p:nvPr>
            <p:ph type="dt" sz="half" idx="10"/>
          </p:nvPr>
        </p:nvSpPr>
        <p:spPr/>
        <p:txBody>
          <a:bodyPr/>
          <a:lstStyle/>
          <a:p>
            <a:fld id="{1B3E1E7A-3F60-43E8-97A9-E03FDFF3291A}" type="datetime1">
              <a:rPr lang="en-US" smtClean="0"/>
              <a:t>5/25/2025</a:t>
            </a:fld>
            <a:endParaRPr lang="en-US" dirty="0"/>
          </a:p>
        </p:txBody>
      </p:sp>
      <p:sp>
        <p:nvSpPr>
          <p:cNvPr id="3" name="Footer Placeholder 2">
            <a:extLst>
              <a:ext uri="{FF2B5EF4-FFF2-40B4-BE49-F238E27FC236}">
                <a16:creationId xmlns:a16="http://schemas.microsoft.com/office/drawing/2014/main" xmlns="" id="{1A44FB0A-DFB7-0737-F37C-440DCA486D73}"/>
              </a:ext>
            </a:extLst>
          </p:cNvPr>
          <p:cNvSpPr>
            <a:spLocks noGrp="1"/>
          </p:cNvSpPr>
          <p:nvPr>
            <p:ph type="ftr" sz="quarter" idx="11"/>
          </p:nvPr>
        </p:nvSpPr>
        <p:spPr/>
        <p:txBody>
          <a:bodyPr/>
          <a:lstStyle/>
          <a:p>
            <a:r>
              <a:rPr lang="en-US" dirty="0"/>
              <a:t>Navigating the Future of Learning​</a:t>
            </a:r>
          </a:p>
        </p:txBody>
      </p:sp>
      <p:sp>
        <p:nvSpPr>
          <p:cNvPr id="4" name="Slide Number Placeholder 3">
            <a:extLst>
              <a:ext uri="{FF2B5EF4-FFF2-40B4-BE49-F238E27FC236}">
                <a16:creationId xmlns:a16="http://schemas.microsoft.com/office/drawing/2014/main" xmlns="" id="{9E497C01-947E-5E24-DB3F-90342EF0A210}"/>
              </a:ext>
            </a:extLst>
          </p:cNvPr>
          <p:cNvSpPr>
            <a:spLocks noGrp="1"/>
          </p:cNvSpPr>
          <p:nvPr>
            <p:ph type="sldNum" sz="quarter" idx="12"/>
          </p:nvPr>
        </p:nvSpPr>
        <p:spPr/>
        <p:txBody>
          <a:bodyPr/>
          <a:lstStyle/>
          <a:p>
            <a:fld id="{BA3362F8-88F8-1F49-86F0-D11B2D99FEE0}" type="slidenum">
              <a:rPr lang="en-US" smtClean="0"/>
              <a:t>‹#›</a:t>
            </a:fld>
            <a:endParaRPr lang="en-US" dirty="0"/>
          </a:p>
        </p:txBody>
      </p:sp>
    </p:spTree>
    <p:extLst>
      <p:ext uri="{BB962C8B-B14F-4D97-AF65-F5344CB8AC3E}">
        <p14:creationId xmlns:p14="http://schemas.microsoft.com/office/powerpoint/2010/main" val="310462578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78F41832-2691-E74A-0F3A-2DE9A6E44D84}"/>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US"/>
          </a:p>
        </p:txBody>
      </p:sp>
      <p:sp>
        <p:nvSpPr>
          <p:cNvPr id="3" name="Content Placeholder 2">
            <a:extLst>
              <a:ext uri="{FF2B5EF4-FFF2-40B4-BE49-F238E27FC236}">
                <a16:creationId xmlns:a16="http://schemas.microsoft.com/office/drawing/2014/main" xmlns="" id="{C94BD6CD-D7DC-A4E9-FD78-EA239F4F5539}"/>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Text Placeholder 3">
            <a:extLst>
              <a:ext uri="{FF2B5EF4-FFF2-40B4-BE49-F238E27FC236}">
                <a16:creationId xmlns:a16="http://schemas.microsoft.com/office/drawing/2014/main" xmlns="" id="{54C0C722-544A-95F1-1DAD-FAD83B66339F}"/>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xmlns="" id="{215BCDEF-8A4D-1FA5-888F-D5A3A2CEE9D4}"/>
              </a:ext>
            </a:extLst>
          </p:cNvPr>
          <p:cNvSpPr>
            <a:spLocks noGrp="1"/>
          </p:cNvSpPr>
          <p:nvPr>
            <p:ph type="dt" sz="half" idx="10"/>
          </p:nvPr>
        </p:nvSpPr>
        <p:spPr/>
        <p:txBody>
          <a:bodyPr/>
          <a:lstStyle/>
          <a:p>
            <a:fld id="{041F2EE0-C06F-41F5-AFE0-7056E3A01EDC}" type="datetime1">
              <a:rPr lang="en-US" smtClean="0"/>
              <a:t>5/25/2025</a:t>
            </a:fld>
            <a:endParaRPr lang="en-US" dirty="0"/>
          </a:p>
        </p:txBody>
      </p:sp>
      <p:sp>
        <p:nvSpPr>
          <p:cNvPr id="6" name="Footer Placeholder 5">
            <a:extLst>
              <a:ext uri="{FF2B5EF4-FFF2-40B4-BE49-F238E27FC236}">
                <a16:creationId xmlns:a16="http://schemas.microsoft.com/office/drawing/2014/main" xmlns="" id="{81C4BD8F-AAAC-F32F-ABC2-37A3D3BC6296}"/>
              </a:ext>
            </a:extLst>
          </p:cNvPr>
          <p:cNvSpPr>
            <a:spLocks noGrp="1"/>
          </p:cNvSpPr>
          <p:nvPr>
            <p:ph type="ftr" sz="quarter" idx="11"/>
          </p:nvPr>
        </p:nvSpPr>
        <p:spPr/>
        <p:txBody>
          <a:bodyPr/>
          <a:lstStyle/>
          <a:p>
            <a:r>
              <a:rPr lang="en-US" dirty="0"/>
              <a:t>Navigating the Future of Learning​</a:t>
            </a:r>
          </a:p>
        </p:txBody>
      </p:sp>
      <p:sp>
        <p:nvSpPr>
          <p:cNvPr id="7" name="Slide Number Placeholder 6">
            <a:extLst>
              <a:ext uri="{FF2B5EF4-FFF2-40B4-BE49-F238E27FC236}">
                <a16:creationId xmlns:a16="http://schemas.microsoft.com/office/drawing/2014/main" xmlns="" id="{3DA79EF9-CB21-BEC5-2A25-591C945DD131}"/>
              </a:ext>
            </a:extLst>
          </p:cNvPr>
          <p:cNvSpPr>
            <a:spLocks noGrp="1"/>
          </p:cNvSpPr>
          <p:nvPr>
            <p:ph type="sldNum" sz="quarter" idx="12"/>
          </p:nvPr>
        </p:nvSpPr>
        <p:spPr/>
        <p:txBody>
          <a:bodyPr/>
          <a:lstStyle/>
          <a:p>
            <a:fld id="{BA3362F8-88F8-1F49-86F0-D11B2D99FEE0}" type="slidenum">
              <a:rPr lang="en-US" smtClean="0"/>
              <a:t>‹#›</a:t>
            </a:fld>
            <a:endParaRPr lang="en-US" dirty="0"/>
          </a:p>
        </p:txBody>
      </p:sp>
    </p:spTree>
    <p:extLst>
      <p:ext uri="{BB962C8B-B14F-4D97-AF65-F5344CB8AC3E}">
        <p14:creationId xmlns:p14="http://schemas.microsoft.com/office/powerpoint/2010/main" val="167127683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A7BACBD3-5050-C329-F415-3714918842FC}"/>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US"/>
          </a:p>
        </p:txBody>
      </p:sp>
      <p:sp>
        <p:nvSpPr>
          <p:cNvPr id="3" name="Picture Placeholder 2">
            <a:extLst>
              <a:ext uri="{FF2B5EF4-FFF2-40B4-BE49-F238E27FC236}">
                <a16:creationId xmlns:a16="http://schemas.microsoft.com/office/drawing/2014/main" xmlns="" id="{C4B2BE8C-8AFF-7B97-17DD-E10D476C8298}"/>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dirty="0"/>
          </a:p>
        </p:txBody>
      </p:sp>
      <p:sp>
        <p:nvSpPr>
          <p:cNvPr id="4" name="Text Placeholder 3">
            <a:extLst>
              <a:ext uri="{FF2B5EF4-FFF2-40B4-BE49-F238E27FC236}">
                <a16:creationId xmlns:a16="http://schemas.microsoft.com/office/drawing/2014/main" xmlns="" id="{B6B1A6C9-352E-F0FC-857A-200063A76EB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xmlns="" id="{996AEC32-A02D-AF36-A64E-290A392B42FC}"/>
              </a:ext>
            </a:extLst>
          </p:cNvPr>
          <p:cNvSpPr>
            <a:spLocks noGrp="1"/>
          </p:cNvSpPr>
          <p:nvPr>
            <p:ph type="dt" sz="half" idx="10"/>
          </p:nvPr>
        </p:nvSpPr>
        <p:spPr/>
        <p:txBody>
          <a:bodyPr/>
          <a:lstStyle/>
          <a:p>
            <a:fld id="{93A105E1-88D0-4311-A599-0C8A6973053A}" type="datetime1">
              <a:rPr lang="en-US" smtClean="0"/>
              <a:t>5/25/2025</a:t>
            </a:fld>
            <a:endParaRPr lang="en-US" dirty="0"/>
          </a:p>
        </p:txBody>
      </p:sp>
      <p:sp>
        <p:nvSpPr>
          <p:cNvPr id="6" name="Footer Placeholder 5">
            <a:extLst>
              <a:ext uri="{FF2B5EF4-FFF2-40B4-BE49-F238E27FC236}">
                <a16:creationId xmlns:a16="http://schemas.microsoft.com/office/drawing/2014/main" xmlns="" id="{26B0ECF5-F111-F43D-1DD0-2623EE225A1F}"/>
              </a:ext>
            </a:extLst>
          </p:cNvPr>
          <p:cNvSpPr>
            <a:spLocks noGrp="1"/>
          </p:cNvSpPr>
          <p:nvPr>
            <p:ph type="ftr" sz="quarter" idx="11"/>
          </p:nvPr>
        </p:nvSpPr>
        <p:spPr/>
        <p:txBody>
          <a:bodyPr/>
          <a:lstStyle/>
          <a:p>
            <a:r>
              <a:rPr lang="en-US" dirty="0"/>
              <a:t>Navigating the Future of Learning​</a:t>
            </a:r>
          </a:p>
        </p:txBody>
      </p:sp>
      <p:sp>
        <p:nvSpPr>
          <p:cNvPr id="7" name="Slide Number Placeholder 6">
            <a:extLst>
              <a:ext uri="{FF2B5EF4-FFF2-40B4-BE49-F238E27FC236}">
                <a16:creationId xmlns:a16="http://schemas.microsoft.com/office/drawing/2014/main" xmlns="" id="{A3ED8375-499D-DCA7-5D7B-91DD95B7F87A}"/>
              </a:ext>
            </a:extLst>
          </p:cNvPr>
          <p:cNvSpPr>
            <a:spLocks noGrp="1"/>
          </p:cNvSpPr>
          <p:nvPr>
            <p:ph type="sldNum" sz="quarter" idx="12"/>
          </p:nvPr>
        </p:nvSpPr>
        <p:spPr/>
        <p:txBody>
          <a:bodyPr/>
          <a:lstStyle/>
          <a:p>
            <a:fld id="{BA3362F8-88F8-1F49-86F0-D11B2D99FEE0}" type="slidenum">
              <a:rPr lang="en-US" smtClean="0"/>
              <a:t>‹#›</a:t>
            </a:fld>
            <a:endParaRPr lang="en-US" dirty="0"/>
          </a:p>
        </p:txBody>
      </p:sp>
    </p:spTree>
    <p:extLst>
      <p:ext uri="{BB962C8B-B14F-4D97-AF65-F5344CB8AC3E}">
        <p14:creationId xmlns:p14="http://schemas.microsoft.com/office/powerpoint/2010/main" val="416051198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CAE933A4-C03D-26A7-C451-392D04E6A237}"/>
              </a:ext>
            </a:extLst>
          </p:cNvPr>
          <p:cNvSpPr>
            <a:spLocks noGrp="1"/>
          </p:cNvSpPr>
          <p:nvPr>
            <p:ph type="title"/>
          </p:nvPr>
        </p:nvSpPr>
        <p:spPr/>
        <p:txBody>
          <a:bodyPr/>
          <a:lstStyle/>
          <a:p>
            <a:r>
              <a:rPr lang="en-GB"/>
              <a:t>Click to edit Master title style</a:t>
            </a:r>
            <a:endParaRPr lang="en-US"/>
          </a:p>
        </p:txBody>
      </p:sp>
      <p:sp>
        <p:nvSpPr>
          <p:cNvPr id="3" name="Vertical Text Placeholder 2">
            <a:extLst>
              <a:ext uri="{FF2B5EF4-FFF2-40B4-BE49-F238E27FC236}">
                <a16:creationId xmlns:a16="http://schemas.microsoft.com/office/drawing/2014/main" xmlns="" id="{C339E290-0E60-50DC-3A6D-AFC921C4E839}"/>
              </a:ext>
            </a:extLst>
          </p:cNvPr>
          <p:cNvSpPr>
            <a:spLocks noGrp="1"/>
          </p:cNvSpPr>
          <p:nvPr>
            <p:ph type="body" orient="vert" idx="1"/>
          </p:nvPr>
        </p:nvSpPr>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xmlns="" id="{B1DDBB31-5065-A920-BCE3-A6379F318E85}"/>
              </a:ext>
            </a:extLst>
          </p:cNvPr>
          <p:cNvSpPr>
            <a:spLocks noGrp="1"/>
          </p:cNvSpPr>
          <p:nvPr>
            <p:ph type="dt" sz="half" idx="10"/>
          </p:nvPr>
        </p:nvSpPr>
        <p:spPr/>
        <p:txBody>
          <a:bodyPr/>
          <a:lstStyle/>
          <a:p>
            <a:fld id="{159EA562-091E-45D6-BEDF-3C68FB2023F1}" type="datetime1">
              <a:rPr lang="en-US" smtClean="0"/>
              <a:t>5/25/2025</a:t>
            </a:fld>
            <a:endParaRPr lang="en-US" dirty="0"/>
          </a:p>
        </p:txBody>
      </p:sp>
      <p:sp>
        <p:nvSpPr>
          <p:cNvPr id="5" name="Footer Placeholder 4">
            <a:extLst>
              <a:ext uri="{FF2B5EF4-FFF2-40B4-BE49-F238E27FC236}">
                <a16:creationId xmlns:a16="http://schemas.microsoft.com/office/drawing/2014/main" xmlns="" id="{8650F398-CC52-3E67-DDF6-C862313CC410}"/>
              </a:ext>
            </a:extLst>
          </p:cNvPr>
          <p:cNvSpPr>
            <a:spLocks noGrp="1"/>
          </p:cNvSpPr>
          <p:nvPr>
            <p:ph type="ftr" sz="quarter" idx="11"/>
          </p:nvPr>
        </p:nvSpPr>
        <p:spPr/>
        <p:txBody>
          <a:bodyPr/>
          <a:lstStyle/>
          <a:p>
            <a:r>
              <a:rPr lang="en-US" dirty="0"/>
              <a:t>Navigating the Future of Learning​</a:t>
            </a:r>
          </a:p>
        </p:txBody>
      </p:sp>
      <p:sp>
        <p:nvSpPr>
          <p:cNvPr id="6" name="Slide Number Placeholder 5">
            <a:extLst>
              <a:ext uri="{FF2B5EF4-FFF2-40B4-BE49-F238E27FC236}">
                <a16:creationId xmlns:a16="http://schemas.microsoft.com/office/drawing/2014/main" xmlns="" id="{4272AE45-AD9E-08FA-1F71-75DFC9E00C85}"/>
              </a:ext>
            </a:extLst>
          </p:cNvPr>
          <p:cNvSpPr>
            <a:spLocks noGrp="1"/>
          </p:cNvSpPr>
          <p:nvPr>
            <p:ph type="sldNum" sz="quarter" idx="12"/>
          </p:nvPr>
        </p:nvSpPr>
        <p:spPr/>
        <p:txBody>
          <a:bodyPr/>
          <a:lstStyle/>
          <a:p>
            <a:fld id="{BA3362F8-88F8-1F49-86F0-D11B2D99FEE0}" type="slidenum">
              <a:rPr lang="en-US" smtClean="0"/>
              <a:t>‹#›</a:t>
            </a:fld>
            <a:endParaRPr lang="en-US" dirty="0"/>
          </a:p>
        </p:txBody>
      </p:sp>
    </p:spTree>
    <p:extLst>
      <p:ext uri="{BB962C8B-B14F-4D97-AF65-F5344CB8AC3E}">
        <p14:creationId xmlns:p14="http://schemas.microsoft.com/office/powerpoint/2010/main" val="271835106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xmlns="" id="{0AF91D67-8C5B-5055-B5D2-6BAAE7E95038}"/>
              </a:ext>
            </a:extLst>
          </p:cNvPr>
          <p:cNvSpPr>
            <a:spLocks noGrp="1"/>
          </p:cNvSpPr>
          <p:nvPr>
            <p:ph type="title" orient="vert"/>
          </p:nvPr>
        </p:nvSpPr>
        <p:spPr>
          <a:xfrm>
            <a:off x="8724900" y="365125"/>
            <a:ext cx="2628900" cy="5811838"/>
          </a:xfrm>
        </p:spPr>
        <p:txBody>
          <a:bodyPr vert="eaVert"/>
          <a:lstStyle/>
          <a:p>
            <a:r>
              <a:rPr lang="en-GB"/>
              <a:t>Click to edit Master title style</a:t>
            </a:r>
            <a:endParaRPr lang="en-US"/>
          </a:p>
        </p:txBody>
      </p:sp>
      <p:sp>
        <p:nvSpPr>
          <p:cNvPr id="3" name="Vertical Text Placeholder 2">
            <a:extLst>
              <a:ext uri="{FF2B5EF4-FFF2-40B4-BE49-F238E27FC236}">
                <a16:creationId xmlns:a16="http://schemas.microsoft.com/office/drawing/2014/main" xmlns="" id="{04D31080-7646-1B9C-C36F-D2F6BB874738}"/>
              </a:ext>
            </a:extLst>
          </p:cNvPr>
          <p:cNvSpPr>
            <a:spLocks noGrp="1"/>
          </p:cNvSpPr>
          <p:nvPr>
            <p:ph type="body" orient="vert" idx="1"/>
          </p:nvPr>
        </p:nvSpPr>
        <p:spPr>
          <a:xfrm>
            <a:off x="838200" y="365125"/>
            <a:ext cx="7734300" cy="5811838"/>
          </a:xfr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xmlns="" id="{BDA404C4-6EA5-D815-E9B2-7CDBB94E9D0D}"/>
              </a:ext>
            </a:extLst>
          </p:cNvPr>
          <p:cNvSpPr>
            <a:spLocks noGrp="1"/>
          </p:cNvSpPr>
          <p:nvPr>
            <p:ph type="dt" sz="half" idx="10"/>
          </p:nvPr>
        </p:nvSpPr>
        <p:spPr/>
        <p:txBody>
          <a:bodyPr/>
          <a:lstStyle/>
          <a:p>
            <a:fld id="{DDF14D94-52B8-43E9-A8F3-BD9E24437DA3}" type="datetime1">
              <a:rPr lang="en-US" smtClean="0"/>
              <a:t>5/25/2025</a:t>
            </a:fld>
            <a:endParaRPr lang="en-US" dirty="0"/>
          </a:p>
        </p:txBody>
      </p:sp>
      <p:sp>
        <p:nvSpPr>
          <p:cNvPr id="5" name="Footer Placeholder 4">
            <a:extLst>
              <a:ext uri="{FF2B5EF4-FFF2-40B4-BE49-F238E27FC236}">
                <a16:creationId xmlns:a16="http://schemas.microsoft.com/office/drawing/2014/main" xmlns="" id="{97EFDD0D-44E3-A86F-6F17-A722DA9F5AB5}"/>
              </a:ext>
            </a:extLst>
          </p:cNvPr>
          <p:cNvSpPr>
            <a:spLocks noGrp="1"/>
          </p:cNvSpPr>
          <p:nvPr>
            <p:ph type="ftr" sz="quarter" idx="11"/>
          </p:nvPr>
        </p:nvSpPr>
        <p:spPr/>
        <p:txBody>
          <a:bodyPr/>
          <a:lstStyle/>
          <a:p>
            <a:r>
              <a:rPr lang="en-US" dirty="0"/>
              <a:t>Navigating the Future of Learning​</a:t>
            </a:r>
          </a:p>
        </p:txBody>
      </p:sp>
      <p:sp>
        <p:nvSpPr>
          <p:cNvPr id="6" name="Slide Number Placeholder 5">
            <a:extLst>
              <a:ext uri="{FF2B5EF4-FFF2-40B4-BE49-F238E27FC236}">
                <a16:creationId xmlns:a16="http://schemas.microsoft.com/office/drawing/2014/main" xmlns="" id="{83E417A5-F8F0-AA31-71DF-34D6584981BA}"/>
              </a:ext>
            </a:extLst>
          </p:cNvPr>
          <p:cNvSpPr>
            <a:spLocks noGrp="1"/>
          </p:cNvSpPr>
          <p:nvPr>
            <p:ph type="sldNum" sz="quarter" idx="12"/>
          </p:nvPr>
        </p:nvSpPr>
        <p:spPr/>
        <p:txBody>
          <a:bodyPr/>
          <a:lstStyle/>
          <a:p>
            <a:fld id="{BA3362F8-88F8-1F49-86F0-D11B2D99FEE0}" type="slidenum">
              <a:rPr lang="en-US" smtClean="0"/>
              <a:t>‹#›</a:t>
            </a:fld>
            <a:endParaRPr lang="en-US" dirty="0"/>
          </a:p>
        </p:txBody>
      </p:sp>
    </p:spTree>
    <p:extLst>
      <p:ext uri="{BB962C8B-B14F-4D97-AF65-F5344CB8AC3E}">
        <p14:creationId xmlns:p14="http://schemas.microsoft.com/office/powerpoint/2010/main" val="3299749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xmlns="" id="{39A89A0B-DE9F-F1C6-643E-DCA32D53C317}"/>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GB"/>
              <a:t>Click to edit Master title style</a:t>
            </a:r>
            <a:endParaRPr lang="en-US"/>
          </a:p>
        </p:txBody>
      </p:sp>
      <p:sp>
        <p:nvSpPr>
          <p:cNvPr id="3" name="Text Placeholder 2">
            <a:extLst>
              <a:ext uri="{FF2B5EF4-FFF2-40B4-BE49-F238E27FC236}">
                <a16:creationId xmlns:a16="http://schemas.microsoft.com/office/drawing/2014/main" xmlns="" id="{3953DDAA-3094-DBCE-F38B-123FB91FDDD9}"/>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xmlns="" id="{8AF0BF9E-5E8A-1649-84DC-281A5BAAC4CB}"/>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B6BC827E-01D8-46AF-B9E0-11E08B19BA59}" type="datetime1">
              <a:rPr lang="en-US" smtClean="0"/>
              <a:t>5/25/2025</a:t>
            </a:fld>
            <a:endParaRPr lang="en-US" dirty="0"/>
          </a:p>
        </p:txBody>
      </p:sp>
      <p:sp>
        <p:nvSpPr>
          <p:cNvPr id="5" name="Footer Placeholder 4">
            <a:extLst>
              <a:ext uri="{FF2B5EF4-FFF2-40B4-BE49-F238E27FC236}">
                <a16:creationId xmlns:a16="http://schemas.microsoft.com/office/drawing/2014/main" xmlns="" id="{5BDEDD1E-16D6-9C67-B90A-3F23927ED3DA}"/>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US" dirty="0"/>
              <a:t>Navigating the Future of Learning​</a:t>
            </a:r>
          </a:p>
        </p:txBody>
      </p:sp>
      <p:sp>
        <p:nvSpPr>
          <p:cNvPr id="6" name="Slide Number Placeholder 5">
            <a:extLst>
              <a:ext uri="{FF2B5EF4-FFF2-40B4-BE49-F238E27FC236}">
                <a16:creationId xmlns:a16="http://schemas.microsoft.com/office/drawing/2014/main" xmlns="" id="{B5FC0268-EDD9-BFDA-9A07-5241871BF476}"/>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A3362F8-88F8-1F49-86F0-D11B2D99FEE0}" type="slidenum">
              <a:rPr lang="en-US" smtClean="0"/>
              <a:t>‹#›</a:t>
            </a:fld>
            <a:endParaRPr lang="en-US" dirty="0"/>
          </a:p>
        </p:txBody>
      </p:sp>
    </p:spTree>
    <p:extLst>
      <p:ext uri="{BB962C8B-B14F-4D97-AF65-F5344CB8AC3E}">
        <p14:creationId xmlns:p14="http://schemas.microsoft.com/office/powerpoint/2010/main" val="205536768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xml"/><Relationship Id="rId1" Type="http://schemas.openxmlformats.org/officeDocument/2006/relationships/slideLayout" Target="../slideLayouts/slideLayout1.xml"/><Relationship Id="rId4" Type="http://schemas.openxmlformats.org/officeDocument/2006/relationships/image" Target="../media/image4.png"/></Relationships>
</file>

<file path=ppt/slides/_rels/slide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05D93965-B794-0D3F-19B2-6E5CEF590710}"/>
            </a:ext>
          </a:extLst>
        </p:cNvPr>
        <p:cNvGrpSpPr/>
        <p:nvPr/>
      </p:nvGrpSpPr>
      <p:grpSpPr>
        <a:xfrm>
          <a:off x="0" y="0"/>
          <a:ext cx="0" cy="0"/>
          <a:chOff x="0" y="0"/>
          <a:chExt cx="0" cy="0"/>
        </a:xfrm>
      </p:grpSpPr>
      <p:sp>
        <p:nvSpPr>
          <p:cNvPr id="6" name="Rectangle 5">
            <a:extLst>
              <a:ext uri="{FF2B5EF4-FFF2-40B4-BE49-F238E27FC236}">
                <a16:creationId xmlns:a16="http://schemas.microsoft.com/office/drawing/2014/main" xmlns="" id="{929A6F4B-4B22-0928-2DBA-1E63C9DE5B47}"/>
              </a:ext>
            </a:extLst>
          </p:cNvPr>
          <p:cNvSpPr/>
          <p:nvPr/>
        </p:nvSpPr>
        <p:spPr>
          <a:xfrm>
            <a:off x="0" y="1"/>
            <a:ext cx="1948169" cy="6858000"/>
          </a:xfrm>
          <a:prstGeom prst="rect">
            <a:avLst/>
          </a:prstGeom>
          <a:solidFill>
            <a:srgbClr val="D7C055"/>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8" name="TextBox 7">
            <a:extLst>
              <a:ext uri="{FF2B5EF4-FFF2-40B4-BE49-F238E27FC236}">
                <a16:creationId xmlns:a16="http://schemas.microsoft.com/office/drawing/2014/main" xmlns="" id="{6745C555-155A-8408-E6E3-22A172F35158}"/>
              </a:ext>
            </a:extLst>
          </p:cNvPr>
          <p:cNvSpPr txBox="1"/>
          <p:nvPr/>
        </p:nvSpPr>
        <p:spPr>
          <a:xfrm>
            <a:off x="601006" y="42718"/>
            <a:ext cx="442291" cy="707886"/>
          </a:xfrm>
          <a:prstGeom prst="rect">
            <a:avLst/>
          </a:prstGeom>
          <a:noFill/>
        </p:spPr>
        <p:txBody>
          <a:bodyPr wrap="square" rtlCol="0">
            <a:spAutoFit/>
          </a:bodyPr>
          <a:lstStyle/>
          <a:p>
            <a:r>
              <a:rPr lang="el-GR" sz="4000" dirty="0">
                <a:solidFill>
                  <a:srgbClr val="D7C055"/>
                </a:solidFill>
              </a:rPr>
              <a:t>π</a:t>
            </a:r>
            <a:endParaRPr lang="en-US" sz="4000" dirty="0">
              <a:solidFill>
                <a:srgbClr val="D7C055"/>
              </a:solidFill>
            </a:endParaRPr>
          </a:p>
        </p:txBody>
      </p:sp>
      <p:sp>
        <p:nvSpPr>
          <p:cNvPr id="9" name="Rectangle 8">
            <a:extLst>
              <a:ext uri="{FF2B5EF4-FFF2-40B4-BE49-F238E27FC236}">
                <a16:creationId xmlns:a16="http://schemas.microsoft.com/office/drawing/2014/main" xmlns="" id="{2462335E-6BA0-9E39-D941-3E40EF2A0890}"/>
              </a:ext>
            </a:extLst>
          </p:cNvPr>
          <p:cNvSpPr/>
          <p:nvPr/>
        </p:nvSpPr>
        <p:spPr>
          <a:xfrm>
            <a:off x="0" y="5572125"/>
            <a:ext cx="12187542" cy="1285876"/>
          </a:xfrm>
          <a:prstGeom prst="rect">
            <a:avLst/>
          </a:prstGeom>
          <a:solidFill>
            <a:srgbClr val="D7C055"/>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Rectangle 10">
            <a:extLst>
              <a:ext uri="{FF2B5EF4-FFF2-40B4-BE49-F238E27FC236}">
                <a16:creationId xmlns:a16="http://schemas.microsoft.com/office/drawing/2014/main" xmlns="" id="{3352634E-F25A-906D-E090-61E107EA9685}"/>
              </a:ext>
            </a:extLst>
          </p:cNvPr>
          <p:cNvSpPr/>
          <p:nvPr/>
        </p:nvSpPr>
        <p:spPr>
          <a:xfrm>
            <a:off x="-260" y="5572124"/>
            <a:ext cx="12193758" cy="583407"/>
          </a:xfrm>
          <a:prstGeom prst="rect">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2" name="Rectangle 11">
            <a:extLst>
              <a:ext uri="{FF2B5EF4-FFF2-40B4-BE49-F238E27FC236}">
                <a16:creationId xmlns:a16="http://schemas.microsoft.com/office/drawing/2014/main" xmlns="" id="{F78D711A-98A9-0CA9-87DC-706B4F2660DA}"/>
              </a:ext>
            </a:extLst>
          </p:cNvPr>
          <p:cNvSpPr/>
          <p:nvPr/>
        </p:nvSpPr>
        <p:spPr>
          <a:xfrm>
            <a:off x="1291568" y="-1"/>
            <a:ext cx="656603" cy="6858000"/>
          </a:xfrm>
          <a:prstGeom prst="rect">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4" name="TextBox 13">
            <a:extLst>
              <a:ext uri="{FF2B5EF4-FFF2-40B4-BE49-F238E27FC236}">
                <a16:creationId xmlns:a16="http://schemas.microsoft.com/office/drawing/2014/main" xmlns="" id="{3863E5A6-EF6F-E241-ED54-B76BF0108961}"/>
              </a:ext>
            </a:extLst>
          </p:cNvPr>
          <p:cNvSpPr txBox="1"/>
          <p:nvPr/>
        </p:nvSpPr>
        <p:spPr>
          <a:xfrm>
            <a:off x="1396344" y="5505306"/>
            <a:ext cx="442291" cy="707886"/>
          </a:xfrm>
          <a:prstGeom prst="rect">
            <a:avLst/>
          </a:prstGeom>
          <a:noFill/>
        </p:spPr>
        <p:txBody>
          <a:bodyPr wrap="square" rtlCol="0">
            <a:spAutoFit/>
          </a:bodyPr>
          <a:lstStyle/>
          <a:p>
            <a:r>
              <a:rPr lang="el-GR" sz="4000" dirty="0">
                <a:solidFill>
                  <a:srgbClr val="D7C055"/>
                </a:solidFill>
              </a:rPr>
              <a:t>π</a:t>
            </a:r>
            <a:endParaRPr lang="en-US" sz="4000" dirty="0">
              <a:solidFill>
                <a:srgbClr val="D7C055"/>
              </a:solidFill>
            </a:endParaRPr>
          </a:p>
        </p:txBody>
      </p:sp>
      <p:sp>
        <p:nvSpPr>
          <p:cNvPr id="15" name="Google Shape;143;p1">
            <a:extLst>
              <a:ext uri="{FF2B5EF4-FFF2-40B4-BE49-F238E27FC236}">
                <a16:creationId xmlns:a16="http://schemas.microsoft.com/office/drawing/2014/main" xmlns="" id="{E4949A97-DC03-56A5-2E5A-3DD3913AA0EF}"/>
              </a:ext>
            </a:extLst>
          </p:cNvPr>
          <p:cNvSpPr txBox="1">
            <a:spLocks noGrp="1"/>
          </p:cNvSpPr>
          <p:nvPr/>
        </p:nvSpPr>
        <p:spPr>
          <a:xfrm>
            <a:off x="2187369" y="1600200"/>
            <a:ext cx="9903831" cy="2680127"/>
          </a:xfrm>
          <a:prstGeom prst="rect">
            <a:avLst/>
          </a:prstGeom>
          <a:noFill/>
          <a:ln>
            <a:noFill/>
          </a:ln>
        </p:spPr>
        <p:txBody>
          <a:bodyPr spcFirstLastPara="1" wrap="square" lIns="91425" tIns="45700" rIns="91425" bIns="45700" anchor="b" anchorCtr="0">
            <a:noAutofit/>
          </a:bodyPr>
          <a:lstStyle>
            <a:defPPr marR="0" lvl="0" algn="l" rtl="0">
              <a:lnSpc>
                <a:spcPct val="100000"/>
              </a:lnSpc>
              <a:spcBef>
                <a:spcPts val="0"/>
              </a:spcBef>
              <a:spcAft>
                <a:spcPts val="0"/>
              </a:spcAft>
            </a:defPPr>
            <a:lvl1pPr marR="0" lvl="0" algn="l" rtl="0">
              <a:lnSpc>
                <a:spcPct val="90000"/>
              </a:lnSpc>
              <a:spcBef>
                <a:spcPts val="0"/>
              </a:spcBef>
              <a:spcAft>
                <a:spcPts val="0"/>
              </a:spcAft>
              <a:buClr>
                <a:srgbClr val="343F49"/>
              </a:buClr>
              <a:buSzPts val="5400"/>
              <a:buFont typeface="Arial"/>
              <a:buNone/>
              <a:defRPr sz="5400" b="0" i="0" u="none" strike="noStrike" cap="none">
                <a:solidFill>
                  <a:srgbClr val="343F49"/>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r>
              <a:rPr lang="en-IN" b="1" dirty="0"/>
              <a:t>Runnables </a:t>
            </a:r>
          </a:p>
          <a:p>
            <a:r>
              <a:rPr lang="en-US" b="1" dirty="0" smtClean="0">
                <a:solidFill>
                  <a:schemeClr val="tx1"/>
                </a:solidFill>
              </a:rPr>
              <a:t>May 2024</a:t>
            </a:r>
            <a:endParaRPr b="1" dirty="0">
              <a:solidFill>
                <a:schemeClr val="tx1"/>
              </a:solidFill>
            </a:endParaRPr>
          </a:p>
        </p:txBody>
      </p:sp>
      <p:pic>
        <p:nvPicPr>
          <p:cNvPr id="4" name="Picture 3" descr="A logo with lines in a black background&#10;&#10;Description automatically generated">
            <a:extLst>
              <a:ext uri="{FF2B5EF4-FFF2-40B4-BE49-F238E27FC236}">
                <a16:creationId xmlns:a16="http://schemas.microsoft.com/office/drawing/2014/main" xmlns="" id="{B769A9BB-68EA-F9F6-0ECB-37D6968A9D6F}"/>
              </a:ext>
            </a:extLst>
          </p:cNvPr>
          <p:cNvPicPr>
            <a:picLocks noChangeAspect="1"/>
          </p:cNvPicPr>
          <p:nvPr/>
        </p:nvPicPr>
        <p:blipFill>
          <a:blip r:embed="rId2"/>
          <a:stretch>
            <a:fillRect/>
          </a:stretch>
        </p:blipFill>
        <p:spPr>
          <a:xfrm>
            <a:off x="11202642" y="-205416"/>
            <a:ext cx="1217233" cy="1205327"/>
          </a:xfrm>
          <a:prstGeom prst="rect">
            <a:avLst/>
          </a:prstGeom>
        </p:spPr>
      </p:pic>
      <p:sp>
        <p:nvSpPr>
          <p:cNvPr id="5" name="Footer Placeholder 4">
            <a:extLst>
              <a:ext uri="{FF2B5EF4-FFF2-40B4-BE49-F238E27FC236}">
                <a16:creationId xmlns:a16="http://schemas.microsoft.com/office/drawing/2014/main" xmlns="" id="{2D627D9A-CDBE-20A9-3FA1-63D5E507D783}"/>
              </a:ext>
            </a:extLst>
          </p:cNvPr>
          <p:cNvSpPr>
            <a:spLocks noGrp="1"/>
          </p:cNvSpPr>
          <p:nvPr>
            <p:ph type="ftr" sz="quarter" idx="11"/>
          </p:nvPr>
        </p:nvSpPr>
        <p:spPr/>
        <p:txBody>
          <a:bodyPr/>
          <a:lstStyle/>
          <a:p>
            <a:r>
              <a:rPr lang="en-US" dirty="0"/>
              <a:t>Navigating the Future of Learning​</a:t>
            </a:r>
          </a:p>
        </p:txBody>
      </p:sp>
    </p:spTree>
    <p:extLst>
      <p:ext uri="{BB962C8B-B14F-4D97-AF65-F5344CB8AC3E}">
        <p14:creationId xmlns:p14="http://schemas.microsoft.com/office/powerpoint/2010/main" val="416187669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95CE01EE-9B82-1A8D-6A71-28923D9F4DBF}"/>
            </a:ext>
          </a:extLst>
        </p:cNvPr>
        <p:cNvGrpSpPr/>
        <p:nvPr/>
      </p:nvGrpSpPr>
      <p:grpSpPr>
        <a:xfrm>
          <a:off x="0" y="0"/>
          <a:ext cx="0" cy="0"/>
          <a:chOff x="0" y="0"/>
          <a:chExt cx="0" cy="0"/>
        </a:xfrm>
      </p:grpSpPr>
      <p:sp>
        <p:nvSpPr>
          <p:cNvPr id="6" name="Rectangle 5">
            <a:extLst>
              <a:ext uri="{FF2B5EF4-FFF2-40B4-BE49-F238E27FC236}">
                <a16:creationId xmlns:a16="http://schemas.microsoft.com/office/drawing/2014/main" xmlns="" id="{9B3BB1EE-8F0D-D402-9B66-38C94EBDCD27}"/>
              </a:ext>
            </a:extLst>
          </p:cNvPr>
          <p:cNvSpPr/>
          <p:nvPr/>
        </p:nvSpPr>
        <p:spPr>
          <a:xfrm>
            <a:off x="0" y="1"/>
            <a:ext cx="1126638" cy="6858000"/>
          </a:xfrm>
          <a:prstGeom prst="rect">
            <a:avLst/>
          </a:prstGeom>
          <a:solidFill>
            <a:srgbClr val="D7C055"/>
          </a:solidFill>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endParaRPr lang="en-US" dirty="0">
              <a:cs typeface="Calibri"/>
            </a:endParaRPr>
          </a:p>
        </p:txBody>
      </p:sp>
      <p:sp>
        <p:nvSpPr>
          <p:cNvPr id="7" name="Rectangle 6">
            <a:extLst>
              <a:ext uri="{FF2B5EF4-FFF2-40B4-BE49-F238E27FC236}">
                <a16:creationId xmlns:a16="http://schemas.microsoft.com/office/drawing/2014/main" xmlns="" id="{1B92D285-0982-C7FC-2CCB-555CC4555729}"/>
              </a:ext>
            </a:extLst>
          </p:cNvPr>
          <p:cNvSpPr/>
          <p:nvPr/>
        </p:nvSpPr>
        <p:spPr>
          <a:xfrm>
            <a:off x="565288" y="0"/>
            <a:ext cx="549447" cy="6858000"/>
          </a:xfrm>
          <a:prstGeom prst="rect">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8" name="TextBox 7">
            <a:extLst>
              <a:ext uri="{FF2B5EF4-FFF2-40B4-BE49-F238E27FC236}">
                <a16:creationId xmlns:a16="http://schemas.microsoft.com/office/drawing/2014/main" xmlns="" id="{F5A501CB-25F7-430E-26A9-AC8C6F18EA43}"/>
              </a:ext>
            </a:extLst>
          </p:cNvPr>
          <p:cNvSpPr txBox="1"/>
          <p:nvPr/>
        </p:nvSpPr>
        <p:spPr>
          <a:xfrm>
            <a:off x="601006" y="42718"/>
            <a:ext cx="442291" cy="707886"/>
          </a:xfrm>
          <a:prstGeom prst="rect">
            <a:avLst/>
          </a:prstGeom>
          <a:noFill/>
        </p:spPr>
        <p:txBody>
          <a:bodyPr wrap="square" rtlCol="0">
            <a:spAutoFit/>
          </a:bodyPr>
          <a:lstStyle/>
          <a:p>
            <a:r>
              <a:rPr lang="el-GR" sz="4000" dirty="0">
                <a:solidFill>
                  <a:srgbClr val="D7C055"/>
                </a:solidFill>
              </a:rPr>
              <a:t>π</a:t>
            </a:r>
            <a:endParaRPr lang="en-US" sz="4000" dirty="0">
              <a:solidFill>
                <a:srgbClr val="D7C055"/>
              </a:solidFill>
            </a:endParaRPr>
          </a:p>
        </p:txBody>
      </p:sp>
      <p:pic>
        <p:nvPicPr>
          <p:cNvPr id="10" name="Picture 9" descr="A logo with lines in a black background&#10;&#10;Description automatically generated">
            <a:extLst>
              <a:ext uri="{FF2B5EF4-FFF2-40B4-BE49-F238E27FC236}">
                <a16:creationId xmlns:a16="http://schemas.microsoft.com/office/drawing/2014/main" xmlns="" id="{F6D8D221-4B29-D734-A328-58D818C34433}"/>
              </a:ext>
            </a:extLst>
          </p:cNvPr>
          <p:cNvPicPr>
            <a:picLocks noChangeAspect="1"/>
          </p:cNvPicPr>
          <p:nvPr/>
        </p:nvPicPr>
        <p:blipFill>
          <a:blip r:embed="rId3"/>
          <a:stretch>
            <a:fillRect/>
          </a:stretch>
        </p:blipFill>
        <p:spPr>
          <a:xfrm>
            <a:off x="11202642" y="-205416"/>
            <a:ext cx="1217233" cy="1205327"/>
          </a:xfrm>
          <a:prstGeom prst="rect">
            <a:avLst/>
          </a:prstGeom>
        </p:spPr>
      </p:pic>
      <p:sp>
        <p:nvSpPr>
          <p:cNvPr id="33" name="Footer Placeholder 32">
            <a:extLst>
              <a:ext uri="{FF2B5EF4-FFF2-40B4-BE49-F238E27FC236}">
                <a16:creationId xmlns:a16="http://schemas.microsoft.com/office/drawing/2014/main" xmlns="" id="{9EFE9F1A-54D1-5FC8-F649-AA565950307F}"/>
              </a:ext>
            </a:extLst>
          </p:cNvPr>
          <p:cNvSpPr>
            <a:spLocks noGrp="1"/>
          </p:cNvSpPr>
          <p:nvPr>
            <p:ph type="ftr" sz="quarter" idx="11"/>
          </p:nvPr>
        </p:nvSpPr>
        <p:spPr/>
        <p:txBody>
          <a:bodyPr/>
          <a:lstStyle/>
          <a:p>
            <a:r>
              <a:rPr lang="en-US" dirty="0"/>
              <a:t>Navigating the Future of Learning​</a:t>
            </a:r>
          </a:p>
        </p:txBody>
      </p:sp>
      <p:sp>
        <p:nvSpPr>
          <p:cNvPr id="35" name="Title 1">
            <a:extLst>
              <a:ext uri="{FF2B5EF4-FFF2-40B4-BE49-F238E27FC236}">
                <a16:creationId xmlns:a16="http://schemas.microsoft.com/office/drawing/2014/main" xmlns="" id="{8E4945F9-351B-FE06-B4C4-5E27ED97FD2B}"/>
              </a:ext>
            </a:extLst>
          </p:cNvPr>
          <p:cNvSpPr txBox="1">
            <a:spLocks/>
          </p:cNvSpPr>
          <p:nvPr/>
        </p:nvSpPr>
        <p:spPr>
          <a:xfrm>
            <a:off x="1593436" y="286921"/>
            <a:ext cx="9782801" cy="1038733"/>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l"/>
            <a:r>
              <a:rPr lang="en-US" sz="4000" b="1" dirty="0"/>
              <a:t>Tools We will cover?</a:t>
            </a:r>
          </a:p>
        </p:txBody>
      </p:sp>
      <p:pic>
        <p:nvPicPr>
          <p:cNvPr id="1036" name="Picture 12">
            <a:extLst>
              <a:ext uri="{FF2B5EF4-FFF2-40B4-BE49-F238E27FC236}">
                <a16:creationId xmlns:a16="http://schemas.microsoft.com/office/drawing/2014/main" xmlns="" id="{8E4B4487-5609-54AF-1FCA-AB3F6B737AF7}"/>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473200" y="1638300"/>
            <a:ext cx="9245600" cy="35814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67525314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xmlns="" id="{626D0CFA-48B8-3E4B-1A49-D1519B523717}"/>
              </a:ext>
            </a:extLst>
          </p:cNvPr>
          <p:cNvSpPr/>
          <p:nvPr/>
        </p:nvSpPr>
        <p:spPr>
          <a:xfrm>
            <a:off x="0" y="1"/>
            <a:ext cx="1948169" cy="6858000"/>
          </a:xfrm>
          <a:prstGeom prst="rect">
            <a:avLst/>
          </a:prstGeom>
          <a:solidFill>
            <a:srgbClr val="D7C055"/>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8" name="TextBox 7">
            <a:extLst>
              <a:ext uri="{FF2B5EF4-FFF2-40B4-BE49-F238E27FC236}">
                <a16:creationId xmlns:a16="http://schemas.microsoft.com/office/drawing/2014/main" xmlns="" id="{54FF0842-65B7-CA57-2F5A-D61967EF9A86}"/>
              </a:ext>
            </a:extLst>
          </p:cNvPr>
          <p:cNvSpPr txBox="1"/>
          <p:nvPr/>
        </p:nvSpPr>
        <p:spPr>
          <a:xfrm>
            <a:off x="601006" y="42718"/>
            <a:ext cx="442291" cy="707886"/>
          </a:xfrm>
          <a:prstGeom prst="rect">
            <a:avLst/>
          </a:prstGeom>
          <a:noFill/>
        </p:spPr>
        <p:txBody>
          <a:bodyPr wrap="square" rtlCol="0">
            <a:spAutoFit/>
          </a:bodyPr>
          <a:lstStyle/>
          <a:p>
            <a:r>
              <a:rPr lang="el-GR" sz="4000" dirty="0">
                <a:solidFill>
                  <a:srgbClr val="D7C055"/>
                </a:solidFill>
              </a:rPr>
              <a:t>π</a:t>
            </a:r>
            <a:endParaRPr lang="en-US" sz="4000" dirty="0">
              <a:solidFill>
                <a:srgbClr val="D7C055"/>
              </a:solidFill>
            </a:endParaRPr>
          </a:p>
        </p:txBody>
      </p:sp>
      <p:sp>
        <p:nvSpPr>
          <p:cNvPr id="9" name="Rectangle 8">
            <a:extLst>
              <a:ext uri="{FF2B5EF4-FFF2-40B4-BE49-F238E27FC236}">
                <a16:creationId xmlns:a16="http://schemas.microsoft.com/office/drawing/2014/main" xmlns="" id="{086E1CFB-A153-D93E-36A4-626934EA70A2}"/>
              </a:ext>
            </a:extLst>
          </p:cNvPr>
          <p:cNvSpPr/>
          <p:nvPr/>
        </p:nvSpPr>
        <p:spPr>
          <a:xfrm>
            <a:off x="0" y="5572125"/>
            <a:ext cx="12187542" cy="1285876"/>
          </a:xfrm>
          <a:prstGeom prst="rect">
            <a:avLst/>
          </a:prstGeom>
          <a:solidFill>
            <a:srgbClr val="D7C055"/>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Rectangle 10">
            <a:extLst>
              <a:ext uri="{FF2B5EF4-FFF2-40B4-BE49-F238E27FC236}">
                <a16:creationId xmlns:a16="http://schemas.microsoft.com/office/drawing/2014/main" xmlns="" id="{FD0E1369-B664-5A34-37EB-F2E23636CCE2}"/>
              </a:ext>
            </a:extLst>
          </p:cNvPr>
          <p:cNvSpPr/>
          <p:nvPr/>
        </p:nvSpPr>
        <p:spPr>
          <a:xfrm>
            <a:off x="-260" y="5572124"/>
            <a:ext cx="12193758" cy="583407"/>
          </a:xfrm>
          <a:prstGeom prst="rect">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2" name="Rectangle 11">
            <a:extLst>
              <a:ext uri="{FF2B5EF4-FFF2-40B4-BE49-F238E27FC236}">
                <a16:creationId xmlns:a16="http://schemas.microsoft.com/office/drawing/2014/main" xmlns="" id="{1416A07B-D1C1-CCF8-D7C5-0E48127EB26A}"/>
              </a:ext>
            </a:extLst>
          </p:cNvPr>
          <p:cNvSpPr/>
          <p:nvPr/>
        </p:nvSpPr>
        <p:spPr>
          <a:xfrm>
            <a:off x="1291568" y="-1"/>
            <a:ext cx="656603" cy="6858000"/>
          </a:xfrm>
          <a:prstGeom prst="rect">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4" name="TextBox 13">
            <a:extLst>
              <a:ext uri="{FF2B5EF4-FFF2-40B4-BE49-F238E27FC236}">
                <a16:creationId xmlns:a16="http://schemas.microsoft.com/office/drawing/2014/main" xmlns="" id="{E5C46304-707F-3EF8-C7C9-2F0B0A921B41}"/>
              </a:ext>
            </a:extLst>
          </p:cNvPr>
          <p:cNvSpPr txBox="1"/>
          <p:nvPr/>
        </p:nvSpPr>
        <p:spPr>
          <a:xfrm>
            <a:off x="1396344" y="5505306"/>
            <a:ext cx="442291" cy="707886"/>
          </a:xfrm>
          <a:prstGeom prst="rect">
            <a:avLst/>
          </a:prstGeom>
          <a:noFill/>
        </p:spPr>
        <p:txBody>
          <a:bodyPr wrap="square" rtlCol="0">
            <a:spAutoFit/>
          </a:bodyPr>
          <a:lstStyle/>
          <a:p>
            <a:r>
              <a:rPr lang="el-GR" sz="4000" dirty="0">
                <a:solidFill>
                  <a:srgbClr val="D7C055"/>
                </a:solidFill>
              </a:rPr>
              <a:t>π</a:t>
            </a:r>
            <a:endParaRPr lang="en-US" sz="4000" dirty="0">
              <a:solidFill>
                <a:srgbClr val="D7C055"/>
              </a:solidFill>
            </a:endParaRPr>
          </a:p>
        </p:txBody>
      </p:sp>
      <p:sp>
        <p:nvSpPr>
          <p:cNvPr id="15" name="Google Shape;143;p1">
            <a:extLst>
              <a:ext uri="{FF2B5EF4-FFF2-40B4-BE49-F238E27FC236}">
                <a16:creationId xmlns:a16="http://schemas.microsoft.com/office/drawing/2014/main" xmlns="" id="{C9764481-C48B-F71F-0C2D-6C544B78BD03}"/>
              </a:ext>
            </a:extLst>
          </p:cNvPr>
          <p:cNvSpPr txBox="1">
            <a:spLocks noGrp="1"/>
          </p:cNvSpPr>
          <p:nvPr/>
        </p:nvSpPr>
        <p:spPr>
          <a:xfrm>
            <a:off x="2289667" y="999911"/>
            <a:ext cx="9903831" cy="1015073"/>
          </a:xfrm>
          <a:prstGeom prst="rect">
            <a:avLst/>
          </a:prstGeom>
          <a:noFill/>
          <a:ln>
            <a:noFill/>
          </a:ln>
        </p:spPr>
        <p:txBody>
          <a:bodyPr spcFirstLastPara="1" wrap="square" lIns="91425" tIns="45700" rIns="91425" bIns="45700" anchor="b" anchorCtr="0">
            <a:noAutofit/>
          </a:bodyPr>
          <a:lstStyle>
            <a:defPPr marR="0" lvl="0" algn="l" rtl="0">
              <a:lnSpc>
                <a:spcPct val="100000"/>
              </a:lnSpc>
              <a:spcBef>
                <a:spcPts val="0"/>
              </a:spcBef>
              <a:spcAft>
                <a:spcPts val="0"/>
              </a:spcAft>
            </a:defPPr>
            <a:lvl1pPr marR="0" lvl="0" algn="l" rtl="0">
              <a:lnSpc>
                <a:spcPct val="90000"/>
              </a:lnSpc>
              <a:spcBef>
                <a:spcPts val="0"/>
              </a:spcBef>
              <a:spcAft>
                <a:spcPts val="0"/>
              </a:spcAft>
              <a:buClr>
                <a:srgbClr val="343F49"/>
              </a:buClr>
              <a:buSzPts val="5400"/>
              <a:buFont typeface="Arial"/>
              <a:buNone/>
              <a:defRPr sz="5400" b="0" i="0" u="none" strike="noStrike" cap="none">
                <a:solidFill>
                  <a:srgbClr val="343F49"/>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r>
              <a:rPr lang="en-IN" sz="4600" b="1" dirty="0" smtClean="0">
                <a:solidFill>
                  <a:schemeClr val="tx1"/>
                </a:solidFill>
              </a:rPr>
              <a:t>TextSplitter</a:t>
            </a:r>
            <a:r>
              <a:rPr lang="en-US" sz="4600" b="1" dirty="0">
                <a:solidFill>
                  <a:schemeClr val="tx1"/>
                </a:solidFill>
              </a:rPr>
              <a:t> </a:t>
            </a:r>
            <a:endParaRPr sz="4600" b="1" dirty="0">
              <a:solidFill>
                <a:schemeClr val="tx1"/>
              </a:solidFill>
            </a:endParaRPr>
          </a:p>
        </p:txBody>
      </p:sp>
      <p:sp>
        <p:nvSpPr>
          <p:cNvPr id="16" name="Google Shape;144;p1">
            <a:extLst>
              <a:ext uri="{FF2B5EF4-FFF2-40B4-BE49-F238E27FC236}">
                <a16:creationId xmlns:a16="http://schemas.microsoft.com/office/drawing/2014/main" xmlns="" id="{BBED11E4-2954-95E1-DDA9-5E0CD86221C7}"/>
              </a:ext>
            </a:extLst>
          </p:cNvPr>
          <p:cNvSpPr txBox="1">
            <a:spLocks noGrp="1"/>
          </p:cNvSpPr>
          <p:nvPr/>
        </p:nvSpPr>
        <p:spPr>
          <a:xfrm>
            <a:off x="2427515" y="2380180"/>
            <a:ext cx="7718487" cy="2924709"/>
          </a:xfrm>
          <a:prstGeom prst="rect">
            <a:avLst/>
          </a:prstGeom>
          <a:no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L="457200" marR="0" lvl="0" indent="-406400" algn="l" rtl="0">
              <a:lnSpc>
                <a:spcPct val="90000"/>
              </a:lnSpc>
              <a:spcBef>
                <a:spcPts val="0"/>
              </a:spcBef>
              <a:spcAft>
                <a:spcPts val="0"/>
              </a:spcAft>
              <a:buClr>
                <a:schemeClr val="dk1"/>
              </a:buClr>
              <a:buSzPts val="3200"/>
              <a:buFont typeface="Arial"/>
              <a:buNone/>
              <a:defRPr sz="3200" b="0" i="0" u="none" strike="noStrike" cap="none">
                <a:solidFill>
                  <a:schemeClr val="dk1"/>
                </a:solidFill>
                <a:latin typeface="Arial"/>
                <a:ea typeface="Arial"/>
                <a:cs typeface="Arial"/>
                <a:sym typeface="Arial"/>
              </a:defRPr>
            </a:lvl1pPr>
            <a:lvl2pPr marL="914400" marR="0" lvl="1" indent="-381000" algn="ctr" rtl="0">
              <a:lnSpc>
                <a:spcPct val="90000"/>
              </a:lnSpc>
              <a:spcBef>
                <a:spcPts val="600"/>
              </a:spcBef>
              <a:spcAft>
                <a:spcPts val="0"/>
              </a:spcAft>
              <a:buClr>
                <a:srgbClr val="92979C"/>
              </a:buClr>
              <a:buSzPts val="2400"/>
              <a:buFont typeface="Arial"/>
              <a:buNone/>
              <a:defRPr sz="2400" b="0" i="0" u="none" strike="noStrike" cap="none">
                <a:solidFill>
                  <a:srgbClr val="92979C"/>
                </a:solidFill>
                <a:latin typeface="Arial"/>
                <a:ea typeface="Arial"/>
                <a:cs typeface="Arial"/>
                <a:sym typeface="Arial"/>
              </a:defRPr>
            </a:lvl2pPr>
            <a:lvl3pPr marL="1371600" marR="0" lvl="2" indent="-355600" algn="ctr" rtl="0">
              <a:lnSpc>
                <a:spcPct val="90000"/>
              </a:lnSpc>
              <a:spcBef>
                <a:spcPts val="600"/>
              </a:spcBef>
              <a:spcAft>
                <a:spcPts val="0"/>
              </a:spcAft>
              <a:buClr>
                <a:srgbClr val="92979C"/>
              </a:buClr>
              <a:buSzPts val="2000"/>
              <a:buFont typeface="Arial"/>
              <a:buNone/>
              <a:defRPr sz="2000" b="0" i="0" u="none" strike="noStrike" cap="none">
                <a:solidFill>
                  <a:srgbClr val="92979C"/>
                </a:solidFill>
                <a:latin typeface="Arial"/>
                <a:ea typeface="Arial"/>
                <a:cs typeface="Arial"/>
                <a:sym typeface="Arial"/>
              </a:defRPr>
            </a:lvl3pPr>
            <a:lvl4pPr marL="1828800" marR="0" lvl="3" indent="-342900" algn="ctr" rtl="0">
              <a:lnSpc>
                <a:spcPct val="90000"/>
              </a:lnSpc>
              <a:spcBef>
                <a:spcPts val="600"/>
              </a:spcBef>
              <a:spcAft>
                <a:spcPts val="0"/>
              </a:spcAft>
              <a:buClr>
                <a:srgbClr val="92979C"/>
              </a:buClr>
              <a:buSzPts val="1800"/>
              <a:buFont typeface="Arial"/>
              <a:buNone/>
              <a:defRPr sz="1800" b="0" i="0" u="none" strike="noStrike" cap="none">
                <a:solidFill>
                  <a:srgbClr val="92979C"/>
                </a:solidFill>
                <a:latin typeface="Arial"/>
                <a:ea typeface="Arial"/>
                <a:cs typeface="Arial"/>
                <a:sym typeface="Arial"/>
              </a:defRPr>
            </a:lvl4pPr>
            <a:lvl5pPr marL="2286000" marR="0" lvl="4" indent="-342900" algn="ctr" rtl="0">
              <a:lnSpc>
                <a:spcPct val="90000"/>
              </a:lnSpc>
              <a:spcBef>
                <a:spcPts val="600"/>
              </a:spcBef>
              <a:spcAft>
                <a:spcPts val="0"/>
              </a:spcAft>
              <a:buClr>
                <a:srgbClr val="92979C"/>
              </a:buClr>
              <a:buSzPts val="1800"/>
              <a:buFont typeface="Arial"/>
              <a:buNone/>
              <a:defRPr sz="1800" b="0" i="0" u="none" strike="noStrike" cap="none">
                <a:solidFill>
                  <a:srgbClr val="92979C"/>
                </a:solidFill>
                <a:latin typeface="Arial"/>
                <a:ea typeface="Arial"/>
                <a:cs typeface="Arial"/>
                <a:sym typeface="Arial"/>
              </a:defRPr>
            </a:lvl5pPr>
            <a:lvl6pPr marL="2743200" marR="0" lvl="5" indent="-342900" algn="ctr" rtl="0">
              <a:lnSpc>
                <a:spcPct val="90000"/>
              </a:lnSpc>
              <a:spcBef>
                <a:spcPts val="600"/>
              </a:spcBef>
              <a:spcAft>
                <a:spcPts val="0"/>
              </a:spcAft>
              <a:buClr>
                <a:srgbClr val="92979C"/>
              </a:buClr>
              <a:buSzPts val="1800"/>
              <a:buFont typeface="Arial"/>
              <a:buNone/>
              <a:defRPr sz="1800" b="0" i="0" u="none" strike="noStrike" cap="none">
                <a:solidFill>
                  <a:srgbClr val="92979C"/>
                </a:solidFill>
                <a:latin typeface="Arial"/>
                <a:ea typeface="Arial"/>
                <a:cs typeface="Arial"/>
                <a:sym typeface="Arial"/>
              </a:defRPr>
            </a:lvl6pPr>
            <a:lvl7pPr marL="3200400" marR="0" lvl="6" indent="-342900" algn="ctr" rtl="0">
              <a:lnSpc>
                <a:spcPct val="90000"/>
              </a:lnSpc>
              <a:spcBef>
                <a:spcPts val="600"/>
              </a:spcBef>
              <a:spcAft>
                <a:spcPts val="0"/>
              </a:spcAft>
              <a:buClr>
                <a:srgbClr val="92979C"/>
              </a:buClr>
              <a:buSzPts val="1800"/>
              <a:buFont typeface="Arial"/>
              <a:buNone/>
              <a:defRPr sz="1800" b="0" i="0" u="none" strike="noStrike" cap="none">
                <a:solidFill>
                  <a:srgbClr val="92979C"/>
                </a:solidFill>
                <a:latin typeface="Arial"/>
                <a:ea typeface="Arial"/>
                <a:cs typeface="Arial"/>
                <a:sym typeface="Arial"/>
              </a:defRPr>
            </a:lvl7pPr>
            <a:lvl8pPr marL="3657600" marR="0" lvl="7" indent="-342900" algn="ctr" rtl="0">
              <a:lnSpc>
                <a:spcPct val="90000"/>
              </a:lnSpc>
              <a:spcBef>
                <a:spcPts val="600"/>
              </a:spcBef>
              <a:spcAft>
                <a:spcPts val="0"/>
              </a:spcAft>
              <a:buClr>
                <a:srgbClr val="92979C"/>
              </a:buClr>
              <a:buSzPts val="1800"/>
              <a:buFont typeface="Arial"/>
              <a:buNone/>
              <a:defRPr sz="1800" b="0" i="0" u="none" strike="noStrike" cap="none">
                <a:solidFill>
                  <a:srgbClr val="92979C"/>
                </a:solidFill>
                <a:latin typeface="Arial"/>
                <a:ea typeface="Arial"/>
                <a:cs typeface="Arial"/>
                <a:sym typeface="Arial"/>
              </a:defRPr>
            </a:lvl8pPr>
            <a:lvl9pPr marL="4114800" marR="0" lvl="8" indent="-342900" algn="ctr" rtl="0">
              <a:lnSpc>
                <a:spcPct val="90000"/>
              </a:lnSpc>
              <a:spcBef>
                <a:spcPts val="600"/>
              </a:spcBef>
              <a:spcAft>
                <a:spcPts val="0"/>
              </a:spcAft>
              <a:buClr>
                <a:srgbClr val="92979C"/>
              </a:buClr>
              <a:buSzPts val="1800"/>
              <a:buFont typeface="Arial"/>
              <a:buNone/>
              <a:defRPr sz="1800" b="0" i="0" u="none" strike="noStrike" cap="none">
                <a:solidFill>
                  <a:srgbClr val="92979C"/>
                </a:solidFill>
                <a:latin typeface="Arial"/>
                <a:ea typeface="Arial"/>
                <a:cs typeface="Arial"/>
                <a:sym typeface="Arial"/>
              </a:defRPr>
            </a:lvl9pPr>
          </a:lstStyle>
          <a:p>
            <a:pPr indent="-457200">
              <a:lnSpc>
                <a:spcPct val="100000"/>
              </a:lnSpc>
              <a:buFont typeface="Wingdings" pitchFamily="2" charset="2"/>
              <a:buChar char="§"/>
            </a:pPr>
            <a:r>
              <a:rPr lang="en-US" sz="1600" dirty="0" smtClean="0">
                <a:latin typeface="Calibri Light" pitchFamily="34" charset="0"/>
                <a:cs typeface="Calibri Light" pitchFamily="34" charset="0"/>
              </a:rPr>
              <a:t>Basic</a:t>
            </a:r>
          </a:p>
          <a:p>
            <a:pPr indent="-457200">
              <a:lnSpc>
                <a:spcPct val="100000"/>
              </a:lnSpc>
              <a:buFont typeface="Wingdings" pitchFamily="2" charset="2"/>
              <a:buChar char="§"/>
            </a:pPr>
            <a:r>
              <a:rPr lang="en-US" sz="1600" dirty="0" smtClean="0">
                <a:latin typeface="Calibri Light" pitchFamily="34" charset="0"/>
                <a:cs typeface="Calibri Light" pitchFamily="34" charset="0"/>
              </a:rPr>
              <a:t>Lengthbase txt Splitter (CharactertextSplitter)</a:t>
            </a:r>
          </a:p>
          <a:p>
            <a:pPr indent="-457200">
              <a:lnSpc>
                <a:spcPct val="100000"/>
              </a:lnSpc>
              <a:buFont typeface="Wingdings" pitchFamily="2" charset="2"/>
              <a:buChar char="§"/>
            </a:pPr>
            <a:r>
              <a:rPr lang="en-US" sz="1600" dirty="0" smtClean="0">
                <a:latin typeface="Calibri Light" pitchFamily="34" charset="0"/>
                <a:cs typeface="Calibri Light" pitchFamily="34" charset="0"/>
              </a:rPr>
              <a:t>StructureBasedSplitter (RecursiveCharacterTextSplitter)</a:t>
            </a:r>
            <a:endParaRPr lang="en-US" sz="1600" dirty="0">
              <a:latin typeface="Calibri Light" pitchFamily="34" charset="0"/>
              <a:cs typeface="Calibri Light" pitchFamily="34" charset="0"/>
            </a:endParaRPr>
          </a:p>
          <a:p>
            <a:pPr indent="-457200">
              <a:lnSpc>
                <a:spcPct val="100000"/>
              </a:lnSpc>
              <a:buFont typeface="Wingdings" pitchFamily="2" charset="2"/>
              <a:buChar char="§"/>
            </a:pPr>
            <a:r>
              <a:rPr lang="en-US" sz="1600" dirty="0" smtClean="0">
                <a:latin typeface="Calibri Light" pitchFamily="34" charset="0"/>
                <a:cs typeface="Calibri Light" pitchFamily="34" charset="0"/>
              </a:rPr>
              <a:t>PythoneCodebase Splitter</a:t>
            </a:r>
          </a:p>
          <a:p>
            <a:pPr indent="-457200">
              <a:lnSpc>
                <a:spcPct val="100000"/>
              </a:lnSpc>
              <a:buFont typeface="Wingdings" pitchFamily="2" charset="2"/>
              <a:buChar char="§"/>
            </a:pPr>
            <a:r>
              <a:rPr lang="en-US" sz="1600" dirty="0" smtClean="0">
                <a:latin typeface="Calibri Light" pitchFamily="34" charset="0"/>
                <a:cs typeface="Calibri Light" pitchFamily="34" charset="0"/>
              </a:rPr>
              <a:t>Semantic Based text Chunking (Experimental Phase)</a:t>
            </a:r>
            <a:endParaRPr lang="en-US" sz="1600" dirty="0">
              <a:latin typeface="Calibri Light" pitchFamily="34" charset="0"/>
              <a:cs typeface="Calibri Light" pitchFamily="34" charset="0"/>
            </a:endParaRPr>
          </a:p>
          <a:p>
            <a:pPr indent="-457200">
              <a:buFont typeface="Wingdings" pitchFamily="2" charset="2"/>
              <a:buChar char="§"/>
            </a:pPr>
            <a:endParaRPr lang="en-US" sz="1600" dirty="0">
              <a:latin typeface="Calibri Light" pitchFamily="34" charset="0"/>
              <a:cs typeface="Calibri Light" pitchFamily="34" charset="0"/>
            </a:endParaRPr>
          </a:p>
        </p:txBody>
      </p:sp>
      <p:pic>
        <p:nvPicPr>
          <p:cNvPr id="4" name="Picture 3" descr="A logo with lines in a black background&#10;&#10;Description automatically generated">
            <a:extLst>
              <a:ext uri="{FF2B5EF4-FFF2-40B4-BE49-F238E27FC236}">
                <a16:creationId xmlns:a16="http://schemas.microsoft.com/office/drawing/2014/main" xmlns="" id="{D2D9B059-AD2D-F678-3DA7-C8E036931FCD}"/>
              </a:ext>
            </a:extLst>
          </p:cNvPr>
          <p:cNvPicPr>
            <a:picLocks noChangeAspect="1"/>
          </p:cNvPicPr>
          <p:nvPr/>
        </p:nvPicPr>
        <p:blipFill>
          <a:blip r:embed="rId2"/>
          <a:stretch>
            <a:fillRect/>
          </a:stretch>
        </p:blipFill>
        <p:spPr>
          <a:xfrm>
            <a:off x="11202642" y="-205416"/>
            <a:ext cx="1217233" cy="1205327"/>
          </a:xfrm>
          <a:prstGeom prst="rect">
            <a:avLst/>
          </a:prstGeom>
        </p:spPr>
      </p:pic>
      <p:sp>
        <p:nvSpPr>
          <p:cNvPr id="5" name="Footer Placeholder 4">
            <a:extLst>
              <a:ext uri="{FF2B5EF4-FFF2-40B4-BE49-F238E27FC236}">
                <a16:creationId xmlns:a16="http://schemas.microsoft.com/office/drawing/2014/main" xmlns="" id="{4E035956-D152-CBA4-26F1-D6ED7ADD0543}"/>
              </a:ext>
            </a:extLst>
          </p:cNvPr>
          <p:cNvSpPr>
            <a:spLocks noGrp="1"/>
          </p:cNvSpPr>
          <p:nvPr>
            <p:ph type="ftr" sz="quarter" idx="11"/>
          </p:nvPr>
        </p:nvSpPr>
        <p:spPr/>
        <p:txBody>
          <a:bodyPr/>
          <a:lstStyle/>
          <a:p>
            <a:r>
              <a:rPr lang="en-US" dirty="0"/>
              <a:t>Navigating the Future of Learning​</a:t>
            </a:r>
          </a:p>
        </p:txBody>
      </p:sp>
    </p:spTree>
    <p:extLst>
      <p:ext uri="{BB962C8B-B14F-4D97-AF65-F5344CB8AC3E}">
        <p14:creationId xmlns:p14="http://schemas.microsoft.com/office/powerpoint/2010/main" val="272436290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95CE01EE-9B82-1A8D-6A71-28923D9F4DBF}"/>
            </a:ext>
          </a:extLst>
        </p:cNvPr>
        <p:cNvGrpSpPr/>
        <p:nvPr/>
      </p:nvGrpSpPr>
      <p:grpSpPr>
        <a:xfrm>
          <a:off x="0" y="0"/>
          <a:ext cx="0" cy="0"/>
          <a:chOff x="0" y="0"/>
          <a:chExt cx="0" cy="0"/>
        </a:xfrm>
      </p:grpSpPr>
      <p:sp>
        <p:nvSpPr>
          <p:cNvPr id="6" name="Rectangle 5">
            <a:extLst>
              <a:ext uri="{FF2B5EF4-FFF2-40B4-BE49-F238E27FC236}">
                <a16:creationId xmlns:a16="http://schemas.microsoft.com/office/drawing/2014/main" xmlns="" id="{9B3BB1EE-8F0D-D402-9B66-38C94EBDCD27}"/>
              </a:ext>
            </a:extLst>
          </p:cNvPr>
          <p:cNvSpPr/>
          <p:nvPr/>
        </p:nvSpPr>
        <p:spPr>
          <a:xfrm>
            <a:off x="0" y="1"/>
            <a:ext cx="1126638" cy="6858000"/>
          </a:xfrm>
          <a:prstGeom prst="rect">
            <a:avLst/>
          </a:prstGeom>
          <a:solidFill>
            <a:srgbClr val="D7C055"/>
          </a:solidFill>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endParaRPr lang="en-US" dirty="0">
              <a:cs typeface="Calibri"/>
            </a:endParaRPr>
          </a:p>
        </p:txBody>
      </p:sp>
      <p:sp>
        <p:nvSpPr>
          <p:cNvPr id="7" name="Rectangle 6">
            <a:extLst>
              <a:ext uri="{FF2B5EF4-FFF2-40B4-BE49-F238E27FC236}">
                <a16:creationId xmlns:a16="http://schemas.microsoft.com/office/drawing/2014/main" xmlns="" id="{1B92D285-0982-C7FC-2CCB-555CC4555729}"/>
              </a:ext>
            </a:extLst>
          </p:cNvPr>
          <p:cNvSpPr/>
          <p:nvPr/>
        </p:nvSpPr>
        <p:spPr>
          <a:xfrm>
            <a:off x="565288" y="0"/>
            <a:ext cx="549447" cy="6858000"/>
          </a:xfrm>
          <a:prstGeom prst="rect">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8" name="TextBox 7">
            <a:extLst>
              <a:ext uri="{FF2B5EF4-FFF2-40B4-BE49-F238E27FC236}">
                <a16:creationId xmlns:a16="http://schemas.microsoft.com/office/drawing/2014/main" xmlns="" id="{F5A501CB-25F7-430E-26A9-AC8C6F18EA43}"/>
              </a:ext>
            </a:extLst>
          </p:cNvPr>
          <p:cNvSpPr txBox="1"/>
          <p:nvPr/>
        </p:nvSpPr>
        <p:spPr>
          <a:xfrm>
            <a:off x="601006" y="42718"/>
            <a:ext cx="442291" cy="707886"/>
          </a:xfrm>
          <a:prstGeom prst="rect">
            <a:avLst/>
          </a:prstGeom>
          <a:noFill/>
        </p:spPr>
        <p:txBody>
          <a:bodyPr wrap="square" rtlCol="0">
            <a:spAutoFit/>
          </a:bodyPr>
          <a:lstStyle/>
          <a:p>
            <a:r>
              <a:rPr lang="el-GR" sz="4000" dirty="0">
                <a:solidFill>
                  <a:srgbClr val="D7C055"/>
                </a:solidFill>
              </a:rPr>
              <a:t>π</a:t>
            </a:r>
            <a:endParaRPr lang="en-US" sz="4000" dirty="0">
              <a:solidFill>
                <a:srgbClr val="D7C055"/>
              </a:solidFill>
            </a:endParaRPr>
          </a:p>
        </p:txBody>
      </p:sp>
      <p:sp>
        <p:nvSpPr>
          <p:cNvPr id="33" name="Footer Placeholder 32">
            <a:extLst>
              <a:ext uri="{FF2B5EF4-FFF2-40B4-BE49-F238E27FC236}">
                <a16:creationId xmlns:a16="http://schemas.microsoft.com/office/drawing/2014/main" xmlns="" id="{9EFE9F1A-54D1-5FC8-F649-AA565950307F}"/>
              </a:ext>
            </a:extLst>
          </p:cNvPr>
          <p:cNvSpPr>
            <a:spLocks noGrp="1"/>
          </p:cNvSpPr>
          <p:nvPr>
            <p:ph type="ftr" sz="quarter" idx="11"/>
          </p:nvPr>
        </p:nvSpPr>
        <p:spPr/>
        <p:txBody>
          <a:bodyPr/>
          <a:lstStyle/>
          <a:p>
            <a:r>
              <a:rPr lang="en-US" dirty="0"/>
              <a:t>Navigating the Future of Learning​</a:t>
            </a:r>
          </a:p>
        </p:txBody>
      </p:sp>
      <p:sp>
        <p:nvSpPr>
          <p:cNvPr id="35" name="Title 1">
            <a:extLst>
              <a:ext uri="{FF2B5EF4-FFF2-40B4-BE49-F238E27FC236}">
                <a16:creationId xmlns:a16="http://schemas.microsoft.com/office/drawing/2014/main" xmlns="" id="{8E4945F9-351B-FE06-B4C4-5E27ED97FD2B}"/>
              </a:ext>
            </a:extLst>
          </p:cNvPr>
          <p:cNvSpPr txBox="1">
            <a:spLocks/>
          </p:cNvSpPr>
          <p:nvPr/>
        </p:nvSpPr>
        <p:spPr>
          <a:xfrm>
            <a:off x="1454891" y="310608"/>
            <a:ext cx="3158673" cy="613623"/>
          </a:xfrm>
          <a:prstGeom prst="rect">
            <a:avLst/>
          </a:prstGeom>
        </p:spPr>
        <p:txBody>
          <a:bodyPr vert="horz" lIns="91440" tIns="45720" rIns="91440" bIns="45720" rtlCol="0" anchor="b">
            <a:normAutofit lnSpcReduction="10000"/>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l"/>
            <a:r>
              <a:rPr lang="en-US" sz="4000" b="1" dirty="0" smtClean="0"/>
              <a:t>Text Splitting</a:t>
            </a:r>
            <a:endParaRPr lang="en-IN" sz="4000" b="1" dirty="0"/>
          </a:p>
        </p:txBody>
      </p:sp>
      <p:pic>
        <p:nvPicPr>
          <p:cNvPr id="1027"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034227" y="924231"/>
            <a:ext cx="6372225" cy="47625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028" name="Picture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034227" y="5845751"/>
            <a:ext cx="6372225" cy="59430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410367839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9A00AC01-0D1B-4670-B29D-784BF9417E63}"/>
            </a:ext>
          </a:extLst>
        </p:cNvPr>
        <p:cNvGrpSpPr/>
        <p:nvPr/>
      </p:nvGrpSpPr>
      <p:grpSpPr>
        <a:xfrm>
          <a:off x="0" y="0"/>
          <a:ext cx="0" cy="0"/>
          <a:chOff x="0" y="0"/>
          <a:chExt cx="0" cy="0"/>
        </a:xfrm>
      </p:grpSpPr>
      <p:sp>
        <p:nvSpPr>
          <p:cNvPr id="6" name="Rectangle 5">
            <a:extLst>
              <a:ext uri="{FF2B5EF4-FFF2-40B4-BE49-F238E27FC236}">
                <a16:creationId xmlns:a16="http://schemas.microsoft.com/office/drawing/2014/main" xmlns="" id="{F42AC56F-B988-068F-5073-41D324EA661F}"/>
              </a:ext>
            </a:extLst>
          </p:cNvPr>
          <p:cNvSpPr/>
          <p:nvPr/>
        </p:nvSpPr>
        <p:spPr>
          <a:xfrm>
            <a:off x="0" y="0"/>
            <a:ext cx="1126638" cy="6858000"/>
          </a:xfrm>
          <a:prstGeom prst="rect">
            <a:avLst/>
          </a:prstGeom>
          <a:solidFill>
            <a:srgbClr val="D7C055"/>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 name="Rectangle 6">
            <a:extLst>
              <a:ext uri="{FF2B5EF4-FFF2-40B4-BE49-F238E27FC236}">
                <a16:creationId xmlns:a16="http://schemas.microsoft.com/office/drawing/2014/main" xmlns="" id="{1C7ED88D-99A7-E7D0-D563-319B47D0A7A8}"/>
              </a:ext>
            </a:extLst>
          </p:cNvPr>
          <p:cNvSpPr/>
          <p:nvPr/>
        </p:nvSpPr>
        <p:spPr>
          <a:xfrm>
            <a:off x="565288" y="-1"/>
            <a:ext cx="549447" cy="6858000"/>
          </a:xfrm>
          <a:prstGeom prst="rect">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8" name="TextBox 7">
            <a:extLst>
              <a:ext uri="{FF2B5EF4-FFF2-40B4-BE49-F238E27FC236}">
                <a16:creationId xmlns:a16="http://schemas.microsoft.com/office/drawing/2014/main" xmlns="" id="{86D9703F-8E7B-39E7-D187-C45F9BE29396}"/>
              </a:ext>
            </a:extLst>
          </p:cNvPr>
          <p:cNvSpPr txBox="1"/>
          <p:nvPr/>
        </p:nvSpPr>
        <p:spPr>
          <a:xfrm>
            <a:off x="601006" y="42717"/>
            <a:ext cx="442291" cy="707886"/>
          </a:xfrm>
          <a:prstGeom prst="rect">
            <a:avLst/>
          </a:prstGeom>
          <a:noFill/>
        </p:spPr>
        <p:txBody>
          <a:bodyPr wrap="square" rtlCol="0">
            <a:spAutoFit/>
          </a:bodyPr>
          <a:lstStyle/>
          <a:p>
            <a:r>
              <a:rPr lang="el-GR" sz="4000">
                <a:solidFill>
                  <a:srgbClr val="D7C055"/>
                </a:solidFill>
              </a:rPr>
              <a:t>π</a:t>
            </a:r>
            <a:endParaRPr lang="en-US" sz="4000" dirty="0">
              <a:solidFill>
                <a:srgbClr val="D7C055"/>
              </a:solidFill>
            </a:endParaRPr>
          </a:p>
        </p:txBody>
      </p:sp>
      <p:sp>
        <p:nvSpPr>
          <p:cNvPr id="4" name="Footer Placeholder 3">
            <a:extLst>
              <a:ext uri="{FF2B5EF4-FFF2-40B4-BE49-F238E27FC236}">
                <a16:creationId xmlns:a16="http://schemas.microsoft.com/office/drawing/2014/main" xmlns="" id="{CF61D508-5ADB-85A0-C55A-A34AD3B36759}"/>
              </a:ext>
            </a:extLst>
          </p:cNvPr>
          <p:cNvSpPr>
            <a:spLocks noGrp="1"/>
          </p:cNvSpPr>
          <p:nvPr>
            <p:ph type="ftr" sz="quarter" idx="11"/>
          </p:nvPr>
        </p:nvSpPr>
        <p:spPr>
          <a:xfrm>
            <a:off x="4038600" y="6356349"/>
            <a:ext cx="4114800" cy="365125"/>
          </a:xfrm>
        </p:spPr>
        <p:txBody>
          <a:bodyPr/>
          <a:lstStyle/>
          <a:p>
            <a:r>
              <a:rPr lang="en-US" dirty="0"/>
              <a:t>Navigating the Future of Learning </a:t>
            </a:r>
          </a:p>
        </p:txBody>
      </p:sp>
      <p:pic>
        <p:nvPicPr>
          <p:cNvPr id="2050"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504517" y="396660"/>
            <a:ext cx="10325412" cy="411739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 name="Rectangle 1"/>
          <p:cNvSpPr/>
          <p:nvPr/>
        </p:nvSpPr>
        <p:spPr>
          <a:xfrm>
            <a:off x="1504516" y="4826674"/>
            <a:ext cx="10687483" cy="1200329"/>
          </a:xfrm>
          <a:prstGeom prst="rect">
            <a:avLst/>
          </a:prstGeom>
        </p:spPr>
        <p:txBody>
          <a:bodyPr wrap="square">
            <a:spAutoFit/>
          </a:bodyPr>
          <a:lstStyle/>
          <a:p>
            <a:r>
              <a:rPr lang="en-US" dirty="0"/>
              <a:t>If we generate the embedding of entire paragraph totgether then the quality of embedding is not good.then vector is unbale to respsent sementaic meting of whole paragraph properly.</a:t>
            </a:r>
          </a:p>
          <a:p>
            <a:r>
              <a:rPr lang="en-US" dirty="0"/>
              <a:t>if we break entire paragrpah in small chunk first and then generate embediing of it.this case vector is able to represnet  sementic meaning of it clearly.</a:t>
            </a:r>
            <a:endParaRPr lang="en-IN" dirty="0"/>
          </a:p>
        </p:txBody>
      </p:sp>
    </p:spTree>
    <p:extLst>
      <p:ext uri="{BB962C8B-B14F-4D97-AF65-F5344CB8AC3E}">
        <p14:creationId xmlns:p14="http://schemas.microsoft.com/office/powerpoint/2010/main" val="422896599"/>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9A00AC01-0D1B-4670-B29D-784BF9417E63}"/>
            </a:ext>
          </a:extLst>
        </p:cNvPr>
        <p:cNvGrpSpPr/>
        <p:nvPr/>
      </p:nvGrpSpPr>
      <p:grpSpPr>
        <a:xfrm>
          <a:off x="0" y="0"/>
          <a:ext cx="0" cy="0"/>
          <a:chOff x="0" y="0"/>
          <a:chExt cx="0" cy="0"/>
        </a:xfrm>
      </p:grpSpPr>
      <p:sp>
        <p:nvSpPr>
          <p:cNvPr id="6" name="Rectangle 5">
            <a:extLst>
              <a:ext uri="{FF2B5EF4-FFF2-40B4-BE49-F238E27FC236}">
                <a16:creationId xmlns:a16="http://schemas.microsoft.com/office/drawing/2014/main" xmlns="" id="{F42AC56F-B988-068F-5073-41D324EA661F}"/>
              </a:ext>
            </a:extLst>
          </p:cNvPr>
          <p:cNvSpPr/>
          <p:nvPr/>
        </p:nvSpPr>
        <p:spPr>
          <a:xfrm>
            <a:off x="0" y="0"/>
            <a:ext cx="1126638" cy="6858000"/>
          </a:xfrm>
          <a:prstGeom prst="rect">
            <a:avLst/>
          </a:prstGeom>
          <a:solidFill>
            <a:srgbClr val="D7C055"/>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 name="Rectangle 6">
            <a:extLst>
              <a:ext uri="{FF2B5EF4-FFF2-40B4-BE49-F238E27FC236}">
                <a16:creationId xmlns:a16="http://schemas.microsoft.com/office/drawing/2014/main" xmlns="" id="{1C7ED88D-99A7-E7D0-D563-319B47D0A7A8}"/>
              </a:ext>
            </a:extLst>
          </p:cNvPr>
          <p:cNvSpPr/>
          <p:nvPr/>
        </p:nvSpPr>
        <p:spPr>
          <a:xfrm>
            <a:off x="565288" y="-1"/>
            <a:ext cx="549447" cy="6858000"/>
          </a:xfrm>
          <a:prstGeom prst="rect">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8" name="TextBox 7">
            <a:extLst>
              <a:ext uri="{FF2B5EF4-FFF2-40B4-BE49-F238E27FC236}">
                <a16:creationId xmlns:a16="http://schemas.microsoft.com/office/drawing/2014/main" xmlns="" id="{86D9703F-8E7B-39E7-D187-C45F9BE29396}"/>
              </a:ext>
            </a:extLst>
          </p:cNvPr>
          <p:cNvSpPr txBox="1"/>
          <p:nvPr/>
        </p:nvSpPr>
        <p:spPr>
          <a:xfrm>
            <a:off x="601006" y="42717"/>
            <a:ext cx="442291" cy="707886"/>
          </a:xfrm>
          <a:prstGeom prst="rect">
            <a:avLst/>
          </a:prstGeom>
          <a:noFill/>
        </p:spPr>
        <p:txBody>
          <a:bodyPr wrap="square" rtlCol="0">
            <a:spAutoFit/>
          </a:bodyPr>
          <a:lstStyle/>
          <a:p>
            <a:r>
              <a:rPr lang="el-GR" sz="4000">
                <a:solidFill>
                  <a:srgbClr val="D7C055"/>
                </a:solidFill>
              </a:rPr>
              <a:t>π</a:t>
            </a:r>
            <a:endParaRPr lang="en-US" sz="4000" dirty="0">
              <a:solidFill>
                <a:srgbClr val="D7C055"/>
              </a:solidFill>
            </a:endParaRPr>
          </a:p>
        </p:txBody>
      </p:sp>
      <p:sp>
        <p:nvSpPr>
          <p:cNvPr id="4" name="Footer Placeholder 3">
            <a:extLst>
              <a:ext uri="{FF2B5EF4-FFF2-40B4-BE49-F238E27FC236}">
                <a16:creationId xmlns:a16="http://schemas.microsoft.com/office/drawing/2014/main" xmlns="" id="{CF61D508-5ADB-85A0-C55A-A34AD3B36759}"/>
              </a:ext>
            </a:extLst>
          </p:cNvPr>
          <p:cNvSpPr>
            <a:spLocks noGrp="1"/>
          </p:cNvSpPr>
          <p:nvPr>
            <p:ph type="ftr" sz="quarter" idx="11"/>
          </p:nvPr>
        </p:nvSpPr>
        <p:spPr>
          <a:xfrm>
            <a:off x="4038600" y="6356349"/>
            <a:ext cx="4114800" cy="365125"/>
          </a:xfrm>
        </p:spPr>
        <p:txBody>
          <a:bodyPr/>
          <a:lstStyle/>
          <a:p>
            <a:r>
              <a:rPr lang="en-US" dirty="0"/>
              <a:t>Navigating the Future of Learning </a:t>
            </a:r>
          </a:p>
        </p:txBody>
      </p:sp>
      <p:pic>
        <p:nvPicPr>
          <p:cNvPr id="3074"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717531" y="396660"/>
            <a:ext cx="9574261" cy="398137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960123039"/>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9A00AC01-0D1B-4670-B29D-784BF9417E63}"/>
            </a:ext>
          </a:extLst>
        </p:cNvPr>
        <p:cNvGrpSpPr/>
        <p:nvPr/>
      </p:nvGrpSpPr>
      <p:grpSpPr>
        <a:xfrm>
          <a:off x="0" y="0"/>
          <a:ext cx="0" cy="0"/>
          <a:chOff x="0" y="0"/>
          <a:chExt cx="0" cy="0"/>
        </a:xfrm>
      </p:grpSpPr>
      <p:sp>
        <p:nvSpPr>
          <p:cNvPr id="6" name="Rectangle 5">
            <a:extLst>
              <a:ext uri="{FF2B5EF4-FFF2-40B4-BE49-F238E27FC236}">
                <a16:creationId xmlns:a16="http://schemas.microsoft.com/office/drawing/2014/main" xmlns="" id="{F42AC56F-B988-068F-5073-41D324EA661F}"/>
              </a:ext>
            </a:extLst>
          </p:cNvPr>
          <p:cNvSpPr/>
          <p:nvPr/>
        </p:nvSpPr>
        <p:spPr>
          <a:xfrm>
            <a:off x="0" y="0"/>
            <a:ext cx="1126638" cy="6858000"/>
          </a:xfrm>
          <a:prstGeom prst="rect">
            <a:avLst/>
          </a:prstGeom>
          <a:solidFill>
            <a:srgbClr val="D7C055"/>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 name="Rectangle 6">
            <a:extLst>
              <a:ext uri="{FF2B5EF4-FFF2-40B4-BE49-F238E27FC236}">
                <a16:creationId xmlns:a16="http://schemas.microsoft.com/office/drawing/2014/main" xmlns="" id="{1C7ED88D-99A7-E7D0-D563-319B47D0A7A8}"/>
              </a:ext>
            </a:extLst>
          </p:cNvPr>
          <p:cNvSpPr/>
          <p:nvPr/>
        </p:nvSpPr>
        <p:spPr>
          <a:xfrm>
            <a:off x="565288" y="-1"/>
            <a:ext cx="549447" cy="6858000"/>
          </a:xfrm>
          <a:prstGeom prst="rect">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8" name="TextBox 7">
            <a:extLst>
              <a:ext uri="{FF2B5EF4-FFF2-40B4-BE49-F238E27FC236}">
                <a16:creationId xmlns:a16="http://schemas.microsoft.com/office/drawing/2014/main" xmlns="" id="{86D9703F-8E7B-39E7-D187-C45F9BE29396}"/>
              </a:ext>
            </a:extLst>
          </p:cNvPr>
          <p:cNvSpPr txBox="1"/>
          <p:nvPr/>
        </p:nvSpPr>
        <p:spPr>
          <a:xfrm>
            <a:off x="601006" y="42717"/>
            <a:ext cx="442291" cy="707886"/>
          </a:xfrm>
          <a:prstGeom prst="rect">
            <a:avLst/>
          </a:prstGeom>
          <a:noFill/>
        </p:spPr>
        <p:txBody>
          <a:bodyPr wrap="square" rtlCol="0">
            <a:spAutoFit/>
          </a:bodyPr>
          <a:lstStyle/>
          <a:p>
            <a:r>
              <a:rPr lang="el-GR" sz="4000">
                <a:solidFill>
                  <a:srgbClr val="D7C055"/>
                </a:solidFill>
              </a:rPr>
              <a:t>π</a:t>
            </a:r>
            <a:endParaRPr lang="en-US" sz="4000" dirty="0">
              <a:solidFill>
                <a:srgbClr val="D7C055"/>
              </a:solidFill>
            </a:endParaRPr>
          </a:p>
        </p:txBody>
      </p:sp>
      <p:sp>
        <p:nvSpPr>
          <p:cNvPr id="4" name="Footer Placeholder 3">
            <a:extLst>
              <a:ext uri="{FF2B5EF4-FFF2-40B4-BE49-F238E27FC236}">
                <a16:creationId xmlns:a16="http://schemas.microsoft.com/office/drawing/2014/main" xmlns="" id="{CF61D508-5ADB-85A0-C55A-A34AD3B36759}"/>
              </a:ext>
            </a:extLst>
          </p:cNvPr>
          <p:cNvSpPr>
            <a:spLocks noGrp="1"/>
          </p:cNvSpPr>
          <p:nvPr>
            <p:ph type="ftr" sz="quarter" idx="11"/>
          </p:nvPr>
        </p:nvSpPr>
        <p:spPr>
          <a:xfrm>
            <a:off x="4038600" y="6356349"/>
            <a:ext cx="4114800" cy="365125"/>
          </a:xfrm>
        </p:spPr>
        <p:txBody>
          <a:bodyPr/>
          <a:lstStyle/>
          <a:p>
            <a:r>
              <a:rPr lang="en-US" dirty="0"/>
              <a:t>Navigating the Future of Learning </a:t>
            </a:r>
          </a:p>
        </p:txBody>
      </p:sp>
      <p:pic>
        <p:nvPicPr>
          <p:cNvPr id="1026"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777917" y="396659"/>
            <a:ext cx="9188406" cy="444003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150678783"/>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9A00AC01-0D1B-4670-B29D-784BF9417E63}"/>
            </a:ext>
          </a:extLst>
        </p:cNvPr>
        <p:cNvGrpSpPr/>
        <p:nvPr/>
      </p:nvGrpSpPr>
      <p:grpSpPr>
        <a:xfrm>
          <a:off x="0" y="0"/>
          <a:ext cx="0" cy="0"/>
          <a:chOff x="0" y="0"/>
          <a:chExt cx="0" cy="0"/>
        </a:xfrm>
      </p:grpSpPr>
      <p:sp>
        <p:nvSpPr>
          <p:cNvPr id="6" name="Rectangle 5">
            <a:extLst>
              <a:ext uri="{FF2B5EF4-FFF2-40B4-BE49-F238E27FC236}">
                <a16:creationId xmlns:a16="http://schemas.microsoft.com/office/drawing/2014/main" xmlns="" id="{F42AC56F-B988-068F-5073-41D324EA661F}"/>
              </a:ext>
            </a:extLst>
          </p:cNvPr>
          <p:cNvSpPr/>
          <p:nvPr/>
        </p:nvSpPr>
        <p:spPr>
          <a:xfrm>
            <a:off x="0" y="0"/>
            <a:ext cx="1126638" cy="6858000"/>
          </a:xfrm>
          <a:prstGeom prst="rect">
            <a:avLst/>
          </a:prstGeom>
          <a:solidFill>
            <a:srgbClr val="D7C055"/>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 name="Rectangle 6">
            <a:extLst>
              <a:ext uri="{FF2B5EF4-FFF2-40B4-BE49-F238E27FC236}">
                <a16:creationId xmlns:a16="http://schemas.microsoft.com/office/drawing/2014/main" xmlns="" id="{1C7ED88D-99A7-E7D0-D563-319B47D0A7A8}"/>
              </a:ext>
            </a:extLst>
          </p:cNvPr>
          <p:cNvSpPr/>
          <p:nvPr/>
        </p:nvSpPr>
        <p:spPr>
          <a:xfrm>
            <a:off x="565288" y="-1"/>
            <a:ext cx="549447" cy="6858000"/>
          </a:xfrm>
          <a:prstGeom prst="rect">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8" name="TextBox 7">
            <a:extLst>
              <a:ext uri="{FF2B5EF4-FFF2-40B4-BE49-F238E27FC236}">
                <a16:creationId xmlns:a16="http://schemas.microsoft.com/office/drawing/2014/main" xmlns="" id="{86D9703F-8E7B-39E7-D187-C45F9BE29396}"/>
              </a:ext>
            </a:extLst>
          </p:cNvPr>
          <p:cNvSpPr txBox="1"/>
          <p:nvPr/>
        </p:nvSpPr>
        <p:spPr>
          <a:xfrm>
            <a:off x="601006" y="42717"/>
            <a:ext cx="442291" cy="707886"/>
          </a:xfrm>
          <a:prstGeom prst="rect">
            <a:avLst/>
          </a:prstGeom>
          <a:noFill/>
        </p:spPr>
        <p:txBody>
          <a:bodyPr wrap="square" rtlCol="0">
            <a:spAutoFit/>
          </a:bodyPr>
          <a:lstStyle/>
          <a:p>
            <a:r>
              <a:rPr lang="el-GR" sz="4000">
                <a:solidFill>
                  <a:srgbClr val="D7C055"/>
                </a:solidFill>
              </a:rPr>
              <a:t>π</a:t>
            </a:r>
            <a:endParaRPr lang="en-US" sz="4000" dirty="0">
              <a:solidFill>
                <a:srgbClr val="D7C055"/>
              </a:solidFill>
            </a:endParaRPr>
          </a:p>
        </p:txBody>
      </p:sp>
      <p:sp>
        <p:nvSpPr>
          <p:cNvPr id="4" name="Footer Placeholder 3">
            <a:extLst>
              <a:ext uri="{FF2B5EF4-FFF2-40B4-BE49-F238E27FC236}">
                <a16:creationId xmlns:a16="http://schemas.microsoft.com/office/drawing/2014/main" xmlns="" id="{CF61D508-5ADB-85A0-C55A-A34AD3B36759}"/>
              </a:ext>
            </a:extLst>
          </p:cNvPr>
          <p:cNvSpPr>
            <a:spLocks noGrp="1"/>
          </p:cNvSpPr>
          <p:nvPr>
            <p:ph type="ftr" sz="quarter" idx="11"/>
          </p:nvPr>
        </p:nvSpPr>
        <p:spPr>
          <a:xfrm>
            <a:off x="4038600" y="6356349"/>
            <a:ext cx="4114800" cy="365125"/>
          </a:xfrm>
        </p:spPr>
        <p:txBody>
          <a:bodyPr/>
          <a:lstStyle/>
          <a:p>
            <a:r>
              <a:rPr lang="en-US" dirty="0"/>
              <a:t>Navigating the Future of Learning </a:t>
            </a:r>
          </a:p>
        </p:txBody>
      </p:sp>
      <p:sp>
        <p:nvSpPr>
          <p:cNvPr id="2" name="Rectangle 1"/>
          <p:cNvSpPr/>
          <p:nvPr/>
        </p:nvSpPr>
        <p:spPr>
          <a:xfrm>
            <a:off x="1604211" y="931673"/>
            <a:ext cx="9958135" cy="1384995"/>
          </a:xfrm>
          <a:prstGeom prst="rect">
            <a:avLst/>
          </a:prstGeom>
          <a:ln>
            <a:noFill/>
          </a:ln>
        </p:spPr>
        <p:txBody>
          <a:bodyPr wrap="square">
            <a:spAutoFit/>
          </a:bodyPr>
          <a:lstStyle/>
          <a:p>
            <a:r>
              <a:rPr lang="en-US" sz="1400" dirty="0">
                <a:latin typeface="Cambria" pitchFamily="18" charset="0"/>
                <a:ea typeface="Cambria" pitchFamily="18" charset="0"/>
              </a:rPr>
              <a:t>Space exploration has led to incredible scientific discoveries. From landing on the Moon to exploring Mars, humanity continues to push the boundaries of what’s possible beyond our planet.</a:t>
            </a:r>
          </a:p>
          <a:p>
            <a:endParaRPr lang="en-US" sz="1400" dirty="0">
              <a:latin typeface="Cambria" pitchFamily="18" charset="0"/>
              <a:ea typeface="Cambria" pitchFamily="18" charset="0"/>
            </a:endParaRPr>
          </a:p>
          <a:p>
            <a:r>
              <a:rPr lang="en-US" sz="1400" dirty="0">
                <a:latin typeface="Cambria" pitchFamily="18" charset="0"/>
                <a:ea typeface="Cambria" pitchFamily="18" charset="0"/>
              </a:rPr>
              <a:t>These missions have not only expanded our knowledge of the universe but have also contributed to advancements in technology here on Earth. Satellite communications, GPS, and even certain medical imaging techniques trace their roots back to innovations driven by space programs</a:t>
            </a:r>
            <a:endParaRPr lang="en-IN" sz="1400" dirty="0">
              <a:latin typeface="Cambria" pitchFamily="18" charset="0"/>
              <a:ea typeface="Cambria" pitchFamily="18" charset="0"/>
            </a:endParaRPr>
          </a:p>
        </p:txBody>
      </p:sp>
      <p:sp>
        <p:nvSpPr>
          <p:cNvPr id="5" name="Rectangle 4"/>
          <p:cNvSpPr/>
          <p:nvPr/>
        </p:nvSpPr>
        <p:spPr>
          <a:xfrm>
            <a:off x="1844842" y="2786334"/>
            <a:ext cx="6096000" cy="984885"/>
          </a:xfrm>
          <a:prstGeom prst="rect">
            <a:avLst/>
          </a:prstGeom>
        </p:spPr>
        <p:txBody>
          <a:bodyPr>
            <a:spAutoFit/>
          </a:bodyPr>
          <a:lstStyle/>
          <a:p>
            <a:r>
              <a:rPr lang="en-US" sz="1600" dirty="0">
                <a:latin typeface="Cambria" pitchFamily="18" charset="0"/>
                <a:ea typeface="Cambria" pitchFamily="18" charset="0"/>
              </a:rPr>
              <a:t>character based </a:t>
            </a:r>
            <a:r>
              <a:rPr lang="en-US" sz="1600" dirty="0">
                <a:latin typeface="Cambria" pitchFamily="18" charset="0"/>
                <a:ea typeface="Cambria" pitchFamily="18" charset="0"/>
              </a:rPr>
              <a:t>splitter </a:t>
            </a:r>
            <a:r>
              <a:rPr lang="en-US" sz="1600" dirty="0">
                <a:latin typeface="Cambria" pitchFamily="18" charset="0"/>
                <a:ea typeface="Cambria" pitchFamily="18" charset="0"/>
              </a:rPr>
              <a:t>does not care about </a:t>
            </a:r>
          </a:p>
          <a:p>
            <a:pPr marL="1200150" lvl="2" indent="-285750">
              <a:buFont typeface="Wingdings" pitchFamily="2" charset="2"/>
              <a:buChar char="§"/>
            </a:pPr>
            <a:r>
              <a:rPr lang="en-US" sz="1400" dirty="0">
                <a:latin typeface="Cambria" pitchFamily="18" charset="0"/>
                <a:ea typeface="Cambria" pitchFamily="18" charset="0"/>
              </a:rPr>
              <a:t>             </a:t>
            </a:r>
            <a:r>
              <a:rPr lang="en-US" sz="1400" dirty="0">
                <a:latin typeface="Cambria" pitchFamily="18" charset="0"/>
                <a:ea typeface="Cambria" pitchFamily="18" charset="0"/>
              </a:rPr>
              <a:t>grammar,</a:t>
            </a:r>
            <a:endParaRPr lang="en-US" sz="1400" dirty="0">
              <a:latin typeface="Cambria" pitchFamily="18" charset="0"/>
              <a:ea typeface="Cambria" pitchFamily="18" charset="0"/>
            </a:endParaRPr>
          </a:p>
          <a:p>
            <a:pPr marL="1200150" lvl="2" indent="-285750">
              <a:buFont typeface="Wingdings" pitchFamily="2" charset="2"/>
              <a:buChar char="§"/>
            </a:pPr>
            <a:r>
              <a:rPr lang="en-US" sz="1400" dirty="0">
                <a:latin typeface="Cambria" pitchFamily="18" charset="0"/>
                <a:ea typeface="Cambria" pitchFamily="18" charset="0"/>
              </a:rPr>
              <a:t>             word </a:t>
            </a:r>
          </a:p>
          <a:p>
            <a:pPr marL="1200150" lvl="2" indent="-285750">
              <a:buFont typeface="Wingdings" pitchFamily="2" charset="2"/>
              <a:buChar char="§"/>
            </a:pPr>
            <a:r>
              <a:rPr lang="en-US" sz="1400" dirty="0">
                <a:latin typeface="Cambria" pitchFamily="18" charset="0"/>
                <a:ea typeface="Cambria" pitchFamily="18" charset="0"/>
              </a:rPr>
              <a:t>             paragraph sentence,, also </a:t>
            </a:r>
            <a:r>
              <a:rPr lang="en-US" sz="1400" dirty="0">
                <a:latin typeface="Cambria" pitchFamily="18" charset="0"/>
                <a:ea typeface="Cambria" pitchFamily="18" charset="0"/>
              </a:rPr>
              <a:t>semantic </a:t>
            </a:r>
            <a:r>
              <a:rPr lang="en-US" sz="1400" dirty="0">
                <a:latin typeface="Cambria" pitchFamily="18" charset="0"/>
                <a:ea typeface="Cambria" pitchFamily="18" charset="0"/>
              </a:rPr>
              <a:t>meaning</a:t>
            </a:r>
            <a:endParaRPr lang="en-IN" sz="1400" dirty="0">
              <a:latin typeface="Cambria" pitchFamily="18" charset="0"/>
              <a:ea typeface="Cambria" pitchFamily="18" charset="0"/>
            </a:endParaRPr>
          </a:p>
        </p:txBody>
      </p:sp>
      <p:grpSp>
        <p:nvGrpSpPr>
          <p:cNvPr id="11" name="Group 10"/>
          <p:cNvGrpSpPr/>
          <p:nvPr/>
        </p:nvGrpSpPr>
        <p:grpSpPr>
          <a:xfrm>
            <a:off x="1449630" y="346753"/>
            <a:ext cx="3339119" cy="461665"/>
            <a:chOff x="1449630" y="346753"/>
            <a:chExt cx="3339119" cy="461665"/>
          </a:xfrm>
        </p:grpSpPr>
        <p:sp>
          <p:nvSpPr>
            <p:cNvPr id="3" name="Rectangle 2"/>
            <p:cNvSpPr/>
            <p:nvPr/>
          </p:nvSpPr>
          <p:spPr>
            <a:xfrm>
              <a:off x="1449630" y="346753"/>
              <a:ext cx="3339119" cy="461665"/>
            </a:xfrm>
            <a:prstGeom prst="rect">
              <a:avLst/>
            </a:prstGeom>
          </p:spPr>
          <p:txBody>
            <a:bodyPr wrap="none">
              <a:spAutoFit/>
            </a:bodyPr>
            <a:lstStyle/>
            <a:p>
              <a:r>
                <a:rPr lang="en-IN" sz="2400" dirty="0"/>
                <a:t>length based Text Splitter</a:t>
              </a:r>
            </a:p>
          </p:txBody>
        </p:sp>
        <p:cxnSp>
          <p:nvCxnSpPr>
            <p:cNvPr id="10" name="Straight Connector 9"/>
            <p:cNvCxnSpPr/>
            <p:nvPr/>
          </p:nvCxnSpPr>
          <p:spPr>
            <a:xfrm>
              <a:off x="1449630" y="808418"/>
              <a:ext cx="3339119" cy="0"/>
            </a:xfrm>
            <a:prstGeom prst="line">
              <a:avLst/>
            </a:prstGeom>
          </p:spPr>
          <p:style>
            <a:lnRef idx="1">
              <a:schemeClr val="accent1"/>
            </a:lnRef>
            <a:fillRef idx="0">
              <a:schemeClr val="accent1"/>
            </a:fillRef>
            <a:effectRef idx="0">
              <a:schemeClr val="accent1"/>
            </a:effectRef>
            <a:fontRef idx="minor">
              <a:schemeClr val="tx1"/>
            </a:fontRef>
          </p:style>
        </p:cxnSp>
      </p:grpSp>
      <p:sp>
        <p:nvSpPr>
          <p:cNvPr id="12" name="Rectangle 11"/>
          <p:cNvSpPr/>
          <p:nvPr/>
        </p:nvSpPr>
        <p:spPr>
          <a:xfrm>
            <a:off x="1844842" y="5879250"/>
            <a:ext cx="2734403" cy="307777"/>
          </a:xfrm>
          <a:prstGeom prst="rect">
            <a:avLst/>
          </a:prstGeom>
          <a:solidFill>
            <a:schemeClr val="accent6">
              <a:lumMod val="20000"/>
              <a:lumOff val="80000"/>
            </a:schemeClr>
          </a:solidFill>
          <a:ln>
            <a:solidFill>
              <a:schemeClr val="accent6"/>
            </a:solidFill>
          </a:ln>
        </p:spPr>
        <p:txBody>
          <a:bodyPr wrap="none">
            <a:spAutoFit/>
          </a:bodyPr>
          <a:lstStyle/>
          <a:p>
            <a:r>
              <a:rPr lang="en-IN" sz="1400" dirty="0">
                <a:latin typeface="Arial Unicode MS" pitchFamily="34" charset="-128"/>
                <a:ea typeface="Arial Unicode MS" pitchFamily="34" charset="-128"/>
                <a:cs typeface="Arial Unicode MS" pitchFamily="34" charset="-128"/>
              </a:rPr>
              <a:t>https://chunkviz.up.railway.app/</a:t>
            </a:r>
          </a:p>
        </p:txBody>
      </p:sp>
    </p:spTree>
    <p:extLst>
      <p:ext uri="{BB962C8B-B14F-4D97-AF65-F5344CB8AC3E}">
        <p14:creationId xmlns:p14="http://schemas.microsoft.com/office/powerpoint/2010/main" val="1544605567"/>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9A00AC01-0D1B-4670-B29D-784BF9417E63}"/>
            </a:ext>
          </a:extLst>
        </p:cNvPr>
        <p:cNvGrpSpPr/>
        <p:nvPr/>
      </p:nvGrpSpPr>
      <p:grpSpPr>
        <a:xfrm>
          <a:off x="0" y="0"/>
          <a:ext cx="0" cy="0"/>
          <a:chOff x="0" y="0"/>
          <a:chExt cx="0" cy="0"/>
        </a:xfrm>
      </p:grpSpPr>
      <p:sp>
        <p:nvSpPr>
          <p:cNvPr id="6" name="Rectangle 5">
            <a:extLst>
              <a:ext uri="{FF2B5EF4-FFF2-40B4-BE49-F238E27FC236}">
                <a16:creationId xmlns:a16="http://schemas.microsoft.com/office/drawing/2014/main" xmlns="" id="{F42AC56F-B988-068F-5073-41D324EA661F}"/>
              </a:ext>
            </a:extLst>
          </p:cNvPr>
          <p:cNvSpPr/>
          <p:nvPr/>
        </p:nvSpPr>
        <p:spPr>
          <a:xfrm>
            <a:off x="0" y="0"/>
            <a:ext cx="1126638" cy="6858000"/>
          </a:xfrm>
          <a:prstGeom prst="rect">
            <a:avLst/>
          </a:prstGeom>
          <a:solidFill>
            <a:srgbClr val="D7C055"/>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 name="Rectangle 6">
            <a:extLst>
              <a:ext uri="{FF2B5EF4-FFF2-40B4-BE49-F238E27FC236}">
                <a16:creationId xmlns:a16="http://schemas.microsoft.com/office/drawing/2014/main" xmlns="" id="{1C7ED88D-99A7-E7D0-D563-319B47D0A7A8}"/>
              </a:ext>
            </a:extLst>
          </p:cNvPr>
          <p:cNvSpPr/>
          <p:nvPr/>
        </p:nvSpPr>
        <p:spPr>
          <a:xfrm>
            <a:off x="565288" y="-1"/>
            <a:ext cx="549447" cy="6858000"/>
          </a:xfrm>
          <a:prstGeom prst="rect">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8" name="TextBox 7">
            <a:extLst>
              <a:ext uri="{FF2B5EF4-FFF2-40B4-BE49-F238E27FC236}">
                <a16:creationId xmlns:a16="http://schemas.microsoft.com/office/drawing/2014/main" xmlns="" id="{86D9703F-8E7B-39E7-D187-C45F9BE29396}"/>
              </a:ext>
            </a:extLst>
          </p:cNvPr>
          <p:cNvSpPr txBox="1"/>
          <p:nvPr/>
        </p:nvSpPr>
        <p:spPr>
          <a:xfrm>
            <a:off x="601006" y="42717"/>
            <a:ext cx="442291" cy="707886"/>
          </a:xfrm>
          <a:prstGeom prst="rect">
            <a:avLst/>
          </a:prstGeom>
          <a:noFill/>
        </p:spPr>
        <p:txBody>
          <a:bodyPr wrap="square" rtlCol="0">
            <a:spAutoFit/>
          </a:bodyPr>
          <a:lstStyle/>
          <a:p>
            <a:r>
              <a:rPr lang="el-GR" sz="4000">
                <a:solidFill>
                  <a:srgbClr val="D7C055"/>
                </a:solidFill>
              </a:rPr>
              <a:t>π</a:t>
            </a:r>
            <a:endParaRPr lang="en-US" sz="4000" dirty="0">
              <a:solidFill>
                <a:srgbClr val="D7C055"/>
              </a:solidFill>
            </a:endParaRPr>
          </a:p>
        </p:txBody>
      </p:sp>
      <p:sp>
        <p:nvSpPr>
          <p:cNvPr id="4" name="Footer Placeholder 3">
            <a:extLst>
              <a:ext uri="{FF2B5EF4-FFF2-40B4-BE49-F238E27FC236}">
                <a16:creationId xmlns:a16="http://schemas.microsoft.com/office/drawing/2014/main" xmlns="" id="{CF61D508-5ADB-85A0-C55A-A34AD3B36759}"/>
              </a:ext>
            </a:extLst>
          </p:cNvPr>
          <p:cNvSpPr>
            <a:spLocks noGrp="1"/>
          </p:cNvSpPr>
          <p:nvPr>
            <p:ph type="ftr" sz="quarter" idx="11"/>
          </p:nvPr>
        </p:nvSpPr>
        <p:spPr>
          <a:xfrm>
            <a:off x="4038600" y="6356349"/>
            <a:ext cx="4114800" cy="365125"/>
          </a:xfrm>
        </p:spPr>
        <p:txBody>
          <a:bodyPr/>
          <a:lstStyle/>
          <a:p>
            <a:r>
              <a:rPr lang="en-US" dirty="0"/>
              <a:t>Navigating the Future of Learning </a:t>
            </a:r>
          </a:p>
        </p:txBody>
      </p:sp>
      <p:grpSp>
        <p:nvGrpSpPr>
          <p:cNvPr id="5" name="Group 4"/>
          <p:cNvGrpSpPr/>
          <p:nvPr/>
        </p:nvGrpSpPr>
        <p:grpSpPr>
          <a:xfrm>
            <a:off x="2602831" y="750602"/>
            <a:ext cx="6120064" cy="3662541"/>
            <a:chOff x="2434389" y="750603"/>
            <a:chExt cx="6120064" cy="3662541"/>
          </a:xfrm>
        </p:grpSpPr>
        <p:sp>
          <p:nvSpPr>
            <p:cNvPr id="2" name="Rectangle 1"/>
            <p:cNvSpPr/>
            <p:nvPr/>
          </p:nvSpPr>
          <p:spPr>
            <a:xfrm>
              <a:off x="2434389" y="750603"/>
              <a:ext cx="6120064" cy="3662541"/>
            </a:xfrm>
            <a:prstGeom prst="rect">
              <a:avLst/>
            </a:prstGeom>
            <a:solidFill>
              <a:schemeClr val="bg1">
                <a:lumMod val="95000"/>
              </a:schemeClr>
            </a:solidFill>
            <a:ln>
              <a:solidFill>
                <a:schemeClr val="tx2">
                  <a:lumMod val="20000"/>
                  <a:lumOff val="80000"/>
                </a:schemeClr>
              </a:solidFill>
            </a:ln>
          </p:spPr>
          <p:txBody>
            <a:bodyPr wrap="square">
              <a:spAutoFit/>
            </a:bodyPr>
            <a:lstStyle/>
            <a:p>
              <a:r>
                <a:rPr lang="en-IN" sz="1600" dirty="0">
                  <a:solidFill>
                    <a:srgbClr val="FF0066"/>
                  </a:solidFill>
                </a:rPr>
                <a:t>from </a:t>
              </a:r>
              <a:r>
                <a:rPr lang="en-IN" sz="1600" dirty="0">
                  <a:solidFill>
                    <a:srgbClr val="00CC99"/>
                  </a:solidFill>
                </a:rPr>
                <a:t>langchain_community.document_loaders </a:t>
              </a:r>
              <a:r>
                <a:rPr lang="en-IN" sz="1600" dirty="0">
                  <a:solidFill>
                    <a:srgbClr val="FF0066"/>
                  </a:solidFill>
                </a:rPr>
                <a:t>import</a:t>
              </a:r>
              <a:r>
                <a:rPr lang="en-IN" sz="1600" dirty="0"/>
                <a:t> </a:t>
              </a:r>
              <a:r>
                <a:rPr lang="en-IN" sz="1600" dirty="0">
                  <a:solidFill>
                    <a:srgbClr val="00CC99"/>
                  </a:solidFill>
                </a:rPr>
                <a:t>TextLoader</a:t>
              </a:r>
            </a:p>
            <a:p>
              <a:r>
                <a:rPr lang="en-IN" sz="1600" dirty="0">
                  <a:solidFill>
                    <a:srgbClr val="FF0066"/>
                  </a:solidFill>
                </a:rPr>
                <a:t>from</a:t>
              </a:r>
              <a:r>
                <a:rPr lang="en-IN" sz="1600" dirty="0"/>
                <a:t> </a:t>
              </a:r>
              <a:r>
                <a:rPr lang="en-IN" sz="1600" dirty="0">
                  <a:solidFill>
                    <a:srgbClr val="00CC99"/>
                  </a:solidFill>
                </a:rPr>
                <a:t>langchain.text_splitter </a:t>
              </a:r>
              <a:r>
                <a:rPr lang="en-IN" sz="1600" dirty="0"/>
                <a:t> </a:t>
              </a:r>
              <a:r>
                <a:rPr lang="en-IN" sz="1600" dirty="0">
                  <a:solidFill>
                    <a:srgbClr val="FF0066"/>
                  </a:solidFill>
                </a:rPr>
                <a:t>import</a:t>
              </a:r>
              <a:r>
                <a:rPr lang="en-IN" sz="1600" dirty="0"/>
                <a:t> </a:t>
              </a:r>
              <a:r>
                <a:rPr lang="en-IN" sz="1600" dirty="0">
                  <a:solidFill>
                    <a:srgbClr val="00CC99"/>
                  </a:solidFill>
                </a:rPr>
                <a:t>CharacterTextSplitter</a:t>
              </a:r>
            </a:p>
            <a:p>
              <a:r>
                <a:rPr lang="en-IN" sz="1600" dirty="0"/>
                <a:t/>
              </a:r>
              <a:br>
                <a:rPr lang="en-IN" sz="1600" dirty="0"/>
              </a:br>
              <a:r>
                <a:rPr lang="en-IN" sz="1600" dirty="0">
                  <a:solidFill>
                    <a:srgbClr val="0066FF"/>
                  </a:solidFill>
                </a:rPr>
                <a:t>loader</a:t>
              </a:r>
              <a:r>
                <a:rPr lang="en-IN" sz="1600" dirty="0"/>
                <a:t>=</a:t>
              </a:r>
              <a:r>
                <a:rPr lang="en-IN" sz="1600" dirty="0">
                  <a:solidFill>
                    <a:srgbClr val="00CC99"/>
                  </a:solidFill>
                </a:rPr>
                <a:t>TextLoade</a:t>
              </a:r>
              <a:r>
                <a:rPr lang="en-IN" sz="1600" dirty="0"/>
                <a:t>r(</a:t>
              </a:r>
              <a:r>
                <a:rPr lang="en-IN" sz="1600" dirty="0">
                  <a:solidFill>
                    <a:srgbClr val="CC3300"/>
                  </a:solidFill>
                </a:rPr>
                <a:t>'test.txt</a:t>
              </a:r>
              <a:r>
                <a:rPr lang="en-IN" sz="1600" dirty="0"/>
                <a:t>')</a:t>
              </a:r>
            </a:p>
            <a:p>
              <a:r>
                <a:rPr lang="en-IN" sz="1600" dirty="0">
                  <a:solidFill>
                    <a:srgbClr val="0066FF"/>
                  </a:solidFill>
                </a:rPr>
                <a:t>docs</a:t>
              </a:r>
              <a:r>
                <a:rPr lang="en-IN" sz="1600" dirty="0"/>
                <a:t>=</a:t>
              </a:r>
              <a:r>
                <a:rPr lang="en-IN" sz="1600" dirty="0">
                  <a:solidFill>
                    <a:srgbClr val="15C2FF"/>
                  </a:solidFill>
                </a:rPr>
                <a:t>loader</a:t>
              </a:r>
              <a:r>
                <a:rPr lang="en-IN" sz="1600" dirty="0"/>
                <a:t>.</a:t>
              </a:r>
              <a:r>
                <a:rPr lang="en-IN" sz="1600" dirty="0">
                  <a:solidFill>
                    <a:schemeClr val="accent4">
                      <a:lumMod val="50000"/>
                    </a:schemeClr>
                  </a:solidFill>
                </a:rPr>
                <a:t>load</a:t>
              </a:r>
              <a:r>
                <a:rPr lang="en-IN" sz="1600" dirty="0"/>
                <a:t>()</a:t>
              </a:r>
            </a:p>
            <a:p>
              <a:r>
                <a:rPr lang="en-IN" sz="1600" dirty="0"/>
                <a:t/>
              </a:r>
              <a:br>
                <a:rPr lang="en-IN" sz="1600" dirty="0"/>
              </a:br>
              <a:r>
                <a:rPr lang="en-IN" sz="1600" dirty="0">
                  <a:solidFill>
                    <a:srgbClr val="0066FF"/>
                  </a:solidFill>
                </a:rPr>
                <a:t>splitter</a:t>
              </a:r>
              <a:r>
                <a:rPr lang="en-IN" sz="1600" dirty="0"/>
                <a:t> =</a:t>
              </a:r>
              <a:r>
                <a:rPr lang="en-IN" sz="1600" dirty="0">
                  <a:solidFill>
                    <a:srgbClr val="00CC99"/>
                  </a:solidFill>
                </a:rPr>
                <a:t>CharacterTextSplitte</a:t>
              </a:r>
              <a:r>
                <a:rPr lang="en-IN" sz="1600" dirty="0"/>
                <a:t>r( </a:t>
              </a:r>
            </a:p>
            <a:p>
              <a:r>
                <a:rPr lang="en-IN" sz="1600" dirty="0"/>
                <a:t>   </a:t>
              </a:r>
              <a:r>
                <a:rPr lang="en-IN" sz="1600" dirty="0">
                  <a:solidFill>
                    <a:srgbClr val="0066FF"/>
                  </a:solidFill>
                </a:rPr>
                <a:t> chunk_size=50</a:t>
              </a:r>
              <a:r>
                <a:rPr lang="en-IN" sz="1600" dirty="0"/>
                <a:t>,</a:t>
              </a:r>
            </a:p>
            <a:p>
              <a:r>
                <a:rPr lang="en-IN" sz="1600" dirty="0"/>
                <a:t>    </a:t>
              </a:r>
              <a:r>
                <a:rPr lang="en-IN" sz="1600" dirty="0">
                  <a:solidFill>
                    <a:srgbClr val="0066FF"/>
                  </a:solidFill>
                </a:rPr>
                <a:t>chunk_overlap</a:t>
              </a:r>
              <a:r>
                <a:rPr lang="en-IN" sz="1600" dirty="0"/>
                <a:t>=10,</a:t>
              </a:r>
            </a:p>
            <a:p>
              <a:r>
                <a:rPr lang="en-IN" sz="1600" dirty="0"/>
                <a:t>    </a:t>
              </a:r>
              <a:r>
                <a:rPr lang="en-IN" sz="1600" dirty="0">
                  <a:solidFill>
                    <a:srgbClr val="0066FF"/>
                  </a:solidFill>
                </a:rPr>
                <a:t>separator</a:t>
              </a:r>
              <a:r>
                <a:rPr lang="en-IN" sz="1600" dirty="0"/>
                <a:t>=""</a:t>
              </a:r>
            </a:p>
            <a:p>
              <a:r>
                <a:rPr lang="en-IN" sz="1600" dirty="0"/>
                <a:t>    )</a:t>
              </a:r>
            </a:p>
            <a:p>
              <a:r>
                <a:rPr lang="en-IN" sz="1600" dirty="0"/>
                <a:t/>
              </a:r>
              <a:br>
                <a:rPr lang="en-IN" sz="1600" dirty="0"/>
              </a:br>
              <a:r>
                <a:rPr lang="en-IN" sz="1600" dirty="0">
                  <a:solidFill>
                    <a:srgbClr val="0066FF"/>
                  </a:solidFill>
                </a:rPr>
                <a:t>result</a:t>
              </a:r>
              <a:r>
                <a:rPr lang="en-IN" sz="1600" dirty="0"/>
                <a:t>=</a:t>
              </a:r>
              <a:r>
                <a:rPr lang="en-IN" sz="1600" dirty="0">
                  <a:solidFill>
                    <a:srgbClr val="0066FF"/>
                  </a:solidFill>
                </a:rPr>
                <a:t>splitter</a:t>
              </a:r>
              <a:r>
                <a:rPr lang="en-IN" sz="1600" dirty="0"/>
                <a:t>.</a:t>
              </a:r>
              <a:r>
                <a:rPr lang="en-IN" sz="1600" dirty="0">
                  <a:solidFill>
                    <a:schemeClr val="accent4">
                      <a:lumMod val="50000"/>
                    </a:schemeClr>
                  </a:solidFill>
                </a:rPr>
                <a:t>split_document</a:t>
              </a:r>
              <a:r>
                <a:rPr lang="en-IN" sz="1600" dirty="0"/>
                <a:t>s(</a:t>
              </a:r>
              <a:r>
                <a:rPr lang="en-IN" sz="1600" dirty="0">
                  <a:solidFill>
                    <a:srgbClr val="0066FF"/>
                  </a:solidFill>
                </a:rPr>
                <a:t>docs</a:t>
              </a:r>
              <a:r>
                <a:rPr lang="en-IN" sz="1600" dirty="0"/>
                <a:t>)</a:t>
              </a:r>
            </a:p>
            <a:p>
              <a:r>
                <a:rPr lang="en-IN" sz="1600" dirty="0">
                  <a:solidFill>
                    <a:schemeClr val="accent4">
                      <a:lumMod val="50000"/>
                    </a:schemeClr>
                  </a:solidFill>
                </a:rPr>
                <a:t>print</a:t>
              </a:r>
              <a:r>
                <a:rPr lang="en-IN" sz="1600" dirty="0"/>
                <a:t>(</a:t>
              </a:r>
              <a:r>
                <a:rPr lang="en-IN" sz="1600" dirty="0">
                  <a:solidFill>
                    <a:srgbClr val="0066FF"/>
                  </a:solidFill>
                </a:rPr>
                <a:t>result</a:t>
              </a:r>
              <a:r>
                <a:rPr lang="en-IN" sz="1600" dirty="0" smtClean="0"/>
                <a:t>)</a:t>
              </a:r>
              <a:endParaRPr lang="en-IN" sz="1600" dirty="0"/>
            </a:p>
          </p:txBody>
        </p:sp>
        <p:sp>
          <p:nvSpPr>
            <p:cNvPr id="3" name="Round Same Side Corner Rectangle 2"/>
            <p:cNvSpPr/>
            <p:nvPr/>
          </p:nvSpPr>
          <p:spPr>
            <a:xfrm>
              <a:off x="6966284" y="3955944"/>
              <a:ext cx="1588169" cy="457200"/>
            </a:xfrm>
            <a:prstGeom prst="round2SameRec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a:solidFill>
                    <a:srgbClr val="00CC99"/>
                  </a:solidFill>
                  <a:latin typeface="Arial Rounded MT Bold" pitchFamily="34" charset="0"/>
                </a:rPr>
                <a:t>TextLoader</a:t>
              </a:r>
              <a:endParaRPr lang="en-IN" dirty="0">
                <a:latin typeface="Arial Rounded MT Bold" pitchFamily="34" charset="0"/>
              </a:endParaRPr>
            </a:p>
          </p:txBody>
        </p:sp>
      </p:grpSp>
    </p:spTree>
    <p:extLst>
      <p:ext uri="{BB962C8B-B14F-4D97-AF65-F5344CB8AC3E}">
        <p14:creationId xmlns:p14="http://schemas.microsoft.com/office/powerpoint/2010/main" val="140279996"/>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9A00AC01-0D1B-4670-B29D-784BF9417E63}"/>
            </a:ext>
          </a:extLst>
        </p:cNvPr>
        <p:cNvGrpSpPr/>
        <p:nvPr/>
      </p:nvGrpSpPr>
      <p:grpSpPr>
        <a:xfrm>
          <a:off x="0" y="0"/>
          <a:ext cx="0" cy="0"/>
          <a:chOff x="0" y="0"/>
          <a:chExt cx="0" cy="0"/>
        </a:xfrm>
      </p:grpSpPr>
      <p:sp>
        <p:nvSpPr>
          <p:cNvPr id="6" name="Rectangle 5">
            <a:extLst>
              <a:ext uri="{FF2B5EF4-FFF2-40B4-BE49-F238E27FC236}">
                <a16:creationId xmlns:a16="http://schemas.microsoft.com/office/drawing/2014/main" xmlns="" id="{F42AC56F-B988-068F-5073-41D324EA661F}"/>
              </a:ext>
            </a:extLst>
          </p:cNvPr>
          <p:cNvSpPr/>
          <p:nvPr/>
        </p:nvSpPr>
        <p:spPr>
          <a:xfrm>
            <a:off x="0" y="0"/>
            <a:ext cx="1126638" cy="6858000"/>
          </a:xfrm>
          <a:prstGeom prst="rect">
            <a:avLst/>
          </a:prstGeom>
          <a:solidFill>
            <a:srgbClr val="D7C055"/>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 name="Rectangle 6">
            <a:extLst>
              <a:ext uri="{FF2B5EF4-FFF2-40B4-BE49-F238E27FC236}">
                <a16:creationId xmlns:a16="http://schemas.microsoft.com/office/drawing/2014/main" xmlns="" id="{1C7ED88D-99A7-E7D0-D563-319B47D0A7A8}"/>
              </a:ext>
            </a:extLst>
          </p:cNvPr>
          <p:cNvSpPr/>
          <p:nvPr/>
        </p:nvSpPr>
        <p:spPr>
          <a:xfrm>
            <a:off x="565288" y="-1"/>
            <a:ext cx="549447" cy="6858000"/>
          </a:xfrm>
          <a:prstGeom prst="rect">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8" name="TextBox 7">
            <a:extLst>
              <a:ext uri="{FF2B5EF4-FFF2-40B4-BE49-F238E27FC236}">
                <a16:creationId xmlns:a16="http://schemas.microsoft.com/office/drawing/2014/main" xmlns="" id="{86D9703F-8E7B-39E7-D187-C45F9BE29396}"/>
              </a:ext>
            </a:extLst>
          </p:cNvPr>
          <p:cNvSpPr txBox="1"/>
          <p:nvPr/>
        </p:nvSpPr>
        <p:spPr>
          <a:xfrm>
            <a:off x="601006" y="42717"/>
            <a:ext cx="442291" cy="707886"/>
          </a:xfrm>
          <a:prstGeom prst="rect">
            <a:avLst/>
          </a:prstGeom>
          <a:noFill/>
        </p:spPr>
        <p:txBody>
          <a:bodyPr wrap="square" rtlCol="0">
            <a:spAutoFit/>
          </a:bodyPr>
          <a:lstStyle/>
          <a:p>
            <a:r>
              <a:rPr lang="el-GR" sz="4000">
                <a:solidFill>
                  <a:srgbClr val="D7C055"/>
                </a:solidFill>
              </a:rPr>
              <a:t>π</a:t>
            </a:r>
            <a:endParaRPr lang="en-US" sz="4000" dirty="0">
              <a:solidFill>
                <a:srgbClr val="D7C055"/>
              </a:solidFill>
            </a:endParaRPr>
          </a:p>
        </p:txBody>
      </p:sp>
      <p:sp>
        <p:nvSpPr>
          <p:cNvPr id="4" name="Footer Placeholder 3">
            <a:extLst>
              <a:ext uri="{FF2B5EF4-FFF2-40B4-BE49-F238E27FC236}">
                <a16:creationId xmlns:a16="http://schemas.microsoft.com/office/drawing/2014/main" xmlns="" id="{CF61D508-5ADB-85A0-C55A-A34AD3B36759}"/>
              </a:ext>
            </a:extLst>
          </p:cNvPr>
          <p:cNvSpPr>
            <a:spLocks noGrp="1"/>
          </p:cNvSpPr>
          <p:nvPr>
            <p:ph type="ftr" sz="quarter" idx="11"/>
          </p:nvPr>
        </p:nvSpPr>
        <p:spPr>
          <a:xfrm>
            <a:off x="4038600" y="6356349"/>
            <a:ext cx="4114800" cy="365125"/>
          </a:xfrm>
        </p:spPr>
        <p:txBody>
          <a:bodyPr/>
          <a:lstStyle/>
          <a:p>
            <a:r>
              <a:rPr lang="en-US" dirty="0"/>
              <a:t>Navigating the Future of Learning </a:t>
            </a:r>
          </a:p>
        </p:txBody>
      </p:sp>
      <p:grpSp>
        <p:nvGrpSpPr>
          <p:cNvPr id="5" name="Group 4"/>
          <p:cNvGrpSpPr/>
          <p:nvPr/>
        </p:nvGrpSpPr>
        <p:grpSpPr>
          <a:xfrm>
            <a:off x="2602831" y="750602"/>
            <a:ext cx="6120064" cy="3662541"/>
            <a:chOff x="2434389" y="750603"/>
            <a:chExt cx="6120064" cy="3662541"/>
          </a:xfrm>
        </p:grpSpPr>
        <p:sp>
          <p:nvSpPr>
            <p:cNvPr id="2" name="Rectangle 1"/>
            <p:cNvSpPr/>
            <p:nvPr/>
          </p:nvSpPr>
          <p:spPr>
            <a:xfrm>
              <a:off x="2434389" y="750603"/>
              <a:ext cx="6120064" cy="3662541"/>
            </a:xfrm>
            <a:prstGeom prst="rect">
              <a:avLst/>
            </a:prstGeom>
            <a:solidFill>
              <a:schemeClr val="bg1">
                <a:lumMod val="95000"/>
              </a:schemeClr>
            </a:solidFill>
            <a:ln>
              <a:solidFill>
                <a:schemeClr val="tx2">
                  <a:lumMod val="20000"/>
                  <a:lumOff val="80000"/>
                </a:schemeClr>
              </a:solidFill>
            </a:ln>
          </p:spPr>
          <p:txBody>
            <a:bodyPr wrap="square">
              <a:spAutoFit/>
            </a:bodyPr>
            <a:lstStyle/>
            <a:p>
              <a:r>
                <a:rPr lang="en-IN" sz="1600" dirty="0">
                  <a:solidFill>
                    <a:srgbClr val="FF0066"/>
                  </a:solidFill>
                </a:rPr>
                <a:t>from </a:t>
              </a:r>
              <a:r>
                <a:rPr lang="en-IN" sz="1600" dirty="0">
                  <a:solidFill>
                    <a:srgbClr val="00CC99"/>
                  </a:solidFill>
                </a:rPr>
                <a:t>langchain_community.document_loaders </a:t>
              </a:r>
              <a:r>
                <a:rPr lang="en-IN" sz="1600" dirty="0">
                  <a:solidFill>
                    <a:srgbClr val="FF0066"/>
                  </a:solidFill>
                </a:rPr>
                <a:t>import</a:t>
              </a:r>
              <a:r>
                <a:rPr lang="en-IN" sz="1600" dirty="0"/>
                <a:t> </a:t>
              </a:r>
              <a:r>
                <a:rPr lang="en-IN" sz="1600" dirty="0" smtClean="0">
                  <a:solidFill>
                    <a:srgbClr val="00CC99"/>
                  </a:solidFill>
                </a:rPr>
                <a:t>PyPDFLoader</a:t>
              </a:r>
              <a:endParaRPr lang="en-IN" sz="1600" dirty="0">
                <a:solidFill>
                  <a:srgbClr val="00CC99"/>
                </a:solidFill>
              </a:endParaRPr>
            </a:p>
            <a:p>
              <a:r>
                <a:rPr lang="en-IN" sz="1600" dirty="0">
                  <a:solidFill>
                    <a:srgbClr val="FF0066"/>
                  </a:solidFill>
                </a:rPr>
                <a:t>from</a:t>
              </a:r>
              <a:r>
                <a:rPr lang="en-IN" sz="1600" dirty="0"/>
                <a:t> </a:t>
              </a:r>
              <a:r>
                <a:rPr lang="en-IN" sz="1600" dirty="0">
                  <a:solidFill>
                    <a:srgbClr val="00CC99"/>
                  </a:solidFill>
                </a:rPr>
                <a:t>langchain.text_splitter </a:t>
              </a:r>
              <a:r>
                <a:rPr lang="en-IN" sz="1600" dirty="0"/>
                <a:t> </a:t>
              </a:r>
              <a:r>
                <a:rPr lang="en-IN" sz="1600" dirty="0">
                  <a:solidFill>
                    <a:srgbClr val="FF0066"/>
                  </a:solidFill>
                </a:rPr>
                <a:t>import</a:t>
              </a:r>
              <a:r>
                <a:rPr lang="en-IN" sz="1600" dirty="0"/>
                <a:t> </a:t>
              </a:r>
              <a:r>
                <a:rPr lang="en-IN" sz="1600" dirty="0">
                  <a:solidFill>
                    <a:srgbClr val="00CC99"/>
                  </a:solidFill>
                </a:rPr>
                <a:t>CharacterTextSplitter</a:t>
              </a:r>
            </a:p>
            <a:p>
              <a:r>
                <a:rPr lang="en-IN" sz="1600" dirty="0"/>
                <a:t/>
              </a:r>
              <a:br>
                <a:rPr lang="en-IN" sz="1600" dirty="0"/>
              </a:br>
              <a:r>
                <a:rPr lang="en-IN" sz="1600" dirty="0">
                  <a:solidFill>
                    <a:srgbClr val="0066FF"/>
                  </a:solidFill>
                </a:rPr>
                <a:t>loader</a:t>
              </a:r>
              <a:r>
                <a:rPr lang="en-IN" sz="1600" dirty="0"/>
                <a:t>=</a:t>
              </a:r>
              <a:r>
                <a:rPr lang="en-IN" sz="1600" dirty="0">
                  <a:solidFill>
                    <a:srgbClr val="00CC99"/>
                  </a:solidFill>
                </a:rPr>
                <a:t>TextLoade</a:t>
              </a:r>
              <a:r>
                <a:rPr lang="en-IN" sz="1600" dirty="0"/>
                <a:t>r(</a:t>
              </a:r>
              <a:r>
                <a:rPr lang="en-IN" sz="1600" dirty="0">
                  <a:solidFill>
                    <a:srgbClr val="CC3300"/>
                  </a:solidFill>
                </a:rPr>
                <a:t>'dl-curriculum.pdf</a:t>
              </a:r>
              <a:r>
                <a:rPr lang="en-IN" sz="1600" dirty="0" smtClean="0"/>
                <a:t>')</a:t>
              </a:r>
              <a:endParaRPr lang="en-IN" sz="1600" dirty="0"/>
            </a:p>
            <a:p>
              <a:r>
                <a:rPr lang="en-IN" sz="1600" dirty="0">
                  <a:solidFill>
                    <a:srgbClr val="0066FF"/>
                  </a:solidFill>
                </a:rPr>
                <a:t>docs</a:t>
              </a:r>
              <a:r>
                <a:rPr lang="en-IN" sz="1600" dirty="0"/>
                <a:t>=</a:t>
              </a:r>
              <a:r>
                <a:rPr lang="en-IN" sz="1600" dirty="0">
                  <a:solidFill>
                    <a:srgbClr val="15C2FF"/>
                  </a:solidFill>
                </a:rPr>
                <a:t>loader</a:t>
              </a:r>
              <a:r>
                <a:rPr lang="en-IN" sz="1600" dirty="0"/>
                <a:t>.</a:t>
              </a:r>
              <a:r>
                <a:rPr lang="en-IN" sz="1600" dirty="0">
                  <a:solidFill>
                    <a:schemeClr val="accent4">
                      <a:lumMod val="50000"/>
                    </a:schemeClr>
                  </a:solidFill>
                </a:rPr>
                <a:t>load</a:t>
              </a:r>
              <a:r>
                <a:rPr lang="en-IN" sz="1600" dirty="0"/>
                <a:t>()</a:t>
              </a:r>
            </a:p>
            <a:p>
              <a:r>
                <a:rPr lang="en-IN" sz="1600" dirty="0"/>
                <a:t/>
              </a:r>
              <a:br>
                <a:rPr lang="en-IN" sz="1600" dirty="0"/>
              </a:br>
              <a:r>
                <a:rPr lang="en-IN" sz="1600" dirty="0">
                  <a:solidFill>
                    <a:srgbClr val="0066FF"/>
                  </a:solidFill>
                </a:rPr>
                <a:t>splitter</a:t>
              </a:r>
              <a:r>
                <a:rPr lang="en-IN" sz="1600" dirty="0"/>
                <a:t> =</a:t>
              </a:r>
              <a:r>
                <a:rPr lang="en-IN" sz="1600" dirty="0">
                  <a:solidFill>
                    <a:srgbClr val="00CC99"/>
                  </a:solidFill>
                </a:rPr>
                <a:t>CharacterTextSplitte</a:t>
              </a:r>
              <a:r>
                <a:rPr lang="en-IN" sz="1600" dirty="0"/>
                <a:t>r( </a:t>
              </a:r>
            </a:p>
            <a:p>
              <a:r>
                <a:rPr lang="en-IN" sz="1600" dirty="0"/>
                <a:t>   </a:t>
              </a:r>
              <a:r>
                <a:rPr lang="en-IN" sz="1600" dirty="0">
                  <a:solidFill>
                    <a:srgbClr val="0066FF"/>
                  </a:solidFill>
                </a:rPr>
                <a:t> chunk_size=50</a:t>
              </a:r>
              <a:r>
                <a:rPr lang="en-IN" sz="1600" dirty="0"/>
                <a:t>,</a:t>
              </a:r>
            </a:p>
            <a:p>
              <a:r>
                <a:rPr lang="en-IN" sz="1600" dirty="0"/>
                <a:t>    </a:t>
              </a:r>
              <a:r>
                <a:rPr lang="en-IN" sz="1600" dirty="0">
                  <a:solidFill>
                    <a:srgbClr val="0066FF"/>
                  </a:solidFill>
                </a:rPr>
                <a:t>chunk_overlap</a:t>
              </a:r>
              <a:r>
                <a:rPr lang="en-IN" sz="1600" dirty="0"/>
                <a:t>=10,</a:t>
              </a:r>
            </a:p>
            <a:p>
              <a:r>
                <a:rPr lang="en-IN" sz="1600" dirty="0"/>
                <a:t>    </a:t>
              </a:r>
              <a:r>
                <a:rPr lang="en-IN" sz="1600" dirty="0">
                  <a:solidFill>
                    <a:srgbClr val="0066FF"/>
                  </a:solidFill>
                </a:rPr>
                <a:t>separator</a:t>
              </a:r>
              <a:r>
                <a:rPr lang="en-IN" sz="1600" dirty="0"/>
                <a:t>=""</a:t>
              </a:r>
            </a:p>
            <a:p>
              <a:r>
                <a:rPr lang="en-IN" sz="1600" dirty="0"/>
                <a:t>    )</a:t>
              </a:r>
            </a:p>
            <a:p>
              <a:r>
                <a:rPr lang="en-IN" sz="1600" dirty="0"/>
                <a:t/>
              </a:r>
              <a:br>
                <a:rPr lang="en-IN" sz="1600" dirty="0"/>
              </a:br>
              <a:r>
                <a:rPr lang="en-IN" sz="1600" dirty="0">
                  <a:solidFill>
                    <a:srgbClr val="0066FF"/>
                  </a:solidFill>
                </a:rPr>
                <a:t>result</a:t>
              </a:r>
              <a:r>
                <a:rPr lang="en-IN" sz="1600" dirty="0"/>
                <a:t>=</a:t>
              </a:r>
              <a:r>
                <a:rPr lang="en-IN" sz="1600" dirty="0">
                  <a:solidFill>
                    <a:srgbClr val="0066FF"/>
                  </a:solidFill>
                </a:rPr>
                <a:t>splitter</a:t>
              </a:r>
              <a:r>
                <a:rPr lang="en-IN" sz="1600" dirty="0"/>
                <a:t>.</a:t>
              </a:r>
              <a:r>
                <a:rPr lang="en-IN" sz="1600" dirty="0">
                  <a:solidFill>
                    <a:schemeClr val="accent4">
                      <a:lumMod val="50000"/>
                    </a:schemeClr>
                  </a:solidFill>
                </a:rPr>
                <a:t>split_document</a:t>
              </a:r>
              <a:r>
                <a:rPr lang="en-IN" sz="1600" dirty="0"/>
                <a:t>s(</a:t>
              </a:r>
              <a:r>
                <a:rPr lang="en-IN" sz="1600" dirty="0">
                  <a:solidFill>
                    <a:srgbClr val="0066FF"/>
                  </a:solidFill>
                </a:rPr>
                <a:t>docs</a:t>
              </a:r>
              <a:r>
                <a:rPr lang="en-IN" sz="1600" dirty="0"/>
                <a:t>)</a:t>
              </a:r>
            </a:p>
            <a:p>
              <a:r>
                <a:rPr lang="en-IN" sz="1600" dirty="0">
                  <a:solidFill>
                    <a:schemeClr val="accent4">
                      <a:lumMod val="50000"/>
                    </a:schemeClr>
                  </a:solidFill>
                </a:rPr>
                <a:t>print</a:t>
              </a:r>
              <a:r>
                <a:rPr lang="en-IN" sz="1600" dirty="0"/>
                <a:t>(</a:t>
              </a:r>
              <a:r>
                <a:rPr lang="en-IN" sz="1600" dirty="0">
                  <a:solidFill>
                    <a:srgbClr val="0066FF"/>
                  </a:solidFill>
                </a:rPr>
                <a:t>result</a:t>
              </a:r>
              <a:r>
                <a:rPr lang="en-IN" sz="1600" dirty="0" smtClean="0"/>
                <a:t>)</a:t>
              </a:r>
              <a:endParaRPr lang="en-IN" sz="1600" dirty="0"/>
            </a:p>
          </p:txBody>
        </p:sp>
        <p:sp>
          <p:nvSpPr>
            <p:cNvPr id="3" name="Round Same Side Corner Rectangle 2"/>
            <p:cNvSpPr/>
            <p:nvPr/>
          </p:nvSpPr>
          <p:spPr>
            <a:xfrm>
              <a:off x="6906126" y="3955944"/>
              <a:ext cx="1648327" cy="457200"/>
            </a:xfrm>
            <a:prstGeom prst="round2SameRec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1600" dirty="0" smtClean="0">
                  <a:solidFill>
                    <a:srgbClr val="00CC99"/>
                  </a:solidFill>
                  <a:latin typeface="Arial Rounded MT Bold" pitchFamily="34" charset="0"/>
                </a:rPr>
                <a:t>PyPDFLoader</a:t>
              </a:r>
              <a:endParaRPr lang="en-IN" sz="1600" dirty="0">
                <a:latin typeface="Arial Rounded MT Bold" pitchFamily="34" charset="0"/>
              </a:endParaRPr>
            </a:p>
          </p:txBody>
        </p:sp>
      </p:grpSp>
    </p:spTree>
    <p:extLst>
      <p:ext uri="{BB962C8B-B14F-4D97-AF65-F5344CB8AC3E}">
        <p14:creationId xmlns:p14="http://schemas.microsoft.com/office/powerpoint/2010/main" val="2312459642"/>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9A00AC01-0D1B-4670-B29D-784BF9417E63}"/>
            </a:ext>
          </a:extLst>
        </p:cNvPr>
        <p:cNvGrpSpPr/>
        <p:nvPr/>
      </p:nvGrpSpPr>
      <p:grpSpPr>
        <a:xfrm>
          <a:off x="0" y="0"/>
          <a:ext cx="0" cy="0"/>
          <a:chOff x="0" y="0"/>
          <a:chExt cx="0" cy="0"/>
        </a:xfrm>
      </p:grpSpPr>
      <p:sp>
        <p:nvSpPr>
          <p:cNvPr id="6" name="Rectangle 5">
            <a:extLst>
              <a:ext uri="{FF2B5EF4-FFF2-40B4-BE49-F238E27FC236}">
                <a16:creationId xmlns:a16="http://schemas.microsoft.com/office/drawing/2014/main" xmlns="" id="{F42AC56F-B988-068F-5073-41D324EA661F}"/>
              </a:ext>
            </a:extLst>
          </p:cNvPr>
          <p:cNvSpPr/>
          <p:nvPr/>
        </p:nvSpPr>
        <p:spPr>
          <a:xfrm>
            <a:off x="0" y="0"/>
            <a:ext cx="1126638" cy="6858000"/>
          </a:xfrm>
          <a:prstGeom prst="rect">
            <a:avLst/>
          </a:prstGeom>
          <a:solidFill>
            <a:srgbClr val="D7C055"/>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 name="Rectangle 6">
            <a:extLst>
              <a:ext uri="{FF2B5EF4-FFF2-40B4-BE49-F238E27FC236}">
                <a16:creationId xmlns:a16="http://schemas.microsoft.com/office/drawing/2014/main" xmlns="" id="{1C7ED88D-99A7-E7D0-D563-319B47D0A7A8}"/>
              </a:ext>
            </a:extLst>
          </p:cNvPr>
          <p:cNvSpPr/>
          <p:nvPr/>
        </p:nvSpPr>
        <p:spPr>
          <a:xfrm>
            <a:off x="565288" y="-1"/>
            <a:ext cx="549447" cy="6858000"/>
          </a:xfrm>
          <a:prstGeom prst="rect">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8" name="TextBox 7">
            <a:extLst>
              <a:ext uri="{FF2B5EF4-FFF2-40B4-BE49-F238E27FC236}">
                <a16:creationId xmlns:a16="http://schemas.microsoft.com/office/drawing/2014/main" xmlns="" id="{86D9703F-8E7B-39E7-D187-C45F9BE29396}"/>
              </a:ext>
            </a:extLst>
          </p:cNvPr>
          <p:cNvSpPr txBox="1"/>
          <p:nvPr/>
        </p:nvSpPr>
        <p:spPr>
          <a:xfrm>
            <a:off x="601006" y="42717"/>
            <a:ext cx="442291" cy="707886"/>
          </a:xfrm>
          <a:prstGeom prst="rect">
            <a:avLst/>
          </a:prstGeom>
          <a:noFill/>
        </p:spPr>
        <p:txBody>
          <a:bodyPr wrap="square" rtlCol="0">
            <a:spAutoFit/>
          </a:bodyPr>
          <a:lstStyle/>
          <a:p>
            <a:r>
              <a:rPr lang="el-GR" sz="4000">
                <a:solidFill>
                  <a:srgbClr val="D7C055"/>
                </a:solidFill>
              </a:rPr>
              <a:t>π</a:t>
            </a:r>
            <a:endParaRPr lang="en-US" sz="4000" dirty="0">
              <a:solidFill>
                <a:srgbClr val="D7C055"/>
              </a:solidFill>
            </a:endParaRPr>
          </a:p>
        </p:txBody>
      </p:sp>
      <p:sp>
        <p:nvSpPr>
          <p:cNvPr id="4" name="Footer Placeholder 3">
            <a:extLst>
              <a:ext uri="{FF2B5EF4-FFF2-40B4-BE49-F238E27FC236}">
                <a16:creationId xmlns:a16="http://schemas.microsoft.com/office/drawing/2014/main" xmlns="" id="{CF61D508-5ADB-85A0-C55A-A34AD3B36759}"/>
              </a:ext>
            </a:extLst>
          </p:cNvPr>
          <p:cNvSpPr>
            <a:spLocks noGrp="1"/>
          </p:cNvSpPr>
          <p:nvPr>
            <p:ph type="ftr" sz="quarter" idx="11"/>
          </p:nvPr>
        </p:nvSpPr>
        <p:spPr>
          <a:xfrm>
            <a:off x="4038600" y="6356349"/>
            <a:ext cx="4114800" cy="365125"/>
          </a:xfrm>
        </p:spPr>
        <p:txBody>
          <a:bodyPr/>
          <a:lstStyle/>
          <a:p>
            <a:r>
              <a:rPr lang="en-US" dirty="0"/>
              <a:t>Navigating the Future of Learning </a:t>
            </a:r>
          </a:p>
        </p:txBody>
      </p:sp>
      <p:grpSp>
        <p:nvGrpSpPr>
          <p:cNvPr id="9" name="Group 8"/>
          <p:cNvGrpSpPr/>
          <p:nvPr/>
        </p:nvGrpSpPr>
        <p:grpSpPr>
          <a:xfrm>
            <a:off x="1449630" y="346753"/>
            <a:ext cx="3713261" cy="461665"/>
            <a:chOff x="1449630" y="346753"/>
            <a:chExt cx="3713261" cy="461665"/>
          </a:xfrm>
        </p:grpSpPr>
        <p:sp>
          <p:nvSpPr>
            <p:cNvPr id="10" name="Rectangle 9"/>
            <p:cNvSpPr/>
            <p:nvPr/>
          </p:nvSpPr>
          <p:spPr>
            <a:xfrm>
              <a:off x="1449630" y="346753"/>
              <a:ext cx="3713261" cy="461665"/>
            </a:xfrm>
            <a:prstGeom prst="rect">
              <a:avLst/>
            </a:prstGeom>
          </p:spPr>
          <p:txBody>
            <a:bodyPr wrap="none">
              <a:spAutoFit/>
            </a:bodyPr>
            <a:lstStyle/>
            <a:p>
              <a:r>
                <a:rPr lang="en-IN" sz="2400" dirty="0" smtClean="0"/>
                <a:t>Structure based </a:t>
              </a:r>
              <a:r>
                <a:rPr lang="en-IN" sz="2400" dirty="0"/>
                <a:t>Text Splitter</a:t>
              </a:r>
            </a:p>
          </p:txBody>
        </p:sp>
        <p:cxnSp>
          <p:nvCxnSpPr>
            <p:cNvPr id="11" name="Straight Connector 10"/>
            <p:cNvCxnSpPr/>
            <p:nvPr/>
          </p:nvCxnSpPr>
          <p:spPr>
            <a:xfrm>
              <a:off x="1449630" y="808418"/>
              <a:ext cx="3339119" cy="0"/>
            </a:xfrm>
            <a:prstGeom prst="line">
              <a:avLst/>
            </a:prstGeom>
          </p:spPr>
          <p:style>
            <a:lnRef idx="1">
              <a:schemeClr val="accent1"/>
            </a:lnRef>
            <a:fillRef idx="0">
              <a:schemeClr val="accent1"/>
            </a:fillRef>
            <a:effectRef idx="0">
              <a:schemeClr val="accent1"/>
            </a:effectRef>
            <a:fontRef idx="minor">
              <a:schemeClr val="tx1"/>
            </a:fontRef>
          </p:style>
        </p:cxnSp>
      </p:grpSp>
      <p:pic>
        <p:nvPicPr>
          <p:cNvPr id="2050"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483017" y="1124952"/>
            <a:ext cx="6191250" cy="2514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3" name="Rectangle 2"/>
          <p:cNvSpPr/>
          <p:nvPr/>
        </p:nvSpPr>
        <p:spPr>
          <a:xfrm>
            <a:off x="2413837" y="3815152"/>
            <a:ext cx="9328984" cy="1015663"/>
          </a:xfrm>
          <a:prstGeom prst="rect">
            <a:avLst/>
          </a:prstGeom>
        </p:spPr>
        <p:txBody>
          <a:bodyPr wrap="square">
            <a:spAutoFit/>
          </a:bodyPr>
          <a:lstStyle/>
          <a:p>
            <a:r>
              <a:rPr lang="en-US" sz="1500" dirty="0" smtClean="0">
                <a:latin typeface="Cambria" pitchFamily="18" charset="0"/>
                <a:ea typeface="Cambria" pitchFamily="18" charset="0"/>
              </a:rPr>
              <a:t>Recursive text </a:t>
            </a:r>
            <a:r>
              <a:rPr lang="en-US" sz="1500" dirty="0">
                <a:latin typeface="Cambria" pitchFamily="18" charset="0"/>
                <a:ea typeface="Cambria" pitchFamily="18" charset="0"/>
              </a:rPr>
              <a:t>splitter do,</a:t>
            </a:r>
          </a:p>
          <a:p>
            <a:r>
              <a:rPr lang="en-US" sz="1500" dirty="0">
                <a:latin typeface="Cambria" pitchFamily="18" charset="0"/>
                <a:ea typeface="Cambria" pitchFamily="18" charset="0"/>
              </a:rPr>
              <a:t>first try to make chunk based on paragraph if chunk is not formed on </a:t>
            </a:r>
            <a:r>
              <a:rPr lang="en-US" sz="1500" dirty="0" smtClean="0">
                <a:latin typeface="Cambria" pitchFamily="18" charset="0"/>
                <a:ea typeface="Cambria" pitchFamily="18" charset="0"/>
              </a:rPr>
              <a:t>basis </a:t>
            </a:r>
            <a:r>
              <a:rPr lang="en-US" sz="1500" dirty="0">
                <a:latin typeface="Cambria" pitchFamily="18" charset="0"/>
                <a:ea typeface="Cambria" pitchFamily="18" charset="0"/>
              </a:rPr>
              <a:t>of </a:t>
            </a:r>
            <a:r>
              <a:rPr lang="en-US" sz="1500" dirty="0" smtClean="0">
                <a:latin typeface="Cambria" pitchFamily="18" charset="0"/>
                <a:ea typeface="Cambria" pitchFamily="18" charset="0"/>
              </a:rPr>
              <a:t>paragraph, then </a:t>
            </a:r>
            <a:r>
              <a:rPr lang="en-US" sz="1500" dirty="0">
                <a:latin typeface="Cambria" pitchFamily="18" charset="0"/>
                <a:ea typeface="Cambria" pitchFamily="18" charset="0"/>
              </a:rPr>
              <a:t>it </a:t>
            </a:r>
            <a:r>
              <a:rPr lang="en-US" sz="1500" dirty="0" smtClean="0">
                <a:latin typeface="Cambria" pitchFamily="18" charset="0"/>
                <a:ea typeface="Cambria" pitchFamily="18" charset="0"/>
              </a:rPr>
              <a:t>tries </a:t>
            </a:r>
            <a:r>
              <a:rPr lang="en-US" sz="1500" dirty="0">
                <a:latin typeface="Cambria" pitchFamily="18" charset="0"/>
                <a:ea typeface="Cambria" pitchFamily="18" charset="0"/>
              </a:rPr>
              <a:t>to make on basis of line it not able to make chunk again on basis of line then move on word </a:t>
            </a:r>
            <a:r>
              <a:rPr lang="en-US" sz="1500" dirty="0" smtClean="0">
                <a:latin typeface="Cambria" pitchFamily="18" charset="0"/>
                <a:ea typeface="Cambria" pitchFamily="18" charset="0"/>
              </a:rPr>
              <a:t>.finally </a:t>
            </a:r>
            <a:r>
              <a:rPr lang="en-US" sz="1500" dirty="0">
                <a:latin typeface="Cambria" pitchFamily="18" charset="0"/>
                <a:ea typeface="Cambria" pitchFamily="18" charset="0"/>
              </a:rPr>
              <a:t>it choose </a:t>
            </a:r>
            <a:r>
              <a:rPr lang="en-US" sz="1500" dirty="0" smtClean="0">
                <a:latin typeface="Cambria" pitchFamily="18" charset="0"/>
                <a:ea typeface="Cambria" pitchFamily="18" charset="0"/>
              </a:rPr>
              <a:t>character </a:t>
            </a:r>
            <a:r>
              <a:rPr lang="en-US" sz="1500" dirty="0">
                <a:latin typeface="Cambria" pitchFamily="18" charset="0"/>
                <a:ea typeface="Cambria" pitchFamily="18" charset="0"/>
              </a:rPr>
              <a:t>if unable to make chunk on basis of </a:t>
            </a:r>
            <a:r>
              <a:rPr lang="en-US" sz="1500" dirty="0" smtClean="0">
                <a:latin typeface="Cambria" pitchFamily="18" charset="0"/>
                <a:ea typeface="Cambria" pitchFamily="18" charset="0"/>
              </a:rPr>
              <a:t>paragraph ,</a:t>
            </a:r>
            <a:r>
              <a:rPr lang="en-US" sz="1500" dirty="0">
                <a:latin typeface="Cambria" pitchFamily="18" charset="0"/>
                <a:ea typeface="Cambria" pitchFamily="18" charset="0"/>
              </a:rPr>
              <a:t>line</a:t>
            </a:r>
            <a:r>
              <a:rPr lang="en-US" sz="1500" dirty="0" smtClean="0">
                <a:latin typeface="Cambria" pitchFamily="18" charset="0"/>
                <a:ea typeface="Cambria" pitchFamily="18" charset="0"/>
              </a:rPr>
              <a:t>, word</a:t>
            </a:r>
            <a:endParaRPr lang="en-US" sz="1500" dirty="0">
              <a:latin typeface="Cambria" pitchFamily="18" charset="0"/>
              <a:ea typeface="Cambria" pitchFamily="18" charset="0"/>
            </a:endParaRPr>
          </a:p>
        </p:txBody>
      </p:sp>
    </p:spTree>
    <p:extLst>
      <p:ext uri="{BB962C8B-B14F-4D97-AF65-F5344CB8AC3E}">
        <p14:creationId xmlns:p14="http://schemas.microsoft.com/office/powerpoint/2010/main" val="2313766694"/>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9A00AC01-0D1B-4670-B29D-784BF9417E63}"/>
            </a:ext>
          </a:extLst>
        </p:cNvPr>
        <p:cNvGrpSpPr/>
        <p:nvPr/>
      </p:nvGrpSpPr>
      <p:grpSpPr>
        <a:xfrm>
          <a:off x="0" y="0"/>
          <a:ext cx="0" cy="0"/>
          <a:chOff x="0" y="0"/>
          <a:chExt cx="0" cy="0"/>
        </a:xfrm>
      </p:grpSpPr>
      <p:sp>
        <p:nvSpPr>
          <p:cNvPr id="6" name="Rectangle 5">
            <a:extLst>
              <a:ext uri="{FF2B5EF4-FFF2-40B4-BE49-F238E27FC236}">
                <a16:creationId xmlns:a16="http://schemas.microsoft.com/office/drawing/2014/main" xmlns="" id="{F42AC56F-B988-068F-5073-41D324EA661F}"/>
              </a:ext>
            </a:extLst>
          </p:cNvPr>
          <p:cNvSpPr/>
          <p:nvPr/>
        </p:nvSpPr>
        <p:spPr>
          <a:xfrm>
            <a:off x="0" y="0"/>
            <a:ext cx="1126638" cy="6858000"/>
          </a:xfrm>
          <a:prstGeom prst="rect">
            <a:avLst/>
          </a:prstGeom>
          <a:solidFill>
            <a:srgbClr val="D7C055"/>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 name="Rectangle 6">
            <a:extLst>
              <a:ext uri="{FF2B5EF4-FFF2-40B4-BE49-F238E27FC236}">
                <a16:creationId xmlns:a16="http://schemas.microsoft.com/office/drawing/2014/main" xmlns="" id="{1C7ED88D-99A7-E7D0-D563-319B47D0A7A8}"/>
              </a:ext>
            </a:extLst>
          </p:cNvPr>
          <p:cNvSpPr/>
          <p:nvPr/>
        </p:nvSpPr>
        <p:spPr>
          <a:xfrm>
            <a:off x="565288" y="-1"/>
            <a:ext cx="549447" cy="6858000"/>
          </a:xfrm>
          <a:prstGeom prst="rect">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8" name="TextBox 7">
            <a:extLst>
              <a:ext uri="{FF2B5EF4-FFF2-40B4-BE49-F238E27FC236}">
                <a16:creationId xmlns:a16="http://schemas.microsoft.com/office/drawing/2014/main" xmlns="" id="{86D9703F-8E7B-39E7-D187-C45F9BE29396}"/>
              </a:ext>
            </a:extLst>
          </p:cNvPr>
          <p:cNvSpPr txBox="1"/>
          <p:nvPr/>
        </p:nvSpPr>
        <p:spPr>
          <a:xfrm>
            <a:off x="601006" y="42717"/>
            <a:ext cx="442291" cy="707886"/>
          </a:xfrm>
          <a:prstGeom prst="rect">
            <a:avLst/>
          </a:prstGeom>
          <a:noFill/>
        </p:spPr>
        <p:txBody>
          <a:bodyPr wrap="square" rtlCol="0">
            <a:spAutoFit/>
          </a:bodyPr>
          <a:lstStyle/>
          <a:p>
            <a:r>
              <a:rPr lang="el-GR" sz="4000">
                <a:solidFill>
                  <a:srgbClr val="D7C055"/>
                </a:solidFill>
              </a:rPr>
              <a:t>π</a:t>
            </a:r>
            <a:endParaRPr lang="en-US" sz="4000" dirty="0">
              <a:solidFill>
                <a:srgbClr val="D7C055"/>
              </a:solidFill>
            </a:endParaRPr>
          </a:p>
        </p:txBody>
      </p:sp>
      <p:sp>
        <p:nvSpPr>
          <p:cNvPr id="4" name="Footer Placeholder 3">
            <a:extLst>
              <a:ext uri="{FF2B5EF4-FFF2-40B4-BE49-F238E27FC236}">
                <a16:creationId xmlns:a16="http://schemas.microsoft.com/office/drawing/2014/main" xmlns="" id="{CF61D508-5ADB-85A0-C55A-A34AD3B36759}"/>
              </a:ext>
            </a:extLst>
          </p:cNvPr>
          <p:cNvSpPr>
            <a:spLocks noGrp="1"/>
          </p:cNvSpPr>
          <p:nvPr>
            <p:ph type="ftr" sz="quarter" idx="11"/>
          </p:nvPr>
        </p:nvSpPr>
        <p:spPr>
          <a:xfrm>
            <a:off x="4038600" y="6356349"/>
            <a:ext cx="4114800" cy="365125"/>
          </a:xfrm>
        </p:spPr>
        <p:txBody>
          <a:bodyPr/>
          <a:lstStyle/>
          <a:p>
            <a:r>
              <a:rPr lang="en-US" dirty="0"/>
              <a:t>Navigating the Future of Learning </a:t>
            </a:r>
          </a:p>
        </p:txBody>
      </p:sp>
      <p:sp>
        <p:nvSpPr>
          <p:cNvPr id="2" name="Rectangle 1"/>
          <p:cNvSpPr/>
          <p:nvPr/>
        </p:nvSpPr>
        <p:spPr>
          <a:xfrm>
            <a:off x="1459832" y="619217"/>
            <a:ext cx="1656348" cy="523220"/>
          </a:xfrm>
          <a:prstGeom prst="rect">
            <a:avLst/>
          </a:prstGeom>
        </p:spPr>
        <p:txBody>
          <a:bodyPr wrap="square">
            <a:spAutoFit/>
          </a:bodyPr>
          <a:lstStyle/>
          <a:p>
            <a:r>
              <a:rPr lang="en-IN" sz="1400" dirty="0">
                <a:latin typeface="Bahnschrift Light" pitchFamily="34" charset="0"/>
                <a:ea typeface="Arial Unicode MS" pitchFamily="34" charset="-128"/>
                <a:cs typeface="Arial Unicode MS" pitchFamily="34" charset="-128"/>
              </a:rPr>
              <a:t>Allowed</a:t>
            </a:r>
          </a:p>
          <a:p>
            <a:r>
              <a:rPr lang="en-IN" sz="1400" dirty="0">
                <a:latin typeface="Bahnschrift Light" pitchFamily="34" charset="0"/>
                <a:ea typeface="Arial Unicode MS" pitchFamily="34" charset="-128"/>
                <a:cs typeface="Arial Unicode MS" pitchFamily="34" charset="-128"/>
              </a:rPr>
              <a:t>[Chunk-size=10]</a:t>
            </a:r>
          </a:p>
        </p:txBody>
      </p:sp>
      <p:grpSp>
        <p:nvGrpSpPr>
          <p:cNvPr id="37" name="Group 36"/>
          <p:cNvGrpSpPr/>
          <p:nvPr/>
        </p:nvGrpSpPr>
        <p:grpSpPr>
          <a:xfrm>
            <a:off x="5342021" y="168442"/>
            <a:ext cx="2863516" cy="1540042"/>
            <a:chOff x="5342021" y="168442"/>
            <a:chExt cx="2863516" cy="1540042"/>
          </a:xfrm>
        </p:grpSpPr>
        <p:sp>
          <p:nvSpPr>
            <p:cNvPr id="3" name="Rectangle 2"/>
            <p:cNvSpPr/>
            <p:nvPr/>
          </p:nvSpPr>
          <p:spPr>
            <a:xfrm>
              <a:off x="5466348" y="296052"/>
              <a:ext cx="2739189" cy="1169551"/>
            </a:xfrm>
            <a:prstGeom prst="rect">
              <a:avLst/>
            </a:prstGeom>
          </p:spPr>
          <p:txBody>
            <a:bodyPr wrap="square">
              <a:spAutoFit/>
            </a:bodyPr>
            <a:lstStyle/>
            <a:p>
              <a:r>
                <a:rPr lang="en-US" sz="1400" dirty="0">
                  <a:latin typeface="Bahnschrift Light" pitchFamily="34" charset="0"/>
                  <a:ea typeface="Arial Unicode MS" pitchFamily="34" charset="-128"/>
                  <a:cs typeface="Arial Unicode MS" pitchFamily="34" charset="-128"/>
                </a:rPr>
                <a:t>my name is </a:t>
              </a:r>
              <a:r>
                <a:rPr lang="en-US" sz="1400" dirty="0">
                  <a:latin typeface="Bahnschrift Light" pitchFamily="34" charset="0"/>
                  <a:ea typeface="Arial Unicode MS" pitchFamily="34" charset="-128"/>
                  <a:cs typeface="Arial Unicode MS" pitchFamily="34" charset="-128"/>
                </a:rPr>
                <a:t>Nitish(17</a:t>
              </a:r>
              <a:r>
                <a:rPr lang="en-US" sz="1400" dirty="0">
                  <a:latin typeface="Bahnschrift Light" pitchFamily="34" charset="0"/>
                  <a:ea typeface="Arial Unicode MS" pitchFamily="34" charset="-128"/>
                  <a:cs typeface="Arial Unicode MS" pitchFamily="34" charset="-128"/>
                </a:rPr>
                <a:t>)</a:t>
              </a:r>
            </a:p>
            <a:p>
              <a:r>
                <a:rPr lang="en-US" sz="1400" dirty="0">
                  <a:latin typeface="Bahnschrift Light" pitchFamily="34" charset="0"/>
                  <a:ea typeface="Arial Unicode MS" pitchFamily="34" charset="-128"/>
                  <a:cs typeface="Arial Unicode MS" pitchFamily="34" charset="-128"/>
                </a:rPr>
                <a:t>i am 35 years old(17)</a:t>
              </a:r>
            </a:p>
            <a:p>
              <a:endParaRPr lang="en-US" sz="1400" dirty="0">
                <a:latin typeface="Bahnschrift Light" pitchFamily="34" charset="0"/>
                <a:ea typeface="Arial Unicode MS" pitchFamily="34" charset="-128"/>
                <a:cs typeface="Arial Unicode MS" pitchFamily="34" charset="-128"/>
              </a:endParaRPr>
            </a:p>
            <a:p>
              <a:r>
                <a:rPr lang="en-US" sz="1400" dirty="0">
                  <a:latin typeface="Bahnschrift Light" pitchFamily="34" charset="0"/>
                  <a:ea typeface="Arial Unicode MS" pitchFamily="34" charset="-128"/>
                  <a:cs typeface="Arial Unicode MS" pitchFamily="34" charset="-128"/>
                </a:rPr>
                <a:t>i live in Gurgaon(17)</a:t>
              </a:r>
            </a:p>
            <a:p>
              <a:r>
                <a:rPr lang="en-US" sz="1400" dirty="0">
                  <a:latin typeface="Bahnschrift Light" pitchFamily="34" charset="0"/>
                  <a:ea typeface="Arial Unicode MS" pitchFamily="34" charset="-128"/>
                  <a:cs typeface="Arial Unicode MS" pitchFamily="34" charset="-128"/>
                </a:rPr>
                <a:t>how are you(11)</a:t>
              </a:r>
              <a:endParaRPr lang="en-IN" sz="1400" dirty="0">
                <a:latin typeface="Bahnschrift Light" pitchFamily="34" charset="0"/>
                <a:ea typeface="Arial Unicode MS" pitchFamily="34" charset="-128"/>
                <a:cs typeface="Arial Unicode MS" pitchFamily="34" charset="-128"/>
              </a:endParaRPr>
            </a:p>
          </p:txBody>
        </p:sp>
        <p:grpSp>
          <p:nvGrpSpPr>
            <p:cNvPr id="32" name="Group 31"/>
            <p:cNvGrpSpPr/>
            <p:nvPr/>
          </p:nvGrpSpPr>
          <p:grpSpPr>
            <a:xfrm>
              <a:off x="5342021" y="168442"/>
              <a:ext cx="457200" cy="1540042"/>
              <a:chOff x="5342021" y="296052"/>
              <a:chExt cx="457200" cy="1169551"/>
            </a:xfrm>
          </p:grpSpPr>
          <p:cxnSp>
            <p:nvCxnSpPr>
              <p:cNvPr id="21" name="Straight Connector 20"/>
              <p:cNvCxnSpPr/>
              <p:nvPr/>
            </p:nvCxnSpPr>
            <p:spPr>
              <a:xfrm>
                <a:off x="5342021" y="296052"/>
                <a:ext cx="0" cy="1169551"/>
              </a:xfrm>
              <a:prstGeom prst="line">
                <a:avLst/>
              </a:prstGeom>
            </p:spPr>
            <p:style>
              <a:lnRef idx="1">
                <a:schemeClr val="accent1"/>
              </a:lnRef>
              <a:fillRef idx="0">
                <a:schemeClr val="accent1"/>
              </a:fillRef>
              <a:effectRef idx="0">
                <a:schemeClr val="accent1"/>
              </a:effectRef>
              <a:fontRef idx="minor">
                <a:schemeClr val="tx1"/>
              </a:fontRef>
            </p:style>
          </p:cxnSp>
          <p:cxnSp>
            <p:nvCxnSpPr>
              <p:cNvPr id="23" name="Straight Connector 22"/>
              <p:cNvCxnSpPr/>
              <p:nvPr/>
            </p:nvCxnSpPr>
            <p:spPr>
              <a:xfrm>
                <a:off x="5342021" y="1465603"/>
                <a:ext cx="457200"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27" name="Straight Connector 26"/>
              <p:cNvCxnSpPr/>
              <p:nvPr/>
            </p:nvCxnSpPr>
            <p:spPr>
              <a:xfrm>
                <a:off x="5342021" y="296052"/>
                <a:ext cx="457200" cy="0"/>
              </a:xfrm>
              <a:prstGeom prst="line">
                <a:avLst/>
              </a:prstGeom>
            </p:spPr>
            <p:style>
              <a:lnRef idx="1">
                <a:schemeClr val="accent1"/>
              </a:lnRef>
              <a:fillRef idx="0">
                <a:schemeClr val="accent1"/>
              </a:fillRef>
              <a:effectRef idx="0">
                <a:schemeClr val="accent1"/>
              </a:effectRef>
              <a:fontRef idx="minor">
                <a:schemeClr val="tx1"/>
              </a:fontRef>
            </p:style>
          </p:cxnSp>
        </p:grpSp>
        <p:grpSp>
          <p:nvGrpSpPr>
            <p:cNvPr id="33" name="Group 32"/>
            <p:cNvGrpSpPr/>
            <p:nvPr/>
          </p:nvGrpSpPr>
          <p:grpSpPr>
            <a:xfrm flipH="1">
              <a:off x="6835942" y="168442"/>
              <a:ext cx="559468" cy="1540042"/>
              <a:chOff x="5342021" y="296052"/>
              <a:chExt cx="457200" cy="1169551"/>
            </a:xfrm>
          </p:grpSpPr>
          <p:cxnSp>
            <p:nvCxnSpPr>
              <p:cNvPr id="34" name="Straight Connector 33"/>
              <p:cNvCxnSpPr/>
              <p:nvPr/>
            </p:nvCxnSpPr>
            <p:spPr>
              <a:xfrm>
                <a:off x="5342021" y="296052"/>
                <a:ext cx="0" cy="1169551"/>
              </a:xfrm>
              <a:prstGeom prst="line">
                <a:avLst/>
              </a:prstGeom>
            </p:spPr>
            <p:style>
              <a:lnRef idx="1">
                <a:schemeClr val="accent1"/>
              </a:lnRef>
              <a:fillRef idx="0">
                <a:schemeClr val="accent1"/>
              </a:fillRef>
              <a:effectRef idx="0">
                <a:schemeClr val="accent1"/>
              </a:effectRef>
              <a:fontRef idx="minor">
                <a:schemeClr val="tx1"/>
              </a:fontRef>
            </p:style>
          </p:cxnSp>
          <p:cxnSp>
            <p:nvCxnSpPr>
              <p:cNvPr id="35" name="Straight Connector 34"/>
              <p:cNvCxnSpPr/>
              <p:nvPr/>
            </p:nvCxnSpPr>
            <p:spPr>
              <a:xfrm>
                <a:off x="5342021" y="1465603"/>
                <a:ext cx="457200"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36" name="Straight Connector 35"/>
              <p:cNvCxnSpPr/>
              <p:nvPr/>
            </p:nvCxnSpPr>
            <p:spPr>
              <a:xfrm>
                <a:off x="5342021" y="296052"/>
                <a:ext cx="457200" cy="0"/>
              </a:xfrm>
              <a:prstGeom prst="line">
                <a:avLst/>
              </a:prstGeom>
            </p:spPr>
            <p:style>
              <a:lnRef idx="1">
                <a:schemeClr val="accent1"/>
              </a:lnRef>
              <a:fillRef idx="0">
                <a:schemeClr val="accent1"/>
              </a:fillRef>
              <a:effectRef idx="0">
                <a:schemeClr val="accent1"/>
              </a:effectRef>
              <a:fontRef idx="minor">
                <a:schemeClr val="tx1"/>
              </a:fontRef>
            </p:style>
          </p:cxnSp>
        </p:grpSp>
      </p:grpSp>
      <p:grpSp>
        <p:nvGrpSpPr>
          <p:cNvPr id="74" name="Group 73"/>
          <p:cNvGrpSpPr/>
          <p:nvPr/>
        </p:nvGrpSpPr>
        <p:grpSpPr>
          <a:xfrm>
            <a:off x="1259306" y="1555357"/>
            <a:ext cx="11289631" cy="1548062"/>
            <a:chOff x="1259306" y="1555357"/>
            <a:chExt cx="11289631" cy="1548062"/>
          </a:xfrm>
        </p:grpSpPr>
        <p:grpSp>
          <p:nvGrpSpPr>
            <p:cNvPr id="46" name="Group 45"/>
            <p:cNvGrpSpPr/>
            <p:nvPr/>
          </p:nvGrpSpPr>
          <p:grpSpPr>
            <a:xfrm>
              <a:off x="3027947" y="1973179"/>
              <a:ext cx="6657474" cy="433137"/>
              <a:chOff x="3027947" y="1973179"/>
              <a:chExt cx="6657474" cy="433137"/>
            </a:xfrm>
          </p:grpSpPr>
          <p:cxnSp>
            <p:nvCxnSpPr>
              <p:cNvPr id="39" name="Straight Connector 38"/>
              <p:cNvCxnSpPr/>
              <p:nvPr/>
            </p:nvCxnSpPr>
            <p:spPr>
              <a:xfrm flipH="1">
                <a:off x="3027947" y="1973179"/>
                <a:ext cx="2466474" cy="433137"/>
              </a:xfrm>
              <a:prstGeom prst="line">
                <a:avLst/>
              </a:prstGeom>
            </p:spPr>
            <p:style>
              <a:lnRef idx="1">
                <a:schemeClr val="accent1"/>
              </a:lnRef>
              <a:fillRef idx="0">
                <a:schemeClr val="accent1"/>
              </a:fillRef>
              <a:effectRef idx="0">
                <a:schemeClr val="accent1"/>
              </a:effectRef>
              <a:fontRef idx="minor">
                <a:schemeClr val="tx1"/>
              </a:fontRef>
            </p:style>
          </p:cxnSp>
          <p:cxnSp>
            <p:nvCxnSpPr>
              <p:cNvPr id="44" name="Straight Connector 43"/>
              <p:cNvCxnSpPr/>
              <p:nvPr/>
            </p:nvCxnSpPr>
            <p:spPr>
              <a:xfrm>
                <a:off x="5494421" y="1981200"/>
                <a:ext cx="4191000" cy="216568"/>
              </a:xfrm>
              <a:prstGeom prst="line">
                <a:avLst/>
              </a:prstGeom>
            </p:spPr>
            <p:style>
              <a:lnRef idx="1">
                <a:schemeClr val="accent1"/>
              </a:lnRef>
              <a:fillRef idx="0">
                <a:schemeClr val="accent1"/>
              </a:fillRef>
              <a:effectRef idx="0">
                <a:schemeClr val="accent1"/>
              </a:effectRef>
              <a:fontRef idx="minor">
                <a:schemeClr val="tx1"/>
              </a:fontRef>
            </p:style>
          </p:cxnSp>
        </p:grpSp>
        <p:grpSp>
          <p:nvGrpSpPr>
            <p:cNvPr id="47" name="Group 46"/>
            <p:cNvGrpSpPr/>
            <p:nvPr/>
          </p:nvGrpSpPr>
          <p:grpSpPr>
            <a:xfrm>
              <a:off x="1259306" y="2197768"/>
              <a:ext cx="2863516" cy="905651"/>
              <a:chOff x="5342021" y="168442"/>
              <a:chExt cx="2863516" cy="905651"/>
            </a:xfrm>
          </p:grpSpPr>
          <p:sp>
            <p:nvSpPr>
              <p:cNvPr id="48" name="Rectangle 47"/>
              <p:cNvSpPr/>
              <p:nvPr/>
            </p:nvSpPr>
            <p:spPr>
              <a:xfrm>
                <a:off x="5466348" y="296052"/>
                <a:ext cx="2739189" cy="738664"/>
              </a:xfrm>
              <a:prstGeom prst="rect">
                <a:avLst/>
              </a:prstGeom>
            </p:spPr>
            <p:txBody>
              <a:bodyPr wrap="square">
                <a:spAutoFit/>
              </a:bodyPr>
              <a:lstStyle/>
              <a:p>
                <a:r>
                  <a:rPr lang="en-US" sz="1400" dirty="0" smtClean="0">
                    <a:latin typeface="Bahnschrift Light" pitchFamily="34" charset="0"/>
                    <a:ea typeface="Arial Unicode MS" pitchFamily="34" charset="-128"/>
                    <a:cs typeface="Arial Unicode MS" pitchFamily="34" charset="-128"/>
                  </a:rPr>
                  <a:t>my name is Nitish(17)</a:t>
                </a:r>
              </a:p>
              <a:p>
                <a:r>
                  <a:rPr lang="en-US" sz="1400" dirty="0" smtClean="0">
                    <a:latin typeface="Bahnschrift Light" pitchFamily="34" charset="0"/>
                    <a:ea typeface="Arial Unicode MS" pitchFamily="34" charset="-128"/>
                    <a:cs typeface="Arial Unicode MS" pitchFamily="34" charset="-128"/>
                  </a:rPr>
                  <a:t>i </a:t>
                </a:r>
                <a:r>
                  <a:rPr lang="en-US" sz="1400" dirty="0">
                    <a:latin typeface="Bahnschrift Light" pitchFamily="34" charset="0"/>
                    <a:ea typeface="Arial Unicode MS" pitchFamily="34" charset="-128"/>
                    <a:cs typeface="Arial Unicode MS" pitchFamily="34" charset="-128"/>
                  </a:rPr>
                  <a:t>am 35 years </a:t>
                </a:r>
                <a:r>
                  <a:rPr lang="en-US" sz="1400" dirty="0" smtClean="0">
                    <a:latin typeface="Bahnschrift Light" pitchFamily="34" charset="0"/>
                    <a:ea typeface="Arial Unicode MS" pitchFamily="34" charset="-128"/>
                    <a:cs typeface="Arial Unicode MS" pitchFamily="34" charset="-128"/>
                  </a:rPr>
                  <a:t>old(17)</a:t>
                </a:r>
              </a:p>
              <a:p>
                <a:r>
                  <a:rPr lang="en-US" sz="1400" dirty="0">
                    <a:latin typeface="Bahnschrift Light" pitchFamily="34" charset="0"/>
                    <a:ea typeface="Arial Unicode MS" pitchFamily="34" charset="-128"/>
                    <a:cs typeface="Arial Unicode MS" pitchFamily="34" charset="-128"/>
                  </a:rPr>
                  <a:t> </a:t>
                </a:r>
                <a:r>
                  <a:rPr lang="en-US" sz="1400" dirty="0" smtClean="0">
                    <a:latin typeface="Bahnschrift Light" pitchFamily="34" charset="0"/>
                    <a:ea typeface="Arial Unicode MS" pitchFamily="34" charset="-128"/>
                    <a:cs typeface="Arial Unicode MS" pitchFamily="34" charset="-128"/>
                  </a:rPr>
                  <a:t>             34</a:t>
                </a:r>
                <a:endParaRPr lang="en-US" sz="1400" dirty="0">
                  <a:latin typeface="Bahnschrift Light" pitchFamily="34" charset="0"/>
                  <a:ea typeface="Arial Unicode MS" pitchFamily="34" charset="-128"/>
                  <a:cs typeface="Arial Unicode MS" pitchFamily="34" charset="-128"/>
                </a:endParaRPr>
              </a:p>
            </p:txBody>
          </p:sp>
          <p:grpSp>
            <p:nvGrpSpPr>
              <p:cNvPr id="49" name="Group 48"/>
              <p:cNvGrpSpPr/>
              <p:nvPr/>
            </p:nvGrpSpPr>
            <p:grpSpPr>
              <a:xfrm>
                <a:off x="5342021" y="168442"/>
                <a:ext cx="465222" cy="905651"/>
                <a:chOff x="5342021" y="296052"/>
                <a:chExt cx="465222" cy="687777"/>
              </a:xfrm>
            </p:grpSpPr>
            <p:cxnSp>
              <p:nvCxnSpPr>
                <p:cNvPr id="54" name="Straight Connector 53"/>
                <p:cNvCxnSpPr/>
                <p:nvPr/>
              </p:nvCxnSpPr>
              <p:spPr>
                <a:xfrm>
                  <a:off x="5342021" y="296052"/>
                  <a:ext cx="0" cy="681686"/>
                </a:xfrm>
                <a:prstGeom prst="line">
                  <a:avLst/>
                </a:prstGeom>
              </p:spPr>
              <p:style>
                <a:lnRef idx="1">
                  <a:schemeClr val="accent1"/>
                </a:lnRef>
                <a:fillRef idx="0">
                  <a:schemeClr val="accent1"/>
                </a:fillRef>
                <a:effectRef idx="0">
                  <a:schemeClr val="accent1"/>
                </a:effectRef>
                <a:fontRef idx="minor">
                  <a:schemeClr val="tx1"/>
                </a:fontRef>
              </p:style>
            </p:cxnSp>
            <p:cxnSp>
              <p:nvCxnSpPr>
                <p:cNvPr id="55" name="Straight Connector 54"/>
                <p:cNvCxnSpPr/>
                <p:nvPr/>
              </p:nvCxnSpPr>
              <p:spPr>
                <a:xfrm>
                  <a:off x="5350043" y="983829"/>
                  <a:ext cx="457200"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56" name="Straight Connector 55"/>
                <p:cNvCxnSpPr/>
                <p:nvPr/>
              </p:nvCxnSpPr>
              <p:spPr>
                <a:xfrm>
                  <a:off x="5342021" y="296052"/>
                  <a:ext cx="457200" cy="0"/>
                </a:xfrm>
                <a:prstGeom prst="line">
                  <a:avLst/>
                </a:prstGeom>
              </p:spPr>
              <p:style>
                <a:lnRef idx="1">
                  <a:schemeClr val="accent1"/>
                </a:lnRef>
                <a:fillRef idx="0">
                  <a:schemeClr val="accent1"/>
                </a:fillRef>
                <a:effectRef idx="0">
                  <a:schemeClr val="accent1"/>
                </a:effectRef>
                <a:fontRef idx="minor">
                  <a:schemeClr val="tx1"/>
                </a:fontRef>
              </p:style>
            </p:cxnSp>
          </p:grpSp>
          <p:grpSp>
            <p:nvGrpSpPr>
              <p:cNvPr id="50" name="Group 49"/>
              <p:cNvGrpSpPr/>
              <p:nvPr/>
            </p:nvGrpSpPr>
            <p:grpSpPr>
              <a:xfrm flipH="1">
                <a:off x="6830929" y="168442"/>
                <a:ext cx="564487" cy="897630"/>
                <a:chOff x="5342021" y="296052"/>
                <a:chExt cx="461302" cy="681685"/>
              </a:xfrm>
            </p:grpSpPr>
            <p:cxnSp>
              <p:nvCxnSpPr>
                <p:cNvPr id="51" name="Straight Connector 50"/>
                <p:cNvCxnSpPr/>
                <p:nvPr/>
              </p:nvCxnSpPr>
              <p:spPr>
                <a:xfrm flipH="1">
                  <a:off x="5342021" y="296052"/>
                  <a:ext cx="0" cy="681685"/>
                </a:xfrm>
                <a:prstGeom prst="line">
                  <a:avLst/>
                </a:prstGeom>
              </p:spPr>
              <p:style>
                <a:lnRef idx="1">
                  <a:schemeClr val="accent1"/>
                </a:lnRef>
                <a:fillRef idx="0">
                  <a:schemeClr val="accent1"/>
                </a:fillRef>
                <a:effectRef idx="0">
                  <a:schemeClr val="accent1"/>
                </a:effectRef>
                <a:fontRef idx="minor">
                  <a:schemeClr val="tx1"/>
                </a:fontRef>
              </p:style>
            </p:cxnSp>
            <p:cxnSp>
              <p:nvCxnSpPr>
                <p:cNvPr id="52" name="Straight Connector 51"/>
                <p:cNvCxnSpPr/>
                <p:nvPr/>
              </p:nvCxnSpPr>
              <p:spPr>
                <a:xfrm>
                  <a:off x="5346123" y="977737"/>
                  <a:ext cx="457200"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53" name="Straight Connector 52"/>
                <p:cNvCxnSpPr/>
                <p:nvPr/>
              </p:nvCxnSpPr>
              <p:spPr>
                <a:xfrm>
                  <a:off x="5342021" y="296052"/>
                  <a:ext cx="457200" cy="0"/>
                </a:xfrm>
                <a:prstGeom prst="line">
                  <a:avLst/>
                </a:prstGeom>
              </p:spPr>
              <p:style>
                <a:lnRef idx="1">
                  <a:schemeClr val="accent1"/>
                </a:lnRef>
                <a:fillRef idx="0">
                  <a:schemeClr val="accent1"/>
                </a:fillRef>
                <a:effectRef idx="0">
                  <a:schemeClr val="accent1"/>
                </a:effectRef>
                <a:fontRef idx="minor">
                  <a:schemeClr val="tx1"/>
                </a:fontRef>
              </p:style>
            </p:cxnSp>
          </p:grpSp>
        </p:grpSp>
        <p:grpSp>
          <p:nvGrpSpPr>
            <p:cNvPr id="57" name="Group 56"/>
            <p:cNvGrpSpPr/>
            <p:nvPr/>
          </p:nvGrpSpPr>
          <p:grpSpPr>
            <a:xfrm>
              <a:off x="9685421" y="1555357"/>
              <a:ext cx="2863516" cy="866274"/>
              <a:chOff x="5342021" y="168442"/>
              <a:chExt cx="2863516" cy="866274"/>
            </a:xfrm>
          </p:grpSpPr>
          <p:sp>
            <p:nvSpPr>
              <p:cNvPr id="58" name="Rectangle 57"/>
              <p:cNvSpPr/>
              <p:nvPr/>
            </p:nvSpPr>
            <p:spPr>
              <a:xfrm>
                <a:off x="5466348" y="296052"/>
                <a:ext cx="2739189" cy="738664"/>
              </a:xfrm>
              <a:prstGeom prst="rect">
                <a:avLst/>
              </a:prstGeom>
            </p:spPr>
            <p:txBody>
              <a:bodyPr wrap="square">
                <a:spAutoFit/>
              </a:bodyPr>
              <a:lstStyle/>
              <a:p>
                <a:r>
                  <a:rPr lang="en-US" sz="1400" dirty="0" smtClean="0">
                    <a:latin typeface="Bahnschrift Light" pitchFamily="34" charset="0"/>
                    <a:ea typeface="Arial Unicode MS" pitchFamily="34" charset="-128"/>
                    <a:cs typeface="Arial Unicode MS" pitchFamily="34" charset="-128"/>
                  </a:rPr>
                  <a:t>i </a:t>
                </a:r>
                <a:r>
                  <a:rPr lang="en-US" sz="1400" dirty="0">
                    <a:latin typeface="Bahnschrift Light" pitchFamily="34" charset="0"/>
                    <a:ea typeface="Arial Unicode MS" pitchFamily="34" charset="-128"/>
                    <a:cs typeface="Arial Unicode MS" pitchFamily="34" charset="-128"/>
                  </a:rPr>
                  <a:t>live in Gurgaon(17)</a:t>
                </a:r>
              </a:p>
              <a:p>
                <a:r>
                  <a:rPr lang="en-US" sz="1400" dirty="0">
                    <a:latin typeface="Bahnschrift Light" pitchFamily="34" charset="0"/>
                    <a:ea typeface="Arial Unicode MS" pitchFamily="34" charset="-128"/>
                    <a:cs typeface="Arial Unicode MS" pitchFamily="34" charset="-128"/>
                  </a:rPr>
                  <a:t>how are you(11</a:t>
                </a:r>
                <a:r>
                  <a:rPr lang="en-US" sz="1400" dirty="0" smtClean="0">
                    <a:latin typeface="Bahnschrift Light" pitchFamily="34" charset="0"/>
                    <a:ea typeface="Arial Unicode MS" pitchFamily="34" charset="-128"/>
                    <a:cs typeface="Arial Unicode MS" pitchFamily="34" charset="-128"/>
                  </a:rPr>
                  <a:t>)</a:t>
                </a:r>
              </a:p>
              <a:p>
                <a:r>
                  <a:rPr lang="en-US" sz="1400" dirty="0" smtClean="0">
                    <a:latin typeface="Bahnschrift Light" pitchFamily="34" charset="0"/>
                    <a:ea typeface="Arial Unicode MS" pitchFamily="34" charset="-128"/>
                    <a:cs typeface="Arial Unicode MS" pitchFamily="34" charset="-128"/>
                  </a:rPr>
                  <a:t>            28</a:t>
                </a:r>
                <a:endParaRPr lang="en-IN" sz="1400" dirty="0">
                  <a:latin typeface="Bahnschrift Light" pitchFamily="34" charset="0"/>
                  <a:ea typeface="Arial Unicode MS" pitchFamily="34" charset="-128"/>
                  <a:cs typeface="Arial Unicode MS" pitchFamily="34" charset="-128"/>
                </a:endParaRPr>
              </a:p>
            </p:txBody>
          </p:sp>
          <p:grpSp>
            <p:nvGrpSpPr>
              <p:cNvPr id="59" name="Group 58"/>
              <p:cNvGrpSpPr/>
              <p:nvPr/>
            </p:nvGrpSpPr>
            <p:grpSpPr>
              <a:xfrm>
                <a:off x="5342021" y="168442"/>
                <a:ext cx="457200" cy="770022"/>
                <a:chOff x="5342021" y="296052"/>
                <a:chExt cx="457200" cy="584776"/>
              </a:xfrm>
            </p:grpSpPr>
            <p:cxnSp>
              <p:nvCxnSpPr>
                <p:cNvPr id="64" name="Straight Connector 63"/>
                <p:cNvCxnSpPr/>
                <p:nvPr/>
              </p:nvCxnSpPr>
              <p:spPr>
                <a:xfrm>
                  <a:off x="5342021" y="296052"/>
                  <a:ext cx="0" cy="584776"/>
                </a:xfrm>
                <a:prstGeom prst="line">
                  <a:avLst/>
                </a:prstGeom>
              </p:spPr>
              <p:style>
                <a:lnRef idx="1">
                  <a:schemeClr val="accent1"/>
                </a:lnRef>
                <a:fillRef idx="0">
                  <a:schemeClr val="accent1"/>
                </a:fillRef>
                <a:effectRef idx="0">
                  <a:schemeClr val="accent1"/>
                </a:effectRef>
                <a:fontRef idx="minor">
                  <a:schemeClr val="tx1"/>
                </a:fontRef>
              </p:style>
            </p:cxnSp>
            <p:cxnSp>
              <p:nvCxnSpPr>
                <p:cNvPr id="65" name="Straight Connector 64"/>
                <p:cNvCxnSpPr/>
                <p:nvPr/>
              </p:nvCxnSpPr>
              <p:spPr>
                <a:xfrm>
                  <a:off x="5342021" y="880827"/>
                  <a:ext cx="457200"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66" name="Straight Connector 65"/>
                <p:cNvCxnSpPr/>
                <p:nvPr/>
              </p:nvCxnSpPr>
              <p:spPr>
                <a:xfrm>
                  <a:off x="5342021" y="296052"/>
                  <a:ext cx="457200" cy="0"/>
                </a:xfrm>
                <a:prstGeom prst="line">
                  <a:avLst/>
                </a:prstGeom>
              </p:spPr>
              <p:style>
                <a:lnRef idx="1">
                  <a:schemeClr val="accent1"/>
                </a:lnRef>
                <a:fillRef idx="0">
                  <a:schemeClr val="accent1"/>
                </a:fillRef>
                <a:effectRef idx="0">
                  <a:schemeClr val="accent1"/>
                </a:effectRef>
                <a:fontRef idx="minor">
                  <a:schemeClr val="tx1"/>
                </a:fontRef>
              </p:style>
            </p:cxnSp>
          </p:grpSp>
          <p:grpSp>
            <p:nvGrpSpPr>
              <p:cNvPr id="60" name="Group 59"/>
              <p:cNvGrpSpPr/>
              <p:nvPr/>
            </p:nvGrpSpPr>
            <p:grpSpPr>
              <a:xfrm flipH="1">
                <a:off x="6835942" y="168442"/>
                <a:ext cx="559468" cy="770022"/>
                <a:chOff x="5342021" y="296052"/>
                <a:chExt cx="457200" cy="584776"/>
              </a:xfrm>
            </p:grpSpPr>
            <p:cxnSp>
              <p:nvCxnSpPr>
                <p:cNvPr id="61" name="Straight Connector 60"/>
                <p:cNvCxnSpPr/>
                <p:nvPr/>
              </p:nvCxnSpPr>
              <p:spPr>
                <a:xfrm flipH="1">
                  <a:off x="5342021" y="296052"/>
                  <a:ext cx="0" cy="584775"/>
                </a:xfrm>
                <a:prstGeom prst="line">
                  <a:avLst/>
                </a:prstGeom>
              </p:spPr>
              <p:style>
                <a:lnRef idx="1">
                  <a:schemeClr val="accent1"/>
                </a:lnRef>
                <a:fillRef idx="0">
                  <a:schemeClr val="accent1"/>
                </a:fillRef>
                <a:effectRef idx="0">
                  <a:schemeClr val="accent1"/>
                </a:effectRef>
                <a:fontRef idx="minor">
                  <a:schemeClr val="tx1"/>
                </a:fontRef>
              </p:style>
            </p:cxnSp>
            <p:cxnSp>
              <p:nvCxnSpPr>
                <p:cNvPr id="62" name="Straight Connector 61"/>
                <p:cNvCxnSpPr/>
                <p:nvPr/>
              </p:nvCxnSpPr>
              <p:spPr>
                <a:xfrm>
                  <a:off x="5342021" y="880828"/>
                  <a:ext cx="457200"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63" name="Straight Connector 62"/>
                <p:cNvCxnSpPr/>
                <p:nvPr/>
              </p:nvCxnSpPr>
              <p:spPr>
                <a:xfrm>
                  <a:off x="5342021" y="296052"/>
                  <a:ext cx="457200" cy="0"/>
                </a:xfrm>
                <a:prstGeom prst="line">
                  <a:avLst/>
                </a:prstGeom>
              </p:spPr>
              <p:style>
                <a:lnRef idx="1">
                  <a:schemeClr val="accent1"/>
                </a:lnRef>
                <a:fillRef idx="0">
                  <a:schemeClr val="accent1"/>
                </a:fillRef>
                <a:effectRef idx="0">
                  <a:schemeClr val="accent1"/>
                </a:effectRef>
                <a:fontRef idx="minor">
                  <a:schemeClr val="tx1"/>
                </a:fontRef>
              </p:style>
            </p:cxnSp>
          </p:grpSp>
        </p:grpSp>
      </p:grpSp>
      <p:grpSp>
        <p:nvGrpSpPr>
          <p:cNvPr id="81" name="Group 80"/>
          <p:cNvGrpSpPr/>
          <p:nvPr/>
        </p:nvGrpSpPr>
        <p:grpSpPr>
          <a:xfrm>
            <a:off x="1383633" y="3224463"/>
            <a:ext cx="3800906" cy="960566"/>
            <a:chOff x="1383633" y="3224463"/>
            <a:chExt cx="3800906" cy="960566"/>
          </a:xfrm>
        </p:grpSpPr>
        <p:sp>
          <p:nvSpPr>
            <p:cNvPr id="75" name="Rectangle 74"/>
            <p:cNvSpPr/>
            <p:nvPr/>
          </p:nvSpPr>
          <p:spPr>
            <a:xfrm>
              <a:off x="1383633" y="3908029"/>
              <a:ext cx="1649811" cy="276999"/>
            </a:xfrm>
            <a:prstGeom prst="rect">
              <a:avLst/>
            </a:prstGeom>
          </p:spPr>
          <p:txBody>
            <a:bodyPr wrap="none">
              <a:spAutoFit/>
            </a:bodyPr>
            <a:lstStyle/>
            <a:p>
              <a:r>
                <a:rPr lang="en-US" sz="1200" dirty="0">
                  <a:latin typeface="Bahnschrift Light" pitchFamily="34" charset="0"/>
                  <a:ea typeface="Arial Unicode MS" pitchFamily="34" charset="-128"/>
                  <a:cs typeface="Arial Unicode MS" pitchFamily="34" charset="-128"/>
                </a:rPr>
                <a:t>my name is Nitish(17)</a:t>
              </a:r>
            </a:p>
          </p:txBody>
        </p:sp>
        <p:sp>
          <p:nvSpPr>
            <p:cNvPr id="76" name="Rectangle 75"/>
            <p:cNvSpPr/>
            <p:nvPr/>
          </p:nvSpPr>
          <p:spPr>
            <a:xfrm>
              <a:off x="3587627" y="3908030"/>
              <a:ext cx="1596912" cy="276999"/>
            </a:xfrm>
            <a:prstGeom prst="rect">
              <a:avLst/>
            </a:prstGeom>
          </p:spPr>
          <p:txBody>
            <a:bodyPr wrap="none">
              <a:spAutoFit/>
            </a:bodyPr>
            <a:lstStyle/>
            <a:p>
              <a:r>
                <a:rPr lang="en-US" sz="1200" dirty="0">
                  <a:latin typeface="Bahnschrift Light" pitchFamily="34" charset="0"/>
                  <a:ea typeface="Arial Unicode MS" pitchFamily="34" charset="-128"/>
                  <a:cs typeface="Arial Unicode MS" pitchFamily="34" charset="-128"/>
                </a:rPr>
                <a:t>i am 35 years old(17)</a:t>
              </a:r>
            </a:p>
          </p:txBody>
        </p:sp>
        <p:cxnSp>
          <p:nvCxnSpPr>
            <p:cNvPr id="78" name="Straight Connector 77"/>
            <p:cNvCxnSpPr/>
            <p:nvPr/>
          </p:nvCxnSpPr>
          <p:spPr>
            <a:xfrm flipH="1">
              <a:off x="2117558" y="3224463"/>
              <a:ext cx="276726" cy="683566"/>
            </a:xfrm>
            <a:prstGeom prst="line">
              <a:avLst/>
            </a:prstGeom>
          </p:spPr>
          <p:style>
            <a:lnRef idx="1">
              <a:schemeClr val="accent1"/>
            </a:lnRef>
            <a:fillRef idx="0">
              <a:schemeClr val="accent1"/>
            </a:fillRef>
            <a:effectRef idx="0">
              <a:schemeClr val="accent1"/>
            </a:effectRef>
            <a:fontRef idx="minor">
              <a:schemeClr val="tx1"/>
            </a:fontRef>
          </p:style>
        </p:cxnSp>
        <p:cxnSp>
          <p:nvCxnSpPr>
            <p:cNvPr id="80" name="Straight Connector 79"/>
            <p:cNvCxnSpPr/>
            <p:nvPr/>
          </p:nvCxnSpPr>
          <p:spPr>
            <a:xfrm>
              <a:off x="2748214" y="3224463"/>
              <a:ext cx="1065797" cy="683567"/>
            </a:xfrm>
            <a:prstGeom prst="line">
              <a:avLst/>
            </a:prstGeom>
          </p:spPr>
          <p:style>
            <a:lnRef idx="1">
              <a:schemeClr val="accent1"/>
            </a:lnRef>
            <a:fillRef idx="0">
              <a:schemeClr val="accent1"/>
            </a:fillRef>
            <a:effectRef idx="0">
              <a:schemeClr val="accent1"/>
            </a:effectRef>
            <a:fontRef idx="minor">
              <a:schemeClr val="tx1"/>
            </a:fontRef>
          </p:style>
        </p:cxnSp>
      </p:grpSp>
      <p:grpSp>
        <p:nvGrpSpPr>
          <p:cNvPr id="88" name="Group 87"/>
          <p:cNvGrpSpPr/>
          <p:nvPr/>
        </p:nvGrpSpPr>
        <p:grpSpPr>
          <a:xfrm>
            <a:off x="6835942" y="2421631"/>
            <a:ext cx="4314315" cy="1678629"/>
            <a:chOff x="6835942" y="2421631"/>
            <a:chExt cx="4314315" cy="1678629"/>
          </a:xfrm>
        </p:grpSpPr>
        <p:sp>
          <p:nvSpPr>
            <p:cNvPr id="82" name="Rectangle 81"/>
            <p:cNvSpPr/>
            <p:nvPr/>
          </p:nvSpPr>
          <p:spPr>
            <a:xfrm>
              <a:off x="6835942" y="3823261"/>
              <a:ext cx="1534394" cy="276999"/>
            </a:xfrm>
            <a:prstGeom prst="rect">
              <a:avLst/>
            </a:prstGeom>
          </p:spPr>
          <p:txBody>
            <a:bodyPr wrap="none">
              <a:spAutoFit/>
            </a:bodyPr>
            <a:lstStyle/>
            <a:p>
              <a:r>
                <a:rPr lang="en-US" sz="1200" dirty="0">
                  <a:latin typeface="Bahnschrift Light" pitchFamily="34" charset="0"/>
                  <a:ea typeface="Arial Unicode MS" pitchFamily="34" charset="-128"/>
                  <a:cs typeface="Arial Unicode MS" pitchFamily="34" charset="-128"/>
                </a:rPr>
                <a:t>i live in Gurgaon(17)</a:t>
              </a:r>
              <a:endParaRPr lang="en-US" sz="1200" dirty="0">
                <a:latin typeface="Bahnschrift Light" pitchFamily="34" charset="0"/>
                <a:ea typeface="Arial Unicode MS" pitchFamily="34" charset="-128"/>
                <a:cs typeface="Arial Unicode MS" pitchFamily="34" charset="-128"/>
              </a:endParaRPr>
            </a:p>
          </p:txBody>
        </p:sp>
        <p:sp>
          <p:nvSpPr>
            <p:cNvPr id="83" name="Rectangle 82"/>
            <p:cNvSpPr/>
            <p:nvPr/>
          </p:nvSpPr>
          <p:spPr>
            <a:xfrm>
              <a:off x="9914021" y="3762396"/>
              <a:ext cx="1236236" cy="276999"/>
            </a:xfrm>
            <a:prstGeom prst="rect">
              <a:avLst/>
            </a:prstGeom>
          </p:spPr>
          <p:txBody>
            <a:bodyPr wrap="none">
              <a:spAutoFit/>
            </a:bodyPr>
            <a:lstStyle/>
            <a:p>
              <a:r>
                <a:rPr lang="en-US" sz="1200" dirty="0">
                  <a:latin typeface="Bahnschrift Light" pitchFamily="34" charset="0"/>
                  <a:ea typeface="Arial Unicode MS" pitchFamily="34" charset="-128"/>
                  <a:cs typeface="Arial Unicode MS" pitchFamily="34" charset="-128"/>
                </a:rPr>
                <a:t>how are you(11)</a:t>
              </a:r>
            </a:p>
          </p:txBody>
        </p:sp>
        <p:cxnSp>
          <p:nvCxnSpPr>
            <p:cNvPr id="85" name="Straight Connector 84"/>
            <p:cNvCxnSpPr/>
            <p:nvPr/>
          </p:nvCxnSpPr>
          <p:spPr>
            <a:xfrm flipH="1">
              <a:off x="8205537" y="2421631"/>
              <a:ext cx="1604212" cy="1340765"/>
            </a:xfrm>
            <a:prstGeom prst="line">
              <a:avLst/>
            </a:prstGeom>
          </p:spPr>
          <p:style>
            <a:lnRef idx="1">
              <a:schemeClr val="accent1"/>
            </a:lnRef>
            <a:fillRef idx="0">
              <a:schemeClr val="accent1"/>
            </a:fillRef>
            <a:effectRef idx="0">
              <a:schemeClr val="accent1"/>
            </a:effectRef>
            <a:fontRef idx="minor">
              <a:schemeClr val="tx1"/>
            </a:fontRef>
          </p:style>
        </p:cxnSp>
        <p:cxnSp>
          <p:nvCxnSpPr>
            <p:cNvPr id="87" name="Straight Connector 86"/>
            <p:cNvCxnSpPr>
              <a:endCxn id="83" idx="0"/>
            </p:cNvCxnSpPr>
            <p:nvPr/>
          </p:nvCxnSpPr>
          <p:spPr>
            <a:xfrm>
              <a:off x="9809748" y="2421631"/>
              <a:ext cx="722391" cy="1340765"/>
            </a:xfrm>
            <a:prstGeom prst="line">
              <a:avLst/>
            </a:prstGeom>
          </p:spPr>
          <p:style>
            <a:lnRef idx="1">
              <a:schemeClr val="accent1"/>
            </a:lnRef>
            <a:fillRef idx="0">
              <a:schemeClr val="accent1"/>
            </a:fillRef>
            <a:effectRef idx="0">
              <a:schemeClr val="accent1"/>
            </a:effectRef>
            <a:fontRef idx="minor">
              <a:schemeClr val="tx1"/>
            </a:fontRef>
          </p:style>
        </p:cxnSp>
      </p:grpSp>
      <p:sp>
        <p:nvSpPr>
          <p:cNvPr id="92" name="Rectangle 91"/>
          <p:cNvSpPr/>
          <p:nvPr/>
        </p:nvSpPr>
        <p:spPr>
          <a:xfrm>
            <a:off x="1171932" y="4669389"/>
            <a:ext cx="575799" cy="276999"/>
          </a:xfrm>
          <a:prstGeom prst="rect">
            <a:avLst/>
          </a:prstGeom>
        </p:spPr>
        <p:txBody>
          <a:bodyPr wrap="none">
            <a:spAutoFit/>
          </a:bodyPr>
          <a:lstStyle/>
          <a:p>
            <a:r>
              <a:rPr lang="en-US" sz="1200" dirty="0" smtClean="0">
                <a:latin typeface="Bahnschrift Light" pitchFamily="34" charset="0"/>
                <a:ea typeface="Arial Unicode MS" pitchFamily="34" charset="-128"/>
                <a:cs typeface="Arial Unicode MS" pitchFamily="34" charset="-128"/>
              </a:rPr>
              <a:t>my(2)</a:t>
            </a:r>
            <a:endParaRPr lang="en-US" sz="1200" dirty="0">
              <a:latin typeface="Bahnschrift Light" pitchFamily="34" charset="0"/>
              <a:ea typeface="Arial Unicode MS" pitchFamily="34" charset="-128"/>
              <a:cs typeface="Arial Unicode MS" pitchFamily="34" charset="-128"/>
            </a:endParaRPr>
          </a:p>
        </p:txBody>
      </p:sp>
      <p:sp>
        <p:nvSpPr>
          <p:cNvPr id="93" name="Rectangle 92"/>
          <p:cNvSpPr/>
          <p:nvPr/>
        </p:nvSpPr>
        <p:spPr>
          <a:xfrm>
            <a:off x="1818847" y="4687114"/>
            <a:ext cx="779381" cy="276999"/>
          </a:xfrm>
          <a:prstGeom prst="rect">
            <a:avLst/>
          </a:prstGeom>
        </p:spPr>
        <p:txBody>
          <a:bodyPr wrap="none">
            <a:spAutoFit/>
          </a:bodyPr>
          <a:lstStyle/>
          <a:p>
            <a:r>
              <a:rPr lang="en-US" sz="1200" dirty="0" smtClean="0">
                <a:latin typeface="Bahnschrift Light" pitchFamily="34" charset="0"/>
                <a:ea typeface="Arial Unicode MS" pitchFamily="34" charset="-128"/>
                <a:cs typeface="Arial Unicode MS" pitchFamily="34" charset="-128"/>
              </a:rPr>
              <a:t>Nitish(4)</a:t>
            </a:r>
            <a:endParaRPr lang="en-US" sz="1200" dirty="0">
              <a:latin typeface="Bahnschrift Light" pitchFamily="34" charset="0"/>
              <a:ea typeface="Arial Unicode MS" pitchFamily="34" charset="-128"/>
              <a:cs typeface="Arial Unicode MS" pitchFamily="34" charset="-128"/>
            </a:endParaRPr>
          </a:p>
        </p:txBody>
      </p:sp>
      <p:sp>
        <p:nvSpPr>
          <p:cNvPr id="94" name="Rectangle 93"/>
          <p:cNvSpPr/>
          <p:nvPr/>
        </p:nvSpPr>
        <p:spPr>
          <a:xfrm>
            <a:off x="3429129" y="4692901"/>
            <a:ext cx="769763" cy="276999"/>
          </a:xfrm>
          <a:prstGeom prst="rect">
            <a:avLst/>
          </a:prstGeom>
        </p:spPr>
        <p:txBody>
          <a:bodyPr wrap="none">
            <a:spAutoFit/>
          </a:bodyPr>
          <a:lstStyle/>
          <a:p>
            <a:r>
              <a:rPr lang="en-US" sz="1200" dirty="0" smtClean="0">
                <a:latin typeface="Bahnschrift Light" pitchFamily="34" charset="0"/>
                <a:ea typeface="Arial Unicode MS" pitchFamily="34" charset="-128"/>
                <a:cs typeface="Arial Unicode MS" pitchFamily="34" charset="-128"/>
              </a:rPr>
              <a:t>Nitish(6)</a:t>
            </a:r>
            <a:endParaRPr lang="en-US" sz="1200" dirty="0">
              <a:latin typeface="Bahnschrift Light" pitchFamily="34" charset="0"/>
              <a:ea typeface="Arial Unicode MS" pitchFamily="34" charset="-128"/>
              <a:cs typeface="Arial Unicode MS" pitchFamily="34" charset="-128"/>
            </a:endParaRPr>
          </a:p>
        </p:txBody>
      </p:sp>
      <p:sp>
        <p:nvSpPr>
          <p:cNvPr id="95" name="Rectangle 94"/>
          <p:cNvSpPr/>
          <p:nvPr/>
        </p:nvSpPr>
        <p:spPr>
          <a:xfrm>
            <a:off x="2695123" y="4681455"/>
            <a:ext cx="489236" cy="276999"/>
          </a:xfrm>
          <a:prstGeom prst="rect">
            <a:avLst/>
          </a:prstGeom>
        </p:spPr>
        <p:txBody>
          <a:bodyPr wrap="none">
            <a:spAutoFit/>
          </a:bodyPr>
          <a:lstStyle/>
          <a:p>
            <a:r>
              <a:rPr lang="en-US" sz="1200" dirty="0" smtClean="0">
                <a:latin typeface="Bahnschrift Light" pitchFamily="34" charset="0"/>
                <a:ea typeface="Arial Unicode MS" pitchFamily="34" charset="-128"/>
                <a:cs typeface="Arial Unicode MS" pitchFamily="34" charset="-128"/>
              </a:rPr>
              <a:t>is(2)</a:t>
            </a:r>
            <a:endParaRPr lang="en-US" sz="1200" dirty="0">
              <a:latin typeface="Bahnschrift Light" pitchFamily="34" charset="0"/>
              <a:ea typeface="Arial Unicode MS" pitchFamily="34" charset="-128"/>
              <a:cs typeface="Arial Unicode MS" pitchFamily="34" charset="-128"/>
            </a:endParaRPr>
          </a:p>
        </p:txBody>
      </p:sp>
      <p:grpSp>
        <p:nvGrpSpPr>
          <p:cNvPr id="106" name="Group 105"/>
          <p:cNvGrpSpPr/>
          <p:nvPr/>
        </p:nvGrpSpPr>
        <p:grpSpPr>
          <a:xfrm>
            <a:off x="1459832" y="4179242"/>
            <a:ext cx="2127795" cy="513659"/>
            <a:chOff x="1459832" y="4179242"/>
            <a:chExt cx="2127795" cy="513659"/>
          </a:xfrm>
        </p:grpSpPr>
        <p:cxnSp>
          <p:nvCxnSpPr>
            <p:cNvPr id="97" name="Straight Connector 96"/>
            <p:cNvCxnSpPr>
              <a:endCxn id="92" idx="0"/>
            </p:cNvCxnSpPr>
            <p:nvPr/>
          </p:nvCxnSpPr>
          <p:spPr>
            <a:xfrm flipH="1">
              <a:off x="1459832" y="4185029"/>
              <a:ext cx="287899" cy="484360"/>
            </a:xfrm>
            <a:prstGeom prst="line">
              <a:avLst/>
            </a:prstGeom>
          </p:spPr>
          <p:style>
            <a:lnRef idx="1">
              <a:schemeClr val="accent1"/>
            </a:lnRef>
            <a:fillRef idx="0">
              <a:schemeClr val="accent1"/>
            </a:fillRef>
            <a:effectRef idx="0">
              <a:schemeClr val="accent1"/>
            </a:effectRef>
            <a:fontRef idx="minor">
              <a:schemeClr val="tx1"/>
            </a:fontRef>
          </p:style>
        </p:cxnSp>
        <p:cxnSp>
          <p:nvCxnSpPr>
            <p:cNvPr id="98" name="Straight Connector 97"/>
            <p:cNvCxnSpPr>
              <a:endCxn id="93" idx="0"/>
            </p:cNvCxnSpPr>
            <p:nvPr/>
          </p:nvCxnSpPr>
          <p:spPr>
            <a:xfrm>
              <a:off x="1747731" y="4185028"/>
              <a:ext cx="460807" cy="502086"/>
            </a:xfrm>
            <a:prstGeom prst="line">
              <a:avLst/>
            </a:prstGeom>
          </p:spPr>
          <p:style>
            <a:lnRef idx="1">
              <a:schemeClr val="accent1"/>
            </a:lnRef>
            <a:fillRef idx="0">
              <a:schemeClr val="accent1"/>
            </a:fillRef>
            <a:effectRef idx="0">
              <a:schemeClr val="accent1"/>
            </a:effectRef>
            <a:fontRef idx="minor">
              <a:schemeClr val="tx1"/>
            </a:fontRef>
          </p:style>
        </p:cxnSp>
        <p:cxnSp>
          <p:nvCxnSpPr>
            <p:cNvPr id="101" name="Straight Connector 100"/>
            <p:cNvCxnSpPr/>
            <p:nvPr/>
          </p:nvCxnSpPr>
          <p:spPr>
            <a:xfrm>
              <a:off x="1747731" y="4185029"/>
              <a:ext cx="1005503" cy="507872"/>
            </a:xfrm>
            <a:prstGeom prst="line">
              <a:avLst/>
            </a:prstGeom>
          </p:spPr>
          <p:style>
            <a:lnRef idx="1">
              <a:schemeClr val="accent1"/>
            </a:lnRef>
            <a:fillRef idx="0">
              <a:schemeClr val="accent1"/>
            </a:fillRef>
            <a:effectRef idx="0">
              <a:schemeClr val="accent1"/>
            </a:effectRef>
            <a:fontRef idx="minor">
              <a:schemeClr val="tx1"/>
            </a:fontRef>
          </p:style>
        </p:cxnSp>
        <p:cxnSp>
          <p:nvCxnSpPr>
            <p:cNvPr id="104" name="Straight Connector 103"/>
            <p:cNvCxnSpPr/>
            <p:nvPr/>
          </p:nvCxnSpPr>
          <p:spPr>
            <a:xfrm>
              <a:off x="1700748" y="4179242"/>
              <a:ext cx="1886879" cy="507872"/>
            </a:xfrm>
            <a:prstGeom prst="line">
              <a:avLst/>
            </a:prstGeom>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1835771719"/>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9A00AC01-0D1B-4670-B29D-784BF9417E63}"/>
            </a:ext>
          </a:extLst>
        </p:cNvPr>
        <p:cNvGrpSpPr/>
        <p:nvPr/>
      </p:nvGrpSpPr>
      <p:grpSpPr>
        <a:xfrm>
          <a:off x="0" y="0"/>
          <a:ext cx="0" cy="0"/>
          <a:chOff x="0" y="0"/>
          <a:chExt cx="0" cy="0"/>
        </a:xfrm>
      </p:grpSpPr>
      <p:sp>
        <p:nvSpPr>
          <p:cNvPr id="6" name="Rectangle 5">
            <a:extLst>
              <a:ext uri="{FF2B5EF4-FFF2-40B4-BE49-F238E27FC236}">
                <a16:creationId xmlns:a16="http://schemas.microsoft.com/office/drawing/2014/main" xmlns="" id="{F42AC56F-B988-068F-5073-41D324EA661F}"/>
              </a:ext>
            </a:extLst>
          </p:cNvPr>
          <p:cNvSpPr/>
          <p:nvPr/>
        </p:nvSpPr>
        <p:spPr>
          <a:xfrm>
            <a:off x="0" y="0"/>
            <a:ext cx="1126638" cy="6858000"/>
          </a:xfrm>
          <a:prstGeom prst="rect">
            <a:avLst/>
          </a:prstGeom>
          <a:solidFill>
            <a:srgbClr val="D7C055"/>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 name="Rectangle 6">
            <a:extLst>
              <a:ext uri="{FF2B5EF4-FFF2-40B4-BE49-F238E27FC236}">
                <a16:creationId xmlns:a16="http://schemas.microsoft.com/office/drawing/2014/main" xmlns="" id="{1C7ED88D-99A7-E7D0-D563-319B47D0A7A8}"/>
              </a:ext>
            </a:extLst>
          </p:cNvPr>
          <p:cNvSpPr/>
          <p:nvPr/>
        </p:nvSpPr>
        <p:spPr>
          <a:xfrm>
            <a:off x="565288" y="-1"/>
            <a:ext cx="549447" cy="6858000"/>
          </a:xfrm>
          <a:prstGeom prst="rect">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8" name="TextBox 7">
            <a:extLst>
              <a:ext uri="{FF2B5EF4-FFF2-40B4-BE49-F238E27FC236}">
                <a16:creationId xmlns:a16="http://schemas.microsoft.com/office/drawing/2014/main" xmlns="" id="{86D9703F-8E7B-39E7-D187-C45F9BE29396}"/>
              </a:ext>
            </a:extLst>
          </p:cNvPr>
          <p:cNvSpPr txBox="1"/>
          <p:nvPr/>
        </p:nvSpPr>
        <p:spPr>
          <a:xfrm>
            <a:off x="601006" y="42717"/>
            <a:ext cx="442291" cy="707886"/>
          </a:xfrm>
          <a:prstGeom prst="rect">
            <a:avLst/>
          </a:prstGeom>
          <a:noFill/>
        </p:spPr>
        <p:txBody>
          <a:bodyPr wrap="square" rtlCol="0">
            <a:spAutoFit/>
          </a:bodyPr>
          <a:lstStyle/>
          <a:p>
            <a:r>
              <a:rPr lang="el-GR" sz="4000">
                <a:solidFill>
                  <a:srgbClr val="D7C055"/>
                </a:solidFill>
              </a:rPr>
              <a:t>π</a:t>
            </a:r>
            <a:endParaRPr lang="en-US" sz="4000" dirty="0">
              <a:solidFill>
                <a:srgbClr val="D7C055"/>
              </a:solidFill>
            </a:endParaRPr>
          </a:p>
        </p:txBody>
      </p:sp>
      <p:sp>
        <p:nvSpPr>
          <p:cNvPr id="4" name="Footer Placeholder 3">
            <a:extLst>
              <a:ext uri="{FF2B5EF4-FFF2-40B4-BE49-F238E27FC236}">
                <a16:creationId xmlns:a16="http://schemas.microsoft.com/office/drawing/2014/main" xmlns="" id="{CF61D508-5ADB-85A0-C55A-A34AD3B36759}"/>
              </a:ext>
            </a:extLst>
          </p:cNvPr>
          <p:cNvSpPr>
            <a:spLocks noGrp="1"/>
          </p:cNvSpPr>
          <p:nvPr>
            <p:ph type="ftr" sz="quarter" idx="11"/>
          </p:nvPr>
        </p:nvSpPr>
        <p:spPr>
          <a:xfrm>
            <a:off x="4038600" y="6356349"/>
            <a:ext cx="4114800" cy="365125"/>
          </a:xfrm>
        </p:spPr>
        <p:txBody>
          <a:bodyPr/>
          <a:lstStyle/>
          <a:p>
            <a:r>
              <a:rPr lang="en-US" dirty="0"/>
              <a:t>Navigating the Future of Learning </a:t>
            </a:r>
          </a:p>
        </p:txBody>
      </p:sp>
      <p:grpSp>
        <p:nvGrpSpPr>
          <p:cNvPr id="5" name="Group 4"/>
          <p:cNvGrpSpPr/>
          <p:nvPr/>
        </p:nvGrpSpPr>
        <p:grpSpPr>
          <a:xfrm>
            <a:off x="2085473" y="618451"/>
            <a:ext cx="9320464" cy="4032145"/>
            <a:chOff x="2085473" y="618451"/>
            <a:chExt cx="9320464" cy="4032145"/>
          </a:xfrm>
        </p:grpSpPr>
        <p:sp>
          <p:nvSpPr>
            <p:cNvPr id="2" name="Rectangle 1"/>
            <p:cNvSpPr/>
            <p:nvPr/>
          </p:nvSpPr>
          <p:spPr>
            <a:xfrm>
              <a:off x="2085473" y="618451"/>
              <a:ext cx="9320464" cy="4031873"/>
            </a:xfrm>
            <a:prstGeom prst="rect">
              <a:avLst/>
            </a:prstGeom>
            <a:solidFill>
              <a:schemeClr val="tx1">
                <a:lumMod val="85000"/>
                <a:lumOff val="15000"/>
              </a:schemeClr>
            </a:solidFill>
            <a:ln>
              <a:solidFill>
                <a:srgbClr val="00B0F0"/>
              </a:solidFill>
            </a:ln>
          </p:spPr>
          <p:txBody>
            <a:bodyPr wrap="square">
              <a:spAutoFit/>
            </a:bodyPr>
            <a:lstStyle/>
            <a:p>
              <a:r>
                <a:rPr lang="en-US" sz="1600" dirty="0" smtClean="0">
                  <a:solidFill>
                    <a:srgbClr val="FF0066"/>
                  </a:solidFill>
                </a:rPr>
                <a:t>from</a:t>
              </a:r>
              <a:r>
                <a:rPr lang="en-US" sz="1600" dirty="0" smtClean="0"/>
                <a:t> </a:t>
              </a:r>
              <a:r>
                <a:rPr lang="en-US" sz="1600" dirty="0" smtClean="0">
                  <a:solidFill>
                    <a:srgbClr val="00CC99"/>
                  </a:solidFill>
                </a:rPr>
                <a:t>langchain.text_splitter </a:t>
              </a:r>
              <a:r>
                <a:rPr lang="en-US" sz="1600" dirty="0" smtClean="0">
                  <a:solidFill>
                    <a:srgbClr val="FF0066"/>
                  </a:solidFill>
                </a:rPr>
                <a:t>import</a:t>
              </a:r>
              <a:r>
                <a:rPr lang="en-US" sz="1600" dirty="0" smtClean="0"/>
                <a:t> </a:t>
              </a:r>
              <a:r>
                <a:rPr lang="en-US" sz="1600" dirty="0" smtClean="0">
                  <a:solidFill>
                    <a:srgbClr val="00CC99"/>
                  </a:solidFill>
                </a:rPr>
                <a:t>RecursiveCharacterTextSplitter</a:t>
              </a:r>
            </a:p>
            <a:p>
              <a:r>
                <a:rPr lang="en-US" sz="1600" dirty="0" smtClean="0"/>
                <a:t/>
              </a:r>
              <a:br>
                <a:rPr lang="en-US" sz="1600" dirty="0" smtClean="0"/>
              </a:br>
              <a:r>
                <a:rPr lang="en-US" sz="1600" dirty="0" smtClean="0">
                  <a:solidFill>
                    <a:srgbClr val="15C2FF"/>
                  </a:solidFill>
                </a:rPr>
                <a:t>text</a:t>
              </a:r>
              <a:r>
                <a:rPr lang="en-US" sz="1600" dirty="0" smtClean="0"/>
                <a:t> </a:t>
              </a:r>
              <a:r>
                <a:rPr lang="en-US" sz="1600" dirty="0" smtClean="0">
                  <a:solidFill>
                    <a:srgbClr val="CC3300"/>
                  </a:solidFill>
                </a:rPr>
                <a:t>= """</a:t>
              </a:r>
            </a:p>
            <a:p>
              <a:r>
                <a:rPr lang="en-US" sz="1600" dirty="0" smtClean="0">
                  <a:solidFill>
                    <a:srgbClr val="CC3300"/>
                  </a:solidFill>
                </a:rPr>
                <a:t>Space exploration has led to incredible scientific discoveries. From landing on the Moon to exploring Mars, humanity continues to push the boundaries of what’s possible beyond our planet.</a:t>
              </a:r>
            </a:p>
            <a:p>
              <a:r>
                <a:rPr lang="en-US" sz="1600" dirty="0" smtClean="0">
                  <a:solidFill>
                    <a:srgbClr val="CC3300"/>
                  </a:solidFill>
                </a:rPr>
                <a:t/>
              </a:r>
              <a:br>
                <a:rPr lang="en-US" sz="1600" dirty="0" smtClean="0">
                  <a:solidFill>
                    <a:srgbClr val="CC3300"/>
                  </a:solidFill>
                </a:rPr>
              </a:br>
              <a:r>
                <a:rPr lang="en-US" sz="1600" dirty="0" smtClean="0">
                  <a:solidFill>
                    <a:srgbClr val="CC3300"/>
                  </a:solidFill>
                </a:rPr>
                <a:t>These missions have not only expanded our knowledge of the universe but have also contributed to advancements in technology here on Earth. Satellite communications, GPS, and even certain medical imaging techniques trace their roots back to innovations driven by space programs.</a:t>
              </a:r>
            </a:p>
            <a:p>
              <a:r>
                <a:rPr lang="en-US" sz="1600" dirty="0" smtClean="0">
                  <a:solidFill>
                    <a:srgbClr val="CC3300"/>
                  </a:solidFill>
                </a:rPr>
                <a:t>"""</a:t>
              </a:r>
            </a:p>
            <a:p>
              <a:r>
                <a:rPr lang="en-US" sz="1600" dirty="0" smtClean="0">
                  <a:solidFill>
                    <a:srgbClr val="15C2FF"/>
                  </a:solidFill>
                </a:rPr>
                <a:t>splitter</a:t>
              </a:r>
              <a:r>
                <a:rPr lang="en-US" sz="1600" dirty="0" smtClean="0"/>
                <a:t>=</a:t>
              </a:r>
              <a:r>
                <a:rPr lang="en-US" sz="1600" dirty="0" smtClean="0">
                  <a:solidFill>
                    <a:srgbClr val="00CC99"/>
                  </a:solidFill>
                </a:rPr>
                <a:t>RecursiveCharacterTextSplitter</a:t>
              </a:r>
              <a:r>
                <a:rPr lang="en-US" sz="1600" dirty="0" smtClean="0">
                  <a:solidFill>
                    <a:schemeClr val="bg1"/>
                  </a:solidFill>
                </a:rPr>
                <a:t>(</a:t>
              </a:r>
            </a:p>
            <a:p>
              <a:r>
                <a:rPr lang="en-US" sz="1600" dirty="0" smtClean="0"/>
                <a:t>    </a:t>
              </a:r>
              <a:r>
                <a:rPr lang="en-US" sz="1600" dirty="0" smtClean="0">
                  <a:solidFill>
                    <a:srgbClr val="15C2FF"/>
                  </a:solidFill>
                </a:rPr>
                <a:t>chunk_size</a:t>
              </a:r>
              <a:r>
                <a:rPr lang="en-US" sz="1600" dirty="0" smtClean="0">
                  <a:solidFill>
                    <a:schemeClr val="bg1"/>
                  </a:solidFill>
                </a:rPr>
                <a:t>=</a:t>
              </a:r>
              <a:r>
                <a:rPr lang="en-US" sz="1600" dirty="0" smtClean="0">
                  <a:solidFill>
                    <a:srgbClr val="0066FF"/>
                  </a:solidFill>
                </a:rPr>
                <a:t>300,</a:t>
              </a:r>
            </a:p>
            <a:p>
              <a:r>
                <a:rPr lang="en-US" sz="1600" dirty="0" smtClean="0"/>
                <a:t>    </a:t>
              </a:r>
              <a:r>
                <a:rPr lang="en-US" sz="1600" dirty="0" smtClean="0">
                  <a:solidFill>
                    <a:srgbClr val="15C2FF"/>
                  </a:solidFill>
                </a:rPr>
                <a:t>chunk_overlap</a:t>
              </a:r>
              <a:r>
                <a:rPr lang="en-US" sz="1600" dirty="0" smtClean="0">
                  <a:solidFill>
                    <a:schemeClr val="bg1"/>
                  </a:solidFill>
                </a:rPr>
                <a:t>=</a:t>
              </a:r>
              <a:r>
                <a:rPr lang="en-US" sz="1600" dirty="0" smtClean="0">
                  <a:solidFill>
                    <a:srgbClr val="0066FF"/>
                  </a:solidFill>
                </a:rPr>
                <a:t>0</a:t>
              </a:r>
            </a:p>
            <a:p>
              <a:r>
                <a:rPr lang="en-US" sz="1600" dirty="0" smtClean="0">
                  <a:solidFill>
                    <a:schemeClr val="bg1"/>
                  </a:solidFill>
                </a:rPr>
                <a:t>)</a:t>
              </a:r>
            </a:p>
            <a:p>
              <a:r>
                <a:rPr lang="en-US" sz="1600" dirty="0" smtClean="0">
                  <a:solidFill>
                    <a:srgbClr val="15C2FF"/>
                  </a:solidFill>
                </a:rPr>
                <a:t>result</a:t>
              </a:r>
              <a:r>
                <a:rPr lang="en-US" sz="1600" dirty="0" smtClean="0">
                  <a:solidFill>
                    <a:schemeClr val="bg1"/>
                  </a:solidFill>
                </a:rPr>
                <a:t>=</a:t>
              </a:r>
              <a:r>
                <a:rPr lang="en-US" sz="1600" dirty="0" smtClean="0">
                  <a:solidFill>
                    <a:srgbClr val="15C2FF"/>
                  </a:solidFill>
                </a:rPr>
                <a:t>splitter.</a:t>
              </a:r>
              <a:r>
                <a:rPr lang="en-US" sz="1600" dirty="0" smtClean="0">
                  <a:solidFill>
                    <a:schemeClr val="accent4">
                      <a:lumMod val="50000"/>
                    </a:schemeClr>
                  </a:solidFill>
                </a:rPr>
                <a:t>split_text</a:t>
              </a:r>
              <a:r>
                <a:rPr lang="en-US" sz="1600" dirty="0" smtClean="0">
                  <a:solidFill>
                    <a:schemeClr val="bg1"/>
                  </a:solidFill>
                </a:rPr>
                <a:t>(</a:t>
              </a:r>
              <a:r>
                <a:rPr lang="en-US" sz="1600" dirty="0" smtClean="0">
                  <a:solidFill>
                    <a:srgbClr val="15C2FF"/>
                  </a:solidFill>
                </a:rPr>
                <a:t>text</a:t>
              </a:r>
              <a:r>
                <a:rPr lang="en-US" sz="1600" dirty="0" smtClean="0"/>
                <a:t>=</a:t>
              </a:r>
              <a:r>
                <a:rPr lang="en-US" sz="1600" dirty="0" smtClean="0">
                  <a:solidFill>
                    <a:srgbClr val="15C2FF"/>
                  </a:solidFill>
                </a:rPr>
                <a:t>text</a:t>
              </a:r>
              <a:r>
                <a:rPr lang="en-US" sz="1600" dirty="0" smtClean="0">
                  <a:solidFill>
                    <a:schemeClr val="bg1"/>
                  </a:solidFill>
                </a:rPr>
                <a:t>)</a:t>
              </a:r>
            </a:p>
            <a:p>
              <a:r>
                <a:rPr lang="en-US" sz="1600" dirty="0" smtClean="0">
                  <a:solidFill>
                    <a:schemeClr val="accent4">
                      <a:lumMod val="50000"/>
                    </a:schemeClr>
                  </a:solidFill>
                </a:rPr>
                <a:t>print</a:t>
              </a:r>
              <a:r>
                <a:rPr lang="en-US" sz="1600" dirty="0" smtClean="0">
                  <a:solidFill>
                    <a:schemeClr val="bg1"/>
                  </a:solidFill>
                </a:rPr>
                <a:t>(</a:t>
              </a:r>
              <a:r>
                <a:rPr lang="en-US" sz="1600" dirty="0" smtClean="0">
                  <a:solidFill>
                    <a:srgbClr val="15C2FF"/>
                  </a:solidFill>
                </a:rPr>
                <a:t>result</a:t>
              </a:r>
              <a:r>
                <a:rPr lang="en-US" sz="1600" dirty="0" smtClean="0">
                  <a:solidFill>
                    <a:schemeClr val="bg1"/>
                  </a:solidFill>
                </a:rPr>
                <a:t>)</a:t>
              </a:r>
              <a:endParaRPr lang="en-US" dirty="0">
                <a:solidFill>
                  <a:schemeClr val="bg1"/>
                </a:solidFill>
              </a:endParaRPr>
            </a:p>
          </p:txBody>
        </p:sp>
        <p:sp>
          <p:nvSpPr>
            <p:cNvPr id="3" name="Rectangle 2"/>
            <p:cNvSpPr/>
            <p:nvPr/>
          </p:nvSpPr>
          <p:spPr>
            <a:xfrm>
              <a:off x="8372734" y="4312042"/>
              <a:ext cx="3033203" cy="338554"/>
            </a:xfrm>
            <a:prstGeom prst="rect">
              <a:avLst/>
            </a:prstGeom>
            <a:solidFill>
              <a:srgbClr val="000000"/>
            </a:solidFill>
            <a:ln>
              <a:solidFill>
                <a:srgbClr val="00B0F0"/>
              </a:solidFill>
            </a:ln>
          </p:spPr>
          <p:txBody>
            <a:bodyPr wrap="none">
              <a:spAutoFit/>
            </a:bodyPr>
            <a:lstStyle/>
            <a:p>
              <a:r>
                <a:rPr lang="en-US" sz="1600" dirty="0">
                  <a:solidFill>
                    <a:schemeClr val="bg1"/>
                  </a:solidFill>
                  <a:latin typeface="Arial Unicode MS" pitchFamily="34" charset="-128"/>
                  <a:ea typeface="Arial Unicode MS" pitchFamily="34" charset="-128"/>
                  <a:cs typeface="Arial Unicode MS" pitchFamily="34" charset="-128"/>
                </a:rPr>
                <a:t>RecursiveCharacterTextSplitter</a:t>
              </a:r>
              <a:endParaRPr lang="en-IN" sz="1600" dirty="0">
                <a:solidFill>
                  <a:schemeClr val="bg1"/>
                </a:solidFill>
                <a:latin typeface="Arial Unicode MS" pitchFamily="34" charset="-128"/>
                <a:ea typeface="Arial Unicode MS" pitchFamily="34" charset="-128"/>
                <a:cs typeface="Arial Unicode MS" pitchFamily="34" charset="-128"/>
              </a:endParaRPr>
            </a:p>
          </p:txBody>
        </p:sp>
      </p:grpSp>
    </p:spTree>
    <p:extLst>
      <p:ext uri="{BB962C8B-B14F-4D97-AF65-F5344CB8AC3E}">
        <p14:creationId xmlns:p14="http://schemas.microsoft.com/office/powerpoint/2010/main" val="2362877749"/>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9A00AC01-0D1B-4670-B29D-784BF9417E63}"/>
            </a:ext>
          </a:extLst>
        </p:cNvPr>
        <p:cNvGrpSpPr/>
        <p:nvPr/>
      </p:nvGrpSpPr>
      <p:grpSpPr>
        <a:xfrm>
          <a:off x="0" y="0"/>
          <a:ext cx="0" cy="0"/>
          <a:chOff x="0" y="0"/>
          <a:chExt cx="0" cy="0"/>
        </a:xfrm>
      </p:grpSpPr>
      <p:sp>
        <p:nvSpPr>
          <p:cNvPr id="6" name="Rectangle 5">
            <a:extLst>
              <a:ext uri="{FF2B5EF4-FFF2-40B4-BE49-F238E27FC236}">
                <a16:creationId xmlns:a16="http://schemas.microsoft.com/office/drawing/2014/main" xmlns="" id="{F42AC56F-B988-068F-5073-41D324EA661F}"/>
              </a:ext>
            </a:extLst>
          </p:cNvPr>
          <p:cNvSpPr/>
          <p:nvPr/>
        </p:nvSpPr>
        <p:spPr>
          <a:xfrm>
            <a:off x="0" y="0"/>
            <a:ext cx="1126638" cy="6858000"/>
          </a:xfrm>
          <a:prstGeom prst="rect">
            <a:avLst/>
          </a:prstGeom>
          <a:solidFill>
            <a:srgbClr val="D7C055"/>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 name="Rectangle 6">
            <a:extLst>
              <a:ext uri="{FF2B5EF4-FFF2-40B4-BE49-F238E27FC236}">
                <a16:creationId xmlns:a16="http://schemas.microsoft.com/office/drawing/2014/main" xmlns="" id="{1C7ED88D-99A7-E7D0-D563-319B47D0A7A8}"/>
              </a:ext>
            </a:extLst>
          </p:cNvPr>
          <p:cNvSpPr/>
          <p:nvPr/>
        </p:nvSpPr>
        <p:spPr>
          <a:xfrm>
            <a:off x="565288" y="-1"/>
            <a:ext cx="549447" cy="6858000"/>
          </a:xfrm>
          <a:prstGeom prst="rect">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8" name="TextBox 7">
            <a:extLst>
              <a:ext uri="{FF2B5EF4-FFF2-40B4-BE49-F238E27FC236}">
                <a16:creationId xmlns:a16="http://schemas.microsoft.com/office/drawing/2014/main" xmlns="" id="{86D9703F-8E7B-39E7-D187-C45F9BE29396}"/>
              </a:ext>
            </a:extLst>
          </p:cNvPr>
          <p:cNvSpPr txBox="1"/>
          <p:nvPr/>
        </p:nvSpPr>
        <p:spPr>
          <a:xfrm>
            <a:off x="601006" y="42717"/>
            <a:ext cx="442291" cy="707886"/>
          </a:xfrm>
          <a:prstGeom prst="rect">
            <a:avLst/>
          </a:prstGeom>
          <a:noFill/>
        </p:spPr>
        <p:txBody>
          <a:bodyPr wrap="square" rtlCol="0">
            <a:spAutoFit/>
          </a:bodyPr>
          <a:lstStyle/>
          <a:p>
            <a:r>
              <a:rPr lang="el-GR" sz="4000">
                <a:solidFill>
                  <a:srgbClr val="D7C055"/>
                </a:solidFill>
              </a:rPr>
              <a:t>π</a:t>
            </a:r>
            <a:endParaRPr lang="en-US" sz="4000" dirty="0">
              <a:solidFill>
                <a:srgbClr val="D7C055"/>
              </a:solidFill>
            </a:endParaRPr>
          </a:p>
        </p:txBody>
      </p:sp>
      <p:sp>
        <p:nvSpPr>
          <p:cNvPr id="4" name="Footer Placeholder 3">
            <a:extLst>
              <a:ext uri="{FF2B5EF4-FFF2-40B4-BE49-F238E27FC236}">
                <a16:creationId xmlns:a16="http://schemas.microsoft.com/office/drawing/2014/main" xmlns="" id="{CF61D508-5ADB-85A0-C55A-A34AD3B36759}"/>
              </a:ext>
            </a:extLst>
          </p:cNvPr>
          <p:cNvSpPr>
            <a:spLocks noGrp="1"/>
          </p:cNvSpPr>
          <p:nvPr>
            <p:ph type="ftr" sz="quarter" idx="11"/>
          </p:nvPr>
        </p:nvSpPr>
        <p:spPr>
          <a:xfrm>
            <a:off x="4038600" y="6356349"/>
            <a:ext cx="4114800" cy="365125"/>
          </a:xfrm>
        </p:spPr>
        <p:txBody>
          <a:bodyPr/>
          <a:lstStyle/>
          <a:p>
            <a:r>
              <a:rPr lang="en-US" dirty="0"/>
              <a:t>Navigating the Future of Learning </a:t>
            </a:r>
          </a:p>
        </p:txBody>
      </p:sp>
      <p:grpSp>
        <p:nvGrpSpPr>
          <p:cNvPr id="9" name="Group 8"/>
          <p:cNvGrpSpPr/>
          <p:nvPr/>
        </p:nvGrpSpPr>
        <p:grpSpPr>
          <a:xfrm>
            <a:off x="1449630" y="346753"/>
            <a:ext cx="3339119" cy="461665"/>
            <a:chOff x="1449630" y="346753"/>
            <a:chExt cx="3339119" cy="461665"/>
          </a:xfrm>
        </p:grpSpPr>
        <p:sp>
          <p:nvSpPr>
            <p:cNvPr id="10" name="Rectangle 9"/>
            <p:cNvSpPr/>
            <p:nvPr/>
          </p:nvSpPr>
          <p:spPr>
            <a:xfrm>
              <a:off x="1449630" y="346753"/>
              <a:ext cx="3334246" cy="461665"/>
            </a:xfrm>
            <a:prstGeom prst="rect">
              <a:avLst/>
            </a:prstGeom>
          </p:spPr>
          <p:txBody>
            <a:bodyPr wrap="none">
              <a:spAutoFit/>
            </a:bodyPr>
            <a:lstStyle/>
            <a:p>
              <a:r>
                <a:rPr lang="en-IN" sz="2400" dirty="0" smtClean="0"/>
                <a:t>Python Code Text </a:t>
              </a:r>
              <a:r>
                <a:rPr lang="en-IN" sz="2400" dirty="0"/>
                <a:t>Splitter</a:t>
              </a:r>
            </a:p>
          </p:txBody>
        </p:sp>
        <p:cxnSp>
          <p:nvCxnSpPr>
            <p:cNvPr id="11" name="Straight Connector 10"/>
            <p:cNvCxnSpPr/>
            <p:nvPr/>
          </p:nvCxnSpPr>
          <p:spPr>
            <a:xfrm>
              <a:off x="1449630" y="808418"/>
              <a:ext cx="3339119" cy="0"/>
            </a:xfrm>
            <a:prstGeom prst="line">
              <a:avLst/>
            </a:prstGeom>
          </p:spPr>
          <p:style>
            <a:lnRef idx="1">
              <a:schemeClr val="accent1"/>
            </a:lnRef>
            <a:fillRef idx="0">
              <a:schemeClr val="accent1"/>
            </a:fillRef>
            <a:effectRef idx="0">
              <a:schemeClr val="accent1"/>
            </a:effectRef>
            <a:fontRef idx="minor">
              <a:schemeClr val="tx1"/>
            </a:fontRef>
          </p:style>
        </p:cxnSp>
      </p:grpSp>
      <p:grpSp>
        <p:nvGrpSpPr>
          <p:cNvPr id="5" name="Group 4"/>
          <p:cNvGrpSpPr/>
          <p:nvPr/>
        </p:nvGrpSpPr>
        <p:grpSpPr>
          <a:xfrm>
            <a:off x="1953127" y="941395"/>
            <a:ext cx="9320462" cy="5632311"/>
            <a:chOff x="1953127" y="941395"/>
            <a:chExt cx="9320462" cy="5632311"/>
          </a:xfrm>
        </p:grpSpPr>
        <p:sp>
          <p:nvSpPr>
            <p:cNvPr id="2" name="Rectangle 1"/>
            <p:cNvSpPr/>
            <p:nvPr/>
          </p:nvSpPr>
          <p:spPr>
            <a:xfrm>
              <a:off x="1953127" y="941395"/>
              <a:ext cx="9320462" cy="5632311"/>
            </a:xfrm>
            <a:prstGeom prst="rect">
              <a:avLst/>
            </a:prstGeom>
            <a:solidFill>
              <a:schemeClr val="tx1">
                <a:lumMod val="85000"/>
                <a:lumOff val="15000"/>
              </a:schemeClr>
            </a:solidFill>
          </p:spPr>
          <p:txBody>
            <a:bodyPr wrap="square">
              <a:spAutoFit/>
            </a:bodyPr>
            <a:lstStyle/>
            <a:p>
              <a:r>
                <a:rPr lang="en-IN" sz="1400" dirty="0">
                  <a:solidFill>
                    <a:srgbClr val="FF0066"/>
                  </a:solidFill>
                </a:rPr>
                <a:t>from</a:t>
              </a:r>
              <a:r>
                <a:rPr lang="en-IN" sz="1400" dirty="0"/>
                <a:t> </a:t>
              </a:r>
              <a:r>
                <a:rPr lang="en-IN" sz="1400" dirty="0">
                  <a:solidFill>
                    <a:srgbClr val="00CC99"/>
                  </a:solidFill>
                </a:rPr>
                <a:t>langchain.text_splitter</a:t>
              </a:r>
              <a:r>
                <a:rPr lang="en-IN" sz="1400" dirty="0"/>
                <a:t> </a:t>
              </a:r>
              <a:r>
                <a:rPr lang="en-IN" sz="1400" dirty="0">
                  <a:solidFill>
                    <a:srgbClr val="FF0066"/>
                  </a:solidFill>
                </a:rPr>
                <a:t>import </a:t>
              </a:r>
              <a:r>
                <a:rPr lang="en-IN" sz="1400" dirty="0">
                  <a:solidFill>
                    <a:srgbClr val="00CC99"/>
                  </a:solidFill>
                </a:rPr>
                <a:t>RecursiveCharacterTextSplitter,Language</a:t>
              </a:r>
            </a:p>
            <a:p>
              <a:r>
                <a:rPr lang="en-IN" sz="1400" dirty="0"/>
                <a:t/>
              </a:r>
              <a:br>
                <a:rPr lang="en-IN" sz="1400" dirty="0"/>
              </a:br>
              <a:r>
                <a:rPr lang="en-IN" sz="1400" dirty="0">
                  <a:solidFill>
                    <a:srgbClr val="00CC99"/>
                  </a:solidFill>
                </a:rPr>
                <a:t>splitter</a:t>
              </a:r>
              <a:r>
                <a:rPr lang="en-IN" sz="1400" dirty="0"/>
                <a:t>=</a:t>
              </a:r>
              <a:r>
                <a:rPr lang="en-IN" sz="1400" dirty="0">
                  <a:solidFill>
                    <a:srgbClr val="00CC99"/>
                  </a:solidFill>
                </a:rPr>
                <a:t>RecursiveCharacterTextSplitter</a:t>
              </a:r>
              <a:r>
                <a:rPr lang="en-IN" sz="1400" dirty="0">
                  <a:solidFill>
                    <a:schemeClr val="bg1"/>
                  </a:solidFill>
                </a:rPr>
                <a:t>.</a:t>
              </a:r>
              <a:r>
                <a:rPr lang="en-IN" sz="1400" dirty="0">
                  <a:solidFill>
                    <a:schemeClr val="accent4">
                      <a:lumMod val="50000"/>
                    </a:schemeClr>
                  </a:solidFill>
                </a:rPr>
                <a:t>from_language</a:t>
              </a:r>
              <a:r>
                <a:rPr lang="en-IN" sz="1400" dirty="0" smtClean="0">
                  <a:solidFill>
                    <a:schemeClr val="bg1"/>
                  </a:solidFill>
                </a:rPr>
                <a:t>(</a:t>
              </a:r>
              <a:r>
                <a:rPr lang="en-IN" sz="1400" dirty="0">
                  <a:solidFill>
                    <a:schemeClr val="bg1"/>
                  </a:solidFill>
                </a:rPr>
                <a:t>  </a:t>
              </a:r>
              <a:r>
                <a:rPr lang="en-IN" sz="1400" dirty="0">
                  <a:solidFill>
                    <a:srgbClr val="3399FF"/>
                  </a:solidFill>
                </a:rPr>
                <a:t>chunk_size=300</a:t>
              </a:r>
              <a:r>
                <a:rPr lang="en-IN" sz="1400" dirty="0" smtClean="0"/>
                <a:t>,</a:t>
              </a:r>
              <a:r>
                <a:rPr lang="en-IN" sz="1400" dirty="0"/>
                <a:t>   </a:t>
              </a:r>
              <a:r>
                <a:rPr lang="en-IN" sz="1400" dirty="0">
                  <a:solidFill>
                    <a:srgbClr val="3399FF"/>
                  </a:solidFill>
                </a:rPr>
                <a:t> chunk_overlap=0</a:t>
              </a:r>
              <a:r>
                <a:rPr lang="en-IN" sz="1400" dirty="0" smtClean="0"/>
                <a:t>,</a:t>
              </a:r>
              <a:r>
                <a:rPr lang="en-IN" sz="1400" dirty="0"/>
                <a:t>    </a:t>
              </a:r>
              <a:r>
                <a:rPr lang="en-IN" sz="1400" dirty="0" smtClean="0">
                  <a:solidFill>
                    <a:srgbClr val="3399FF"/>
                  </a:solidFill>
                </a:rPr>
                <a:t>language=Language.PYTHON</a:t>
              </a:r>
              <a:r>
                <a:rPr lang="en-IN" sz="1400" dirty="0" smtClean="0">
                  <a:solidFill>
                    <a:schemeClr val="bg1"/>
                  </a:solidFill>
                </a:rPr>
                <a:t>)</a:t>
              </a:r>
              <a:endParaRPr lang="en-IN" sz="1400" dirty="0">
                <a:solidFill>
                  <a:schemeClr val="bg1"/>
                </a:solidFill>
              </a:endParaRPr>
            </a:p>
            <a:p>
              <a:r>
                <a:rPr lang="en-IN" sz="1400" dirty="0"/>
                <a:t/>
              </a:r>
              <a:br>
                <a:rPr lang="en-IN" sz="1400" dirty="0"/>
              </a:br>
              <a:r>
                <a:rPr lang="en-IN" sz="1200" dirty="0">
                  <a:solidFill>
                    <a:srgbClr val="3399FF"/>
                  </a:solidFill>
                </a:rPr>
                <a:t>text</a:t>
              </a:r>
              <a:r>
                <a:rPr lang="en-IN" sz="1200" dirty="0">
                  <a:solidFill>
                    <a:schemeClr val="bg1"/>
                  </a:solidFill>
                </a:rPr>
                <a:t> = </a:t>
              </a:r>
              <a:r>
                <a:rPr lang="en-IN" sz="1200" dirty="0">
                  <a:solidFill>
                    <a:srgbClr val="CC3300"/>
                  </a:solidFill>
                </a:rPr>
                <a:t>"""</a:t>
              </a:r>
            </a:p>
            <a:p>
              <a:r>
                <a:rPr lang="en-IN" sz="1200" dirty="0">
                  <a:solidFill>
                    <a:srgbClr val="CC3300"/>
                  </a:solidFill>
                </a:rPr>
                <a:t>class Student:</a:t>
              </a:r>
            </a:p>
            <a:p>
              <a:r>
                <a:rPr lang="en-IN" sz="1200" dirty="0">
                  <a:solidFill>
                    <a:srgbClr val="CC3300"/>
                  </a:solidFill>
                </a:rPr>
                <a:t>    def __init__(self, name, age, grade):</a:t>
              </a:r>
            </a:p>
            <a:p>
              <a:r>
                <a:rPr lang="en-IN" sz="1200" dirty="0">
                  <a:solidFill>
                    <a:srgbClr val="CC3300"/>
                  </a:solidFill>
                </a:rPr>
                <a:t>        self.name = name</a:t>
              </a:r>
            </a:p>
            <a:p>
              <a:r>
                <a:rPr lang="en-IN" sz="1200" dirty="0">
                  <a:solidFill>
                    <a:srgbClr val="CC3300"/>
                  </a:solidFill>
                </a:rPr>
                <a:t>        self.age = age</a:t>
              </a:r>
            </a:p>
            <a:p>
              <a:r>
                <a:rPr lang="en-IN" sz="1200" dirty="0">
                  <a:solidFill>
                    <a:srgbClr val="CC3300"/>
                  </a:solidFill>
                </a:rPr>
                <a:t>        self.grade = grade  # Grade is a float (like 8.5 or 9.2)</a:t>
              </a:r>
            </a:p>
            <a:p>
              <a:r>
                <a:rPr lang="en-IN" sz="1200" dirty="0">
                  <a:solidFill>
                    <a:srgbClr val="CC3300"/>
                  </a:solidFill>
                </a:rPr>
                <a:t/>
              </a:r>
              <a:br>
                <a:rPr lang="en-IN" sz="1200" dirty="0">
                  <a:solidFill>
                    <a:srgbClr val="CC3300"/>
                  </a:solidFill>
                </a:rPr>
              </a:br>
              <a:r>
                <a:rPr lang="en-IN" sz="1200" dirty="0">
                  <a:solidFill>
                    <a:srgbClr val="CC3300"/>
                  </a:solidFill>
                </a:rPr>
                <a:t>    def get_details(self):</a:t>
              </a:r>
            </a:p>
            <a:p>
              <a:r>
                <a:rPr lang="en-IN" sz="1200" dirty="0">
                  <a:solidFill>
                    <a:srgbClr val="CC3300"/>
                  </a:solidFill>
                </a:rPr>
                <a:t>        return self.name"</a:t>
              </a:r>
            </a:p>
            <a:p>
              <a:r>
                <a:rPr lang="en-IN" sz="1200" dirty="0">
                  <a:solidFill>
                    <a:srgbClr val="CC3300"/>
                  </a:solidFill>
                </a:rPr>
                <a:t/>
              </a:r>
              <a:br>
                <a:rPr lang="en-IN" sz="1200" dirty="0">
                  <a:solidFill>
                    <a:srgbClr val="CC3300"/>
                  </a:solidFill>
                </a:rPr>
              </a:br>
              <a:r>
                <a:rPr lang="en-IN" sz="1200" dirty="0">
                  <a:solidFill>
                    <a:srgbClr val="CC3300"/>
                  </a:solidFill>
                </a:rPr>
                <a:t>    def is_passing(self):</a:t>
              </a:r>
            </a:p>
            <a:p>
              <a:r>
                <a:rPr lang="en-IN" sz="1200" dirty="0">
                  <a:solidFill>
                    <a:srgbClr val="CC3300"/>
                  </a:solidFill>
                </a:rPr>
                <a:t>        return self.grade &gt;= </a:t>
              </a:r>
              <a:r>
                <a:rPr lang="en-IN" sz="1200" dirty="0" smtClean="0">
                  <a:solidFill>
                    <a:srgbClr val="CC3300"/>
                  </a:solidFill>
                </a:rPr>
                <a:t>6.0</a:t>
              </a:r>
              <a:r>
                <a:rPr lang="en-IN" sz="1200" dirty="0">
                  <a:solidFill>
                    <a:srgbClr val="CC3300"/>
                  </a:solidFill>
                </a:rPr>
                <a:t/>
              </a:r>
              <a:br>
                <a:rPr lang="en-IN" sz="1200" dirty="0">
                  <a:solidFill>
                    <a:srgbClr val="CC3300"/>
                  </a:solidFill>
                </a:rPr>
              </a:br>
              <a:r>
                <a:rPr lang="en-IN" sz="1200" dirty="0">
                  <a:solidFill>
                    <a:srgbClr val="CC3300"/>
                  </a:solidFill>
                </a:rPr>
                <a:t/>
              </a:r>
              <a:br>
                <a:rPr lang="en-IN" sz="1200" dirty="0">
                  <a:solidFill>
                    <a:srgbClr val="CC3300"/>
                  </a:solidFill>
                </a:rPr>
              </a:br>
              <a:r>
                <a:rPr lang="en-IN" sz="1200" dirty="0">
                  <a:solidFill>
                    <a:srgbClr val="CC3300"/>
                  </a:solidFill>
                </a:rPr>
                <a:t># Example usage</a:t>
              </a:r>
            </a:p>
            <a:p>
              <a:r>
                <a:rPr lang="en-IN" sz="1200" dirty="0">
                  <a:solidFill>
                    <a:srgbClr val="CC3300"/>
                  </a:solidFill>
                </a:rPr>
                <a:t>student1 = Student("Aarav", 20, 8.2)</a:t>
              </a:r>
            </a:p>
            <a:p>
              <a:r>
                <a:rPr lang="en-IN" sz="1200" dirty="0">
                  <a:solidFill>
                    <a:srgbClr val="CC3300"/>
                  </a:solidFill>
                </a:rPr>
                <a:t>print(student1.get_details())</a:t>
              </a:r>
            </a:p>
            <a:p>
              <a:r>
                <a:rPr lang="en-IN" sz="1200" dirty="0">
                  <a:solidFill>
                    <a:srgbClr val="CC3300"/>
                  </a:solidFill>
                </a:rPr>
                <a:t/>
              </a:r>
              <a:br>
                <a:rPr lang="en-IN" sz="1200" dirty="0">
                  <a:solidFill>
                    <a:srgbClr val="CC3300"/>
                  </a:solidFill>
                </a:rPr>
              </a:br>
              <a:r>
                <a:rPr lang="en-IN" sz="1200" dirty="0">
                  <a:solidFill>
                    <a:srgbClr val="CC3300"/>
                  </a:solidFill>
                </a:rPr>
                <a:t>if student1.is_passing():</a:t>
              </a:r>
            </a:p>
            <a:p>
              <a:r>
                <a:rPr lang="en-IN" sz="1200" dirty="0">
                  <a:solidFill>
                    <a:srgbClr val="CC3300"/>
                  </a:solidFill>
                </a:rPr>
                <a:t>    print("The student is passing.")</a:t>
              </a:r>
            </a:p>
            <a:p>
              <a:r>
                <a:rPr lang="en-IN" sz="1200" dirty="0">
                  <a:solidFill>
                    <a:srgbClr val="CC3300"/>
                  </a:solidFill>
                </a:rPr>
                <a:t>else:</a:t>
              </a:r>
            </a:p>
            <a:p>
              <a:r>
                <a:rPr lang="en-IN" sz="1200" dirty="0">
                  <a:solidFill>
                    <a:srgbClr val="CC3300"/>
                  </a:solidFill>
                </a:rPr>
                <a:t>    print("The student is not passing.")</a:t>
              </a:r>
            </a:p>
            <a:p>
              <a:r>
                <a:rPr lang="en-IN" sz="1200" dirty="0">
                  <a:solidFill>
                    <a:srgbClr val="CC3300"/>
                  </a:solidFill>
                </a:rPr>
                <a:t/>
              </a:r>
              <a:br>
                <a:rPr lang="en-IN" sz="1200" dirty="0">
                  <a:solidFill>
                    <a:srgbClr val="CC3300"/>
                  </a:solidFill>
                </a:rPr>
              </a:br>
              <a:r>
                <a:rPr lang="en-IN" sz="1200" dirty="0" smtClean="0">
                  <a:solidFill>
                    <a:srgbClr val="CC3300"/>
                  </a:solidFill>
                </a:rPr>
                <a:t>"""</a:t>
              </a:r>
              <a:r>
                <a:rPr lang="en-IN" sz="1400" dirty="0"/>
                <a:t/>
              </a:r>
              <a:br>
                <a:rPr lang="en-IN" sz="1400" dirty="0"/>
              </a:br>
              <a:r>
                <a:rPr lang="en-IN" sz="1400" dirty="0">
                  <a:solidFill>
                    <a:srgbClr val="3399FF"/>
                  </a:solidFill>
                </a:rPr>
                <a:t>docs</a:t>
              </a:r>
              <a:r>
                <a:rPr lang="en-IN" sz="1400" dirty="0">
                  <a:solidFill>
                    <a:schemeClr val="bg1"/>
                  </a:solidFill>
                </a:rPr>
                <a:t>=</a:t>
              </a:r>
              <a:r>
                <a:rPr lang="en-IN" sz="1400" dirty="0">
                  <a:solidFill>
                    <a:srgbClr val="3399FF"/>
                  </a:solidFill>
                </a:rPr>
                <a:t>splitter.</a:t>
              </a:r>
              <a:r>
                <a:rPr lang="en-IN" sz="1400" dirty="0">
                  <a:solidFill>
                    <a:schemeClr val="accent4">
                      <a:lumMod val="50000"/>
                    </a:schemeClr>
                  </a:solidFill>
                </a:rPr>
                <a:t>split_text(</a:t>
              </a:r>
              <a:r>
                <a:rPr lang="en-IN" sz="1400" dirty="0">
                  <a:solidFill>
                    <a:srgbClr val="3399FF"/>
                  </a:solidFill>
                </a:rPr>
                <a:t>text</a:t>
              </a:r>
              <a:r>
                <a:rPr lang="en-IN" sz="1400" dirty="0" smtClean="0">
                  <a:solidFill>
                    <a:schemeClr val="bg1"/>
                  </a:solidFill>
                </a:rPr>
                <a:t>)</a:t>
              </a:r>
              <a:r>
                <a:rPr lang="en-IN" sz="1400" dirty="0"/>
                <a:t/>
              </a:r>
              <a:br>
                <a:rPr lang="en-IN" sz="1400" dirty="0"/>
              </a:br>
              <a:r>
                <a:rPr lang="en-IN" sz="1400" dirty="0">
                  <a:solidFill>
                    <a:schemeClr val="accent4">
                      <a:lumMod val="50000"/>
                    </a:schemeClr>
                  </a:solidFill>
                </a:rPr>
                <a:t>print</a:t>
              </a:r>
              <a:r>
                <a:rPr lang="en-IN" sz="1400" dirty="0">
                  <a:solidFill>
                    <a:schemeClr val="bg1"/>
                  </a:solidFill>
                </a:rPr>
                <a:t>(</a:t>
              </a:r>
              <a:r>
                <a:rPr lang="en-IN" sz="1400" dirty="0">
                  <a:solidFill>
                    <a:srgbClr val="3399FF"/>
                  </a:solidFill>
                </a:rPr>
                <a:t>docs</a:t>
              </a:r>
              <a:r>
                <a:rPr lang="en-IN" sz="1400" dirty="0">
                  <a:solidFill>
                    <a:schemeClr val="bg1"/>
                  </a:solidFill>
                </a:rPr>
                <a:t>)</a:t>
              </a:r>
            </a:p>
          </p:txBody>
        </p:sp>
        <p:sp>
          <p:nvSpPr>
            <p:cNvPr id="3" name="Rectangle 2"/>
            <p:cNvSpPr/>
            <p:nvPr/>
          </p:nvSpPr>
          <p:spPr>
            <a:xfrm>
              <a:off x="8746958" y="6184232"/>
              <a:ext cx="2526631" cy="389474"/>
            </a:xfrm>
            <a:prstGeom prst="rect">
              <a:avLst/>
            </a:prstGeom>
            <a:solidFill>
              <a:schemeClr val="tx1"/>
            </a:solidFill>
            <a:ln>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1600" dirty="0" smtClean="0">
                  <a:latin typeface="Bahnschrift Light" pitchFamily="34" charset="0"/>
                </a:rPr>
                <a:t>Python Code Text Splitter</a:t>
              </a:r>
              <a:endParaRPr lang="en-IN" sz="1600" dirty="0">
                <a:latin typeface="Bahnschrift Light" pitchFamily="34" charset="0"/>
              </a:endParaRPr>
            </a:p>
          </p:txBody>
        </p:sp>
      </p:grpSp>
    </p:spTree>
    <p:extLst>
      <p:ext uri="{BB962C8B-B14F-4D97-AF65-F5344CB8AC3E}">
        <p14:creationId xmlns:p14="http://schemas.microsoft.com/office/powerpoint/2010/main" val="2171116709"/>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9A00AC01-0D1B-4670-B29D-784BF9417E63}"/>
            </a:ext>
          </a:extLst>
        </p:cNvPr>
        <p:cNvGrpSpPr/>
        <p:nvPr/>
      </p:nvGrpSpPr>
      <p:grpSpPr>
        <a:xfrm>
          <a:off x="0" y="0"/>
          <a:ext cx="0" cy="0"/>
          <a:chOff x="0" y="0"/>
          <a:chExt cx="0" cy="0"/>
        </a:xfrm>
      </p:grpSpPr>
      <p:sp>
        <p:nvSpPr>
          <p:cNvPr id="6" name="Rectangle 5">
            <a:extLst>
              <a:ext uri="{FF2B5EF4-FFF2-40B4-BE49-F238E27FC236}">
                <a16:creationId xmlns:a16="http://schemas.microsoft.com/office/drawing/2014/main" xmlns="" id="{F42AC56F-B988-068F-5073-41D324EA661F}"/>
              </a:ext>
            </a:extLst>
          </p:cNvPr>
          <p:cNvSpPr/>
          <p:nvPr/>
        </p:nvSpPr>
        <p:spPr>
          <a:xfrm>
            <a:off x="0" y="0"/>
            <a:ext cx="1126638" cy="6858000"/>
          </a:xfrm>
          <a:prstGeom prst="rect">
            <a:avLst/>
          </a:prstGeom>
          <a:solidFill>
            <a:srgbClr val="D7C055"/>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 name="Rectangle 6">
            <a:extLst>
              <a:ext uri="{FF2B5EF4-FFF2-40B4-BE49-F238E27FC236}">
                <a16:creationId xmlns:a16="http://schemas.microsoft.com/office/drawing/2014/main" xmlns="" id="{1C7ED88D-99A7-E7D0-D563-319B47D0A7A8}"/>
              </a:ext>
            </a:extLst>
          </p:cNvPr>
          <p:cNvSpPr/>
          <p:nvPr/>
        </p:nvSpPr>
        <p:spPr>
          <a:xfrm>
            <a:off x="565288" y="-1"/>
            <a:ext cx="549447" cy="6858000"/>
          </a:xfrm>
          <a:prstGeom prst="rect">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8" name="TextBox 7">
            <a:extLst>
              <a:ext uri="{FF2B5EF4-FFF2-40B4-BE49-F238E27FC236}">
                <a16:creationId xmlns:a16="http://schemas.microsoft.com/office/drawing/2014/main" xmlns="" id="{86D9703F-8E7B-39E7-D187-C45F9BE29396}"/>
              </a:ext>
            </a:extLst>
          </p:cNvPr>
          <p:cNvSpPr txBox="1"/>
          <p:nvPr/>
        </p:nvSpPr>
        <p:spPr>
          <a:xfrm>
            <a:off x="601006" y="42717"/>
            <a:ext cx="442291" cy="707886"/>
          </a:xfrm>
          <a:prstGeom prst="rect">
            <a:avLst/>
          </a:prstGeom>
          <a:noFill/>
        </p:spPr>
        <p:txBody>
          <a:bodyPr wrap="square" rtlCol="0">
            <a:spAutoFit/>
          </a:bodyPr>
          <a:lstStyle/>
          <a:p>
            <a:r>
              <a:rPr lang="el-GR" sz="4000">
                <a:solidFill>
                  <a:srgbClr val="D7C055"/>
                </a:solidFill>
              </a:rPr>
              <a:t>π</a:t>
            </a:r>
            <a:endParaRPr lang="en-US" sz="4000" dirty="0">
              <a:solidFill>
                <a:srgbClr val="D7C055"/>
              </a:solidFill>
            </a:endParaRPr>
          </a:p>
        </p:txBody>
      </p:sp>
      <p:sp>
        <p:nvSpPr>
          <p:cNvPr id="4" name="Footer Placeholder 3">
            <a:extLst>
              <a:ext uri="{FF2B5EF4-FFF2-40B4-BE49-F238E27FC236}">
                <a16:creationId xmlns:a16="http://schemas.microsoft.com/office/drawing/2014/main" xmlns="" id="{CF61D508-5ADB-85A0-C55A-A34AD3B36759}"/>
              </a:ext>
            </a:extLst>
          </p:cNvPr>
          <p:cNvSpPr>
            <a:spLocks noGrp="1"/>
          </p:cNvSpPr>
          <p:nvPr>
            <p:ph type="ftr" sz="quarter" idx="11"/>
          </p:nvPr>
        </p:nvSpPr>
        <p:spPr>
          <a:xfrm>
            <a:off x="4038600" y="6356349"/>
            <a:ext cx="4114800" cy="365125"/>
          </a:xfrm>
        </p:spPr>
        <p:txBody>
          <a:bodyPr/>
          <a:lstStyle/>
          <a:p>
            <a:r>
              <a:rPr lang="en-US" dirty="0"/>
              <a:t>Navigating the Future of Learning </a:t>
            </a:r>
          </a:p>
        </p:txBody>
      </p:sp>
      <p:grpSp>
        <p:nvGrpSpPr>
          <p:cNvPr id="9" name="Group 8"/>
          <p:cNvGrpSpPr/>
          <p:nvPr/>
        </p:nvGrpSpPr>
        <p:grpSpPr>
          <a:xfrm>
            <a:off x="1449630" y="346753"/>
            <a:ext cx="4614286" cy="369332"/>
            <a:chOff x="1449630" y="346753"/>
            <a:chExt cx="4614286" cy="369332"/>
          </a:xfrm>
        </p:grpSpPr>
        <p:sp>
          <p:nvSpPr>
            <p:cNvPr id="10" name="Rectangle 9"/>
            <p:cNvSpPr/>
            <p:nvPr/>
          </p:nvSpPr>
          <p:spPr>
            <a:xfrm>
              <a:off x="1449630" y="346753"/>
              <a:ext cx="3696140" cy="369332"/>
            </a:xfrm>
            <a:prstGeom prst="rect">
              <a:avLst/>
            </a:prstGeom>
            <a:solidFill>
              <a:srgbClr val="00B0F0"/>
            </a:solidFill>
          </p:spPr>
          <p:txBody>
            <a:bodyPr wrap="none">
              <a:spAutoFit/>
            </a:bodyPr>
            <a:lstStyle/>
            <a:p>
              <a:r>
                <a:rPr lang="en-IN" dirty="0">
                  <a:solidFill>
                    <a:schemeClr val="bg1"/>
                  </a:solidFill>
                </a:rPr>
                <a:t>Semantic meaning </a:t>
              </a:r>
              <a:r>
                <a:rPr lang="en-IN" dirty="0" smtClean="0">
                  <a:solidFill>
                    <a:schemeClr val="bg1"/>
                  </a:solidFill>
                </a:rPr>
                <a:t>Based Text </a:t>
              </a:r>
              <a:r>
                <a:rPr lang="en-IN" dirty="0">
                  <a:solidFill>
                    <a:schemeClr val="bg1"/>
                  </a:solidFill>
                </a:rPr>
                <a:t>Splitter</a:t>
              </a:r>
            </a:p>
          </p:txBody>
        </p:sp>
        <p:cxnSp>
          <p:nvCxnSpPr>
            <p:cNvPr id="11" name="Straight Connector 10"/>
            <p:cNvCxnSpPr/>
            <p:nvPr/>
          </p:nvCxnSpPr>
          <p:spPr>
            <a:xfrm>
              <a:off x="1449630" y="716085"/>
              <a:ext cx="4614286" cy="0"/>
            </a:xfrm>
            <a:prstGeom prst="line">
              <a:avLst/>
            </a:prstGeom>
            <a:ln>
              <a:solidFill>
                <a:srgbClr val="00B0F0"/>
              </a:solidFill>
            </a:ln>
          </p:spPr>
          <p:style>
            <a:lnRef idx="1">
              <a:schemeClr val="accent1"/>
            </a:lnRef>
            <a:fillRef idx="0">
              <a:schemeClr val="accent1"/>
            </a:fillRef>
            <a:effectRef idx="0">
              <a:schemeClr val="accent1"/>
            </a:effectRef>
            <a:fontRef idx="minor">
              <a:schemeClr val="tx1"/>
            </a:fontRef>
          </p:style>
        </p:cxnSp>
      </p:grpSp>
      <p:sp>
        <p:nvSpPr>
          <p:cNvPr id="5" name="Rectangle 4"/>
          <p:cNvSpPr/>
          <p:nvPr/>
        </p:nvSpPr>
        <p:spPr>
          <a:xfrm>
            <a:off x="1390519" y="1047071"/>
            <a:ext cx="7299157" cy="2031325"/>
          </a:xfrm>
          <a:prstGeom prst="rect">
            <a:avLst/>
          </a:prstGeom>
        </p:spPr>
        <p:txBody>
          <a:bodyPr wrap="square">
            <a:spAutoFit/>
          </a:bodyPr>
          <a:lstStyle/>
          <a:p>
            <a:r>
              <a:rPr lang="en-US" sz="1400" dirty="0">
                <a:latin typeface="Cambria" pitchFamily="18" charset="0"/>
                <a:ea typeface="Cambria" pitchFamily="18" charset="0"/>
              </a:rPr>
              <a:t>Farmers were working hard in the fields, preparing the soil and planting seeds for the next season. The sun was bright, and the air smelled of earth and fresh grass. The Indian Premier League (IPL) is the biggest cricket league in the world. People all over the world watch the matches and cheer for their </a:t>
            </a:r>
            <a:r>
              <a:rPr lang="en-US" sz="1400" dirty="0" smtClean="0">
                <a:latin typeface="Cambria" pitchFamily="18" charset="0"/>
                <a:ea typeface="Cambria" pitchFamily="18" charset="0"/>
              </a:rPr>
              <a:t>favorite </a:t>
            </a:r>
            <a:r>
              <a:rPr lang="en-US" sz="1400" dirty="0">
                <a:latin typeface="Cambria" pitchFamily="18" charset="0"/>
                <a:ea typeface="Cambria" pitchFamily="18" charset="0"/>
              </a:rPr>
              <a:t>teams.</a:t>
            </a:r>
          </a:p>
          <a:p>
            <a:endParaRPr lang="en-US" sz="1400" dirty="0">
              <a:latin typeface="Cambria" pitchFamily="18" charset="0"/>
              <a:ea typeface="Cambria" pitchFamily="18" charset="0"/>
            </a:endParaRPr>
          </a:p>
          <a:p>
            <a:r>
              <a:rPr lang="en-US" sz="1400" dirty="0">
                <a:latin typeface="Cambria" pitchFamily="18" charset="0"/>
                <a:ea typeface="Cambria" pitchFamily="18" charset="0"/>
              </a:rPr>
              <a:t>Terrorism is a big danger to peace and safety. It causes harm to people and creates fear in cities and villages. When such attacks happen, they leave behind pain and sadness. To fight terrorism, we need strong laws, alert security forces, and support from people who care about peace and safety.</a:t>
            </a:r>
            <a:endParaRPr lang="en-IN" sz="1400" dirty="0">
              <a:latin typeface="Cambria" pitchFamily="18" charset="0"/>
              <a:ea typeface="Cambria" pitchFamily="18" charset="0"/>
            </a:endParaRPr>
          </a:p>
        </p:txBody>
      </p:sp>
      <p:grpSp>
        <p:nvGrpSpPr>
          <p:cNvPr id="18" name="Group 17"/>
          <p:cNvGrpSpPr/>
          <p:nvPr/>
        </p:nvGrpSpPr>
        <p:grpSpPr>
          <a:xfrm>
            <a:off x="8386011" y="1047071"/>
            <a:ext cx="1826131" cy="1900666"/>
            <a:chOff x="8386011" y="1047071"/>
            <a:chExt cx="1826131" cy="1900666"/>
          </a:xfrm>
        </p:grpSpPr>
        <p:grpSp>
          <p:nvGrpSpPr>
            <p:cNvPr id="16" name="Group 15"/>
            <p:cNvGrpSpPr/>
            <p:nvPr/>
          </p:nvGrpSpPr>
          <p:grpSpPr>
            <a:xfrm>
              <a:off x="8386011" y="1047071"/>
              <a:ext cx="709863" cy="1900666"/>
              <a:chOff x="8386011" y="1047071"/>
              <a:chExt cx="709863" cy="1900666"/>
            </a:xfrm>
          </p:grpSpPr>
          <p:cxnSp>
            <p:nvCxnSpPr>
              <p:cNvPr id="13" name="Straight Connector 12"/>
              <p:cNvCxnSpPr/>
              <p:nvPr/>
            </p:nvCxnSpPr>
            <p:spPr>
              <a:xfrm>
                <a:off x="8386011" y="1047071"/>
                <a:ext cx="709863" cy="1015662"/>
              </a:xfrm>
              <a:prstGeom prst="line">
                <a:avLst/>
              </a:prstGeom>
            </p:spPr>
            <p:style>
              <a:lnRef idx="1">
                <a:schemeClr val="accent1"/>
              </a:lnRef>
              <a:fillRef idx="0">
                <a:schemeClr val="accent1"/>
              </a:fillRef>
              <a:effectRef idx="0">
                <a:schemeClr val="accent1"/>
              </a:effectRef>
              <a:fontRef idx="minor">
                <a:schemeClr val="tx1"/>
              </a:fontRef>
            </p:style>
          </p:cxnSp>
          <p:cxnSp>
            <p:nvCxnSpPr>
              <p:cNvPr id="15" name="Straight Connector 14"/>
              <p:cNvCxnSpPr/>
              <p:nvPr/>
            </p:nvCxnSpPr>
            <p:spPr>
              <a:xfrm flipV="1">
                <a:off x="8386011" y="2062733"/>
                <a:ext cx="709863" cy="885004"/>
              </a:xfrm>
              <a:prstGeom prst="line">
                <a:avLst/>
              </a:prstGeom>
            </p:spPr>
            <p:style>
              <a:lnRef idx="1">
                <a:schemeClr val="accent1"/>
              </a:lnRef>
              <a:fillRef idx="0">
                <a:schemeClr val="accent1"/>
              </a:fillRef>
              <a:effectRef idx="0">
                <a:schemeClr val="accent1"/>
              </a:effectRef>
              <a:fontRef idx="minor">
                <a:schemeClr val="tx1"/>
              </a:fontRef>
            </p:style>
          </p:cxnSp>
        </p:grpSp>
        <p:sp>
          <p:nvSpPr>
            <p:cNvPr id="17" name="TextBox 16"/>
            <p:cNvSpPr txBox="1"/>
            <p:nvPr/>
          </p:nvSpPr>
          <p:spPr>
            <a:xfrm>
              <a:off x="9095874" y="1777363"/>
              <a:ext cx="1116268" cy="307777"/>
            </a:xfrm>
            <a:prstGeom prst="rect">
              <a:avLst/>
            </a:prstGeom>
            <a:noFill/>
          </p:spPr>
          <p:txBody>
            <a:bodyPr wrap="none" rtlCol="0">
              <a:spAutoFit/>
            </a:bodyPr>
            <a:lstStyle/>
            <a:p>
              <a:r>
                <a:rPr lang="en-US" sz="1400" dirty="0" smtClean="0">
                  <a:latin typeface="Cambria" pitchFamily="18" charset="0"/>
                  <a:ea typeface="Cambria" pitchFamily="18" charset="0"/>
                </a:rPr>
                <a:t>2 paragraph</a:t>
              </a:r>
              <a:endParaRPr lang="en-IN" sz="1400" dirty="0">
                <a:latin typeface="Cambria" pitchFamily="18" charset="0"/>
                <a:ea typeface="Cambria" pitchFamily="18" charset="0"/>
              </a:endParaRPr>
            </a:p>
          </p:txBody>
        </p:sp>
      </p:grpSp>
      <p:grpSp>
        <p:nvGrpSpPr>
          <p:cNvPr id="22" name="Group 21"/>
          <p:cNvGrpSpPr/>
          <p:nvPr/>
        </p:nvGrpSpPr>
        <p:grpSpPr>
          <a:xfrm>
            <a:off x="3756773" y="750603"/>
            <a:ext cx="4984169" cy="4346102"/>
            <a:chOff x="4086013" y="-3845461"/>
            <a:chExt cx="4984169" cy="4346102"/>
          </a:xfrm>
        </p:grpSpPr>
        <p:sp>
          <p:nvSpPr>
            <p:cNvPr id="19" name="TextBox 18"/>
            <p:cNvSpPr txBox="1"/>
            <p:nvPr/>
          </p:nvSpPr>
          <p:spPr>
            <a:xfrm>
              <a:off x="5706184" y="192864"/>
              <a:ext cx="3363998" cy="307777"/>
            </a:xfrm>
            <a:prstGeom prst="rect">
              <a:avLst/>
            </a:prstGeom>
            <a:noFill/>
          </p:spPr>
          <p:txBody>
            <a:bodyPr wrap="none" rtlCol="0">
              <a:spAutoFit/>
            </a:bodyPr>
            <a:lstStyle/>
            <a:p>
              <a:r>
                <a:rPr lang="en-US" sz="1400" dirty="0" smtClean="0">
                  <a:latin typeface="Cambria" pitchFamily="18" charset="0"/>
                  <a:ea typeface="Cambria" pitchFamily="18" charset="0"/>
                </a:rPr>
                <a:t>Experimental Phase not too much mature</a:t>
              </a:r>
              <a:endParaRPr lang="en-IN" sz="1400" dirty="0">
                <a:latin typeface="Cambria" pitchFamily="18" charset="0"/>
                <a:ea typeface="Cambria" pitchFamily="18" charset="0"/>
              </a:endParaRPr>
            </a:p>
          </p:txBody>
        </p:sp>
        <p:cxnSp>
          <p:nvCxnSpPr>
            <p:cNvPr id="21" name="Straight Connector 20"/>
            <p:cNvCxnSpPr/>
            <p:nvPr/>
          </p:nvCxnSpPr>
          <p:spPr>
            <a:xfrm>
              <a:off x="4086013" y="-3845461"/>
              <a:ext cx="1620171" cy="4215333"/>
            </a:xfrm>
            <a:prstGeom prst="line">
              <a:avLst/>
            </a:prstGeom>
          </p:spPr>
          <p:style>
            <a:lnRef idx="1">
              <a:schemeClr val="accent1"/>
            </a:lnRef>
            <a:fillRef idx="0">
              <a:schemeClr val="accent1"/>
            </a:fillRef>
            <a:effectRef idx="0">
              <a:schemeClr val="accent1"/>
            </a:effectRef>
            <a:fontRef idx="minor">
              <a:schemeClr val="tx1"/>
            </a:fontRef>
          </p:style>
        </p:cxnSp>
      </p:grpSp>
      <p:grpSp>
        <p:nvGrpSpPr>
          <p:cNvPr id="37" name="Group 36"/>
          <p:cNvGrpSpPr/>
          <p:nvPr/>
        </p:nvGrpSpPr>
        <p:grpSpPr>
          <a:xfrm>
            <a:off x="8289758" y="625642"/>
            <a:ext cx="2245086" cy="1046747"/>
            <a:chOff x="8289758" y="625642"/>
            <a:chExt cx="2245086" cy="1046747"/>
          </a:xfrm>
        </p:grpSpPr>
        <p:cxnSp>
          <p:nvCxnSpPr>
            <p:cNvPr id="33" name="Straight Connector 32"/>
            <p:cNvCxnSpPr/>
            <p:nvPr/>
          </p:nvCxnSpPr>
          <p:spPr>
            <a:xfrm flipV="1">
              <a:off x="8386011" y="750603"/>
              <a:ext cx="1118936" cy="476618"/>
            </a:xfrm>
            <a:prstGeom prst="line">
              <a:avLst/>
            </a:prstGeom>
          </p:spPr>
          <p:style>
            <a:lnRef idx="1">
              <a:schemeClr val="accent1"/>
            </a:lnRef>
            <a:fillRef idx="0">
              <a:schemeClr val="accent1"/>
            </a:fillRef>
            <a:effectRef idx="0">
              <a:schemeClr val="accent1"/>
            </a:effectRef>
            <a:fontRef idx="minor">
              <a:schemeClr val="tx1"/>
            </a:fontRef>
          </p:style>
        </p:cxnSp>
        <p:cxnSp>
          <p:nvCxnSpPr>
            <p:cNvPr id="35" name="Straight Connector 34"/>
            <p:cNvCxnSpPr/>
            <p:nvPr/>
          </p:nvCxnSpPr>
          <p:spPr>
            <a:xfrm flipV="1">
              <a:off x="8289758" y="750603"/>
              <a:ext cx="1215189" cy="921786"/>
            </a:xfrm>
            <a:prstGeom prst="line">
              <a:avLst/>
            </a:prstGeom>
          </p:spPr>
          <p:style>
            <a:lnRef idx="1">
              <a:schemeClr val="accent1"/>
            </a:lnRef>
            <a:fillRef idx="0">
              <a:schemeClr val="accent1"/>
            </a:fillRef>
            <a:effectRef idx="0">
              <a:schemeClr val="accent1"/>
            </a:effectRef>
            <a:fontRef idx="minor">
              <a:schemeClr val="tx1"/>
            </a:fontRef>
          </p:style>
        </p:cxnSp>
        <p:sp>
          <p:nvSpPr>
            <p:cNvPr id="36" name="TextBox 35"/>
            <p:cNvSpPr txBox="1"/>
            <p:nvPr/>
          </p:nvSpPr>
          <p:spPr>
            <a:xfrm>
              <a:off x="9504947" y="625642"/>
              <a:ext cx="1029897" cy="738664"/>
            </a:xfrm>
            <a:prstGeom prst="rect">
              <a:avLst/>
            </a:prstGeom>
            <a:noFill/>
          </p:spPr>
          <p:txBody>
            <a:bodyPr wrap="none" rtlCol="0">
              <a:spAutoFit/>
            </a:bodyPr>
            <a:lstStyle/>
            <a:p>
              <a:r>
                <a:rPr lang="en-US" sz="1400" u="sng" dirty="0" smtClean="0">
                  <a:latin typeface="Cambria" pitchFamily="18" charset="0"/>
                  <a:ea typeface="Cambria" pitchFamily="18" charset="0"/>
                </a:rPr>
                <a:t>Two chunk</a:t>
              </a:r>
            </a:p>
            <a:p>
              <a:r>
                <a:rPr lang="en-US" sz="1400" dirty="0" smtClean="0">
                  <a:latin typeface="Cambria" pitchFamily="18" charset="0"/>
                  <a:ea typeface="Cambria" pitchFamily="18" charset="0"/>
                </a:rPr>
                <a:t>Farmers</a:t>
              </a:r>
              <a:endParaRPr lang="en-US" sz="1400" dirty="0">
                <a:latin typeface="Cambria" pitchFamily="18" charset="0"/>
                <a:ea typeface="Cambria" pitchFamily="18" charset="0"/>
              </a:endParaRPr>
            </a:p>
            <a:p>
              <a:r>
                <a:rPr lang="en-US" sz="1400" dirty="0">
                  <a:latin typeface="Cambria" pitchFamily="18" charset="0"/>
                  <a:ea typeface="Cambria" pitchFamily="18" charset="0"/>
                </a:rPr>
                <a:t>IPL</a:t>
              </a:r>
              <a:endParaRPr lang="en-IN" sz="1400" dirty="0">
                <a:latin typeface="Cambria" pitchFamily="18" charset="0"/>
                <a:ea typeface="Cambria" pitchFamily="18" charset="0"/>
              </a:endParaRPr>
            </a:p>
          </p:txBody>
        </p:sp>
      </p:grpSp>
      <p:grpSp>
        <p:nvGrpSpPr>
          <p:cNvPr id="42" name="Group 41"/>
          <p:cNvGrpSpPr/>
          <p:nvPr/>
        </p:nvGrpSpPr>
        <p:grpSpPr>
          <a:xfrm>
            <a:off x="1390519" y="1227221"/>
            <a:ext cx="5563734" cy="327681"/>
            <a:chOff x="1390519" y="1227221"/>
            <a:chExt cx="5563734" cy="327681"/>
          </a:xfrm>
        </p:grpSpPr>
        <p:cxnSp>
          <p:nvCxnSpPr>
            <p:cNvPr id="39" name="Straight Connector 38"/>
            <p:cNvCxnSpPr/>
            <p:nvPr/>
          </p:nvCxnSpPr>
          <p:spPr>
            <a:xfrm>
              <a:off x="1390519" y="1554902"/>
              <a:ext cx="5563734" cy="0"/>
            </a:xfrm>
            <a:prstGeom prst="line">
              <a:avLst/>
            </a:prstGeom>
            <a:ln>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41" name="Straight Connector 40"/>
            <p:cNvCxnSpPr/>
            <p:nvPr/>
          </p:nvCxnSpPr>
          <p:spPr>
            <a:xfrm>
              <a:off x="6954253" y="1227221"/>
              <a:ext cx="0" cy="327681"/>
            </a:xfrm>
            <a:prstGeom prst="line">
              <a:avLst/>
            </a:prstGeom>
            <a:ln>
              <a:solidFill>
                <a:srgbClr val="FF0000"/>
              </a:solidFil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5608592"/>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EEA71D7A-4199-9593-FD85-54477FAC3315}"/>
            </a:ext>
          </a:extLst>
        </p:cNvPr>
        <p:cNvGrpSpPr/>
        <p:nvPr/>
      </p:nvGrpSpPr>
      <p:grpSpPr>
        <a:xfrm>
          <a:off x="0" y="0"/>
          <a:ext cx="0" cy="0"/>
          <a:chOff x="0" y="0"/>
          <a:chExt cx="0" cy="0"/>
        </a:xfrm>
      </p:grpSpPr>
      <p:sp>
        <p:nvSpPr>
          <p:cNvPr id="6" name="Rectangle 5">
            <a:extLst>
              <a:ext uri="{FF2B5EF4-FFF2-40B4-BE49-F238E27FC236}">
                <a16:creationId xmlns:a16="http://schemas.microsoft.com/office/drawing/2014/main" xmlns="" id="{551A5A6E-8DE1-A78F-3109-B3761C234677}"/>
              </a:ext>
            </a:extLst>
          </p:cNvPr>
          <p:cNvSpPr/>
          <p:nvPr/>
        </p:nvSpPr>
        <p:spPr>
          <a:xfrm>
            <a:off x="0" y="1"/>
            <a:ext cx="1126638" cy="6858000"/>
          </a:xfrm>
          <a:prstGeom prst="rect">
            <a:avLst/>
          </a:prstGeom>
          <a:solidFill>
            <a:srgbClr val="D7C055"/>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 name="Rectangle 6">
            <a:extLst>
              <a:ext uri="{FF2B5EF4-FFF2-40B4-BE49-F238E27FC236}">
                <a16:creationId xmlns:a16="http://schemas.microsoft.com/office/drawing/2014/main" xmlns="" id="{0DA8959A-E255-AE1F-0F9F-C2E9C266E36C}"/>
              </a:ext>
            </a:extLst>
          </p:cNvPr>
          <p:cNvSpPr/>
          <p:nvPr/>
        </p:nvSpPr>
        <p:spPr>
          <a:xfrm>
            <a:off x="565288" y="0"/>
            <a:ext cx="549447" cy="6858000"/>
          </a:xfrm>
          <a:prstGeom prst="rect">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8" name="TextBox 7">
            <a:extLst>
              <a:ext uri="{FF2B5EF4-FFF2-40B4-BE49-F238E27FC236}">
                <a16:creationId xmlns:a16="http://schemas.microsoft.com/office/drawing/2014/main" xmlns="" id="{173BC4F8-EC58-D42C-1EF3-1F4EF61CAC3A}"/>
              </a:ext>
            </a:extLst>
          </p:cNvPr>
          <p:cNvSpPr txBox="1"/>
          <p:nvPr/>
        </p:nvSpPr>
        <p:spPr>
          <a:xfrm>
            <a:off x="601006" y="42718"/>
            <a:ext cx="442291" cy="707886"/>
          </a:xfrm>
          <a:prstGeom prst="rect">
            <a:avLst/>
          </a:prstGeom>
          <a:noFill/>
        </p:spPr>
        <p:txBody>
          <a:bodyPr wrap="square" rtlCol="0">
            <a:spAutoFit/>
          </a:bodyPr>
          <a:lstStyle/>
          <a:p>
            <a:r>
              <a:rPr lang="el-GR" sz="4000" dirty="0">
                <a:solidFill>
                  <a:srgbClr val="D7C055"/>
                </a:solidFill>
              </a:rPr>
              <a:t>π</a:t>
            </a:r>
            <a:endParaRPr lang="en-US" sz="4000" dirty="0">
              <a:solidFill>
                <a:srgbClr val="D7C055"/>
              </a:solidFill>
            </a:endParaRPr>
          </a:p>
        </p:txBody>
      </p:sp>
      <p:sp>
        <p:nvSpPr>
          <p:cNvPr id="2" name="Footer Placeholder 1">
            <a:extLst>
              <a:ext uri="{FF2B5EF4-FFF2-40B4-BE49-F238E27FC236}">
                <a16:creationId xmlns:a16="http://schemas.microsoft.com/office/drawing/2014/main" xmlns="" id="{6122EB64-047D-D5A5-455B-C998BAAF3FE1}"/>
              </a:ext>
            </a:extLst>
          </p:cNvPr>
          <p:cNvSpPr>
            <a:spLocks noGrp="1"/>
          </p:cNvSpPr>
          <p:nvPr>
            <p:ph type="ftr" sz="quarter" idx="11"/>
          </p:nvPr>
        </p:nvSpPr>
        <p:spPr/>
        <p:txBody>
          <a:bodyPr/>
          <a:lstStyle/>
          <a:p>
            <a:r>
              <a:rPr lang="en-US" dirty="0"/>
              <a:t>Navigating the Future of Learning​</a:t>
            </a:r>
          </a:p>
        </p:txBody>
      </p:sp>
      <p:pic>
        <p:nvPicPr>
          <p:cNvPr id="5" name="Picture 4" descr="A logo with lines in a black background&#10;&#10;Description automatically generated">
            <a:extLst>
              <a:ext uri="{FF2B5EF4-FFF2-40B4-BE49-F238E27FC236}">
                <a16:creationId xmlns:a16="http://schemas.microsoft.com/office/drawing/2014/main" xmlns="" id="{79550B0D-F382-8A19-8040-0525CFEE4C45}"/>
              </a:ext>
            </a:extLst>
          </p:cNvPr>
          <p:cNvPicPr>
            <a:picLocks noChangeAspect="1"/>
          </p:cNvPicPr>
          <p:nvPr/>
        </p:nvPicPr>
        <p:blipFill>
          <a:blip r:embed="rId2"/>
          <a:stretch>
            <a:fillRect/>
          </a:stretch>
        </p:blipFill>
        <p:spPr>
          <a:xfrm>
            <a:off x="10968135" y="-83878"/>
            <a:ext cx="1219200" cy="1209675"/>
          </a:xfrm>
          <a:prstGeom prst="rect">
            <a:avLst/>
          </a:prstGeom>
        </p:spPr>
      </p:pic>
      <p:pic>
        <p:nvPicPr>
          <p:cNvPr id="9" name="Picture 8" descr="A group of people sitting at desks in a classroom with computers&#10;&#10;Description automatically generated">
            <a:extLst>
              <a:ext uri="{FF2B5EF4-FFF2-40B4-BE49-F238E27FC236}">
                <a16:creationId xmlns:a16="http://schemas.microsoft.com/office/drawing/2014/main" xmlns="" id="{E8BDAAE7-2946-663A-E1B7-103303202792}"/>
              </a:ext>
            </a:extLst>
          </p:cNvPr>
          <p:cNvPicPr>
            <a:picLocks noChangeAspect="1"/>
          </p:cNvPicPr>
          <p:nvPr/>
        </p:nvPicPr>
        <p:blipFill>
          <a:blip r:embed="rId3"/>
          <a:stretch>
            <a:fillRect/>
          </a:stretch>
        </p:blipFill>
        <p:spPr>
          <a:xfrm>
            <a:off x="6858000" y="1376266"/>
            <a:ext cx="4113245" cy="4105469"/>
          </a:xfrm>
          <a:prstGeom prst="rect">
            <a:avLst/>
          </a:prstGeom>
        </p:spPr>
      </p:pic>
      <p:sp>
        <p:nvSpPr>
          <p:cNvPr id="12" name="Google Shape;232;g2b25827427c_0_1215">
            <a:extLst>
              <a:ext uri="{FF2B5EF4-FFF2-40B4-BE49-F238E27FC236}">
                <a16:creationId xmlns:a16="http://schemas.microsoft.com/office/drawing/2014/main" xmlns="" id="{76539FC0-FE01-2A0D-C752-8C9F4AF1D331}"/>
              </a:ext>
            </a:extLst>
          </p:cNvPr>
          <p:cNvSpPr txBox="1">
            <a:spLocks noGrp="1"/>
          </p:cNvSpPr>
          <p:nvPr/>
        </p:nvSpPr>
        <p:spPr>
          <a:xfrm>
            <a:off x="1550879" y="2158440"/>
            <a:ext cx="4966047" cy="1616577"/>
          </a:xfrm>
          <a:prstGeom prst="rect">
            <a:avLst/>
          </a:prstGeom>
          <a:noFill/>
          <a:ln>
            <a:noFill/>
          </a:ln>
        </p:spPr>
        <p:txBody>
          <a:bodyPr spcFirstLastPara="1" wrap="square" lIns="91425" tIns="45700" rIns="91425" bIns="45700" anchor="b" anchorCtr="0">
            <a:noAutofit/>
          </a:bodyPr>
          <a:lstStyle>
            <a:defPPr marR="0" lvl="0" algn="l" rtl="0">
              <a:lnSpc>
                <a:spcPct val="100000"/>
              </a:lnSpc>
              <a:spcBef>
                <a:spcPts val="0"/>
              </a:spcBef>
              <a:spcAft>
                <a:spcPts val="0"/>
              </a:spcAft>
            </a:defPPr>
            <a:lvl1pPr marR="0" lvl="0" algn="l" rtl="0">
              <a:lnSpc>
                <a:spcPct val="90000"/>
              </a:lnSpc>
              <a:spcBef>
                <a:spcPts val="0"/>
              </a:spcBef>
              <a:spcAft>
                <a:spcPts val="0"/>
              </a:spcAft>
              <a:buClr>
                <a:srgbClr val="343F49"/>
              </a:buClr>
              <a:buSzPts val="3600"/>
              <a:buFont typeface="Arial"/>
              <a:buNone/>
              <a:defRPr sz="3600" b="0" i="0" u="none" strike="noStrike" cap="none">
                <a:solidFill>
                  <a:srgbClr val="343F49"/>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pPr algn="ctr"/>
            <a:r>
              <a:rPr lang="en-US" sz="5400" b="1" dirty="0">
                <a:solidFill>
                  <a:schemeClr val="tx1"/>
                </a:solidFill>
              </a:rPr>
              <a:t>Q &amp; A</a:t>
            </a:r>
            <a:endParaRPr lang="en-US" dirty="0">
              <a:solidFill>
                <a:schemeClr val="tx1"/>
              </a:solidFill>
            </a:endParaRPr>
          </a:p>
        </p:txBody>
      </p:sp>
    </p:spTree>
    <p:extLst>
      <p:ext uri="{BB962C8B-B14F-4D97-AF65-F5344CB8AC3E}">
        <p14:creationId xmlns:p14="http://schemas.microsoft.com/office/powerpoint/2010/main" val="3993727132"/>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xmlns=""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xmlns=""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21969</TotalTime>
  <Words>690</Words>
  <Application>Microsoft Office PowerPoint</Application>
  <PresentationFormat>Custom</PresentationFormat>
  <Paragraphs>170</Paragraphs>
  <Slides>16</Slides>
  <Notes>13</Notes>
  <HiddenSlides>0</HiddenSlides>
  <MMClips>0</MMClips>
  <ScaleCrop>false</ScaleCrop>
  <HeadingPairs>
    <vt:vector size="4" baseType="variant">
      <vt:variant>
        <vt:lpstr>Theme</vt:lpstr>
      </vt:variant>
      <vt:variant>
        <vt:i4>1</vt:i4>
      </vt:variant>
      <vt:variant>
        <vt:lpstr>Slide Titles</vt:lpstr>
      </vt:variant>
      <vt:variant>
        <vt:i4>16</vt:i4>
      </vt:variant>
    </vt:vector>
  </HeadingPairs>
  <TitlesOfParts>
    <vt:vector size="17" baseType="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Naman Narula</dc:creator>
  <cp:lastModifiedBy>User</cp:lastModifiedBy>
  <cp:revision>999</cp:revision>
  <dcterms:created xsi:type="dcterms:W3CDTF">2024-01-26T15:11:46Z</dcterms:created>
  <dcterms:modified xsi:type="dcterms:W3CDTF">2025-05-26T15:10:20Z</dcterms:modified>
</cp:coreProperties>
</file>