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23" r:id="rId2"/>
    <p:sldId id="427" r:id="rId3"/>
    <p:sldId id="256" r:id="rId4"/>
    <p:sldId id="422" r:id="rId5"/>
    <p:sldId id="439" r:id="rId6"/>
    <p:sldId id="441" r:id="rId7"/>
    <p:sldId id="444" r:id="rId8"/>
    <p:sldId id="443" r:id="rId9"/>
    <p:sldId id="442" r:id="rId10"/>
    <p:sldId id="440" r:id="rId11"/>
    <p:sldId id="445" r:id="rId12"/>
    <p:sldId id="446" r:id="rId13"/>
    <p:sldId id="452" r:id="rId14"/>
    <p:sldId id="451" r:id="rId15"/>
    <p:sldId id="447" r:id="rId16"/>
    <p:sldId id="450" r:id="rId17"/>
    <p:sldId id="449" r:id="rId18"/>
    <p:sldId id="454" r:id="rId19"/>
    <p:sldId id="453" r:id="rId20"/>
    <p:sldId id="448" r:id="rId21"/>
    <p:sldId id="41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323"/>
            <p14:sldId id="427"/>
            <p14:sldId id="256"/>
          </p14:sldIdLst>
        </p14:section>
        <p14:section name="Basics" id="{FEB3B35D-C60A-4223-8E10-10DFC2E07C67}">
          <p14:sldIdLst>
            <p14:sldId id="422"/>
            <p14:sldId id="439"/>
            <p14:sldId id="441"/>
          </p14:sldIdLst>
        </p14:section>
        <p14:section name="textloader" id="{88AC10A2-026A-47AA-A5DA-C32178F17A1A}">
          <p14:sldIdLst>
            <p14:sldId id="444"/>
            <p14:sldId id="443"/>
          </p14:sldIdLst>
        </p14:section>
        <p14:section name="PyPDFLoader" id="{79E58BF3-F48A-4CBF-A7D8-5F85F0A2269E}">
          <p14:sldIdLst>
            <p14:sldId id="442"/>
            <p14:sldId id="440"/>
            <p14:sldId id="445"/>
          </p14:sldIdLst>
        </p14:section>
        <p14:section name="DirectoryLoader" id="{11B5BBBC-E342-4136-BF01-BAEEEF62B8BE}">
          <p14:sldIdLst>
            <p14:sldId id="446"/>
            <p14:sldId id="452"/>
            <p14:sldId id="451"/>
          </p14:sldIdLst>
        </p14:section>
        <p14:section name="lazy_load" id="{BC37C7AC-01D9-4627-BD36-C6EA362C5C62}">
          <p14:sldIdLst>
            <p14:sldId id="447"/>
          </p14:sldIdLst>
        </p14:section>
        <p14:section name="WebBaseLoader" id="{CFB07593-4D79-47CE-8C44-CF7889AB24E8}">
          <p14:sldIdLst>
            <p14:sldId id="450"/>
            <p14:sldId id="449"/>
          </p14:sldIdLst>
        </p14:section>
        <p14:section name="CSVLoader" id="{0BCC1516-370B-4848-BD67-032C8A75C9EE}">
          <p14:sldIdLst>
            <p14:sldId id="454"/>
            <p14:sldId id="453"/>
            <p14:sldId id="448"/>
          </p14:sldIdLst>
        </p14:section>
        <p14:section name="Q&amp;A" id="{1564124F-F372-4CB6-8FA8-28282C184CBB}">
          <p14:sldIdLst>
            <p14:sldId id="41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CC3300"/>
    <a:srgbClr val="FF0066"/>
    <a:srgbClr val="15C2FF"/>
    <a:srgbClr val="00D05E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26-05-2025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226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289667" y="1766455"/>
            <a:ext cx="9903831" cy="268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Document Loaders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May 2024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</p:spTree>
    <p:extLst>
      <p:ext uri="{BB962C8B-B14F-4D97-AF65-F5344CB8AC3E}">
        <p14:creationId xmlns:p14="http://schemas.microsoft.com/office/powerpoint/2010/main" val="41618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F6D8D221-4B29-D734-A328-58D818C3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33" name="Footer Placeholder 32">
            <a:extLst>
              <a:ext uri="{FF2B5EF4-FFF2-40B4-BE49-F238E27FC236}">
                <a16:creationId xmlns:a16="http://schemas.microsoft.com/office/drawing/2014/main" xmlns="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xmlns="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1593436" y="286921"/>
            <a:ext cx="978280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/>
              <a:t>Tools We will cover?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638300"/>
            <a:ext cx="92456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2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26D0CFA-48B8-3E4B-1A49-D1519B52371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4FF0842-65B7-CA57-2F5A-D61967EF9A86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86E1CFB-A153-D93E-36A4-626934EA70A2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D0E1369-B664-5A34-37EB-F2E23636CCE2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16A07B-D1C1-CCF8-D7C5-0E48127EB26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5C46304-707F-3EF8-C7C9-2F0B0A921B4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2289667" y="999911"/>
            <a:ext cx="9903831" cy="101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 smtClean="0">
                <a:solidFill>
                  <a:schemeClr val="tx1"/>
                </a:solidFill>
              </a:rPr>
              <a:t>Document Loaders</a:t>
            </a:r>
            <a:r>
              <a:rPr lang="en-US" sz="4600" b="1" dirty="0">
                <a:solidFill>
                  <a:schemeClr val="tx1"/>
                </a:solidFill>
              </a:rPr>
              <a:t> </a:t>
            </a:r>
            <a:endParaRPr sz="4600" b="1" dirty="0">
              <a:solidFill>
                <a:schemeClr val="tx1"/>
              </a:solidFill>
            </a:endParaRPr>
          </a:p>
        </p:txBody>
      </p:sp>
      <p:sp>
        <p:nvSpPr>
          <p:cNvPr id="16" name="Google Shape;144;p1">
            <a:extLst>
              <a:ext uri="{FF2B5EF4-FFF2-40B4-BE49-F238E27FC236}">
                <a16:creationId xmlns:a16="http://schemas.microsoft.com/office/drawing/2014/main" xmlns="" id="{BBED11E4-2954-95E1-DDA9-5E0CD86221C7}"/>
              </a:ext>
            </a:extLst>
          </p:cNvPr>
          <p:cNvSpPr txBox="1">
            <a:spLocks noGrp="1"/>
          </p:cNvSpPr>
          <p:nvPr/>
        </p:nvSpPr>
        <p:spPr>
          <a:xfrm>
            <a:off x="2427515" y="2380180"/>
            <a:ext cx="7718487" cy="2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Document Loader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SemiLight" pitchFamily="34" charset="0"/>
              </a:rPr>
              <a:t>TextLoader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Bahnschrift SemiLight" pitchFamily="34" charset="0"/>
              </a:rPr>
              <a:t>PyPDFLoader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" pitchFamily="34" charset="0"/>
              </a:rPr>
              <a:t>DirectoryLoader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" pitchFamily="34" charset="0"/>
              </a:rPr>
              <a:t>Lazy_Loader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" pitchFamily="34" charset="0"/>
              </a:rPr>
              <a:t>WebBaseloader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" pitchFamily="34" charset="0"/>
              </a:rPr>
              <a:t>CSVLoader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sz="2000" dirty="0">
              <a:latin typeface="Bahnschrift SemiLigh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D2D9B059-AD2D-F678-3DA7-C8E03693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035956-D152-CBA4-26F1-D6ED7ADD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2" name="Rectangle 1"/>
          <p:cNvSpPr/>
          <p:nvPr/>
        </p:nvSpPr>
        <p:spPr>
          <a:xfrm>
            <a:off x="2427515" y="4915928"/>
            <a:ext cx="4068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CC99"/>
                </a:solidFill>
              </a:rPr>
              <a:t>langchain_community.document_loaders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36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xmlns="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93435" y="1"/>
            <a:ext cx="9782801" cy="928993"/>
            <a:chOff x="1593435" y="1"/>
            <a:chExt cx="9782801" cy="928993"/>
          </a:xfrm>
        </p:grpSpPr>
        <p:sp>
          <p:nvSpPr>
            <p:cNvPr id="35" name="Title 1">
              <a:extLst>
                <a:ext uri="{FF2B5EF4-FFF2-40B4-BE49-F238E27FC236}">
                  <a16:creationId xmlns:a16="http://schemas.microsoft.com/office/drawing/2014/main" xmlns="" id="{8E4945F9-351B-FE06-B4C4-5E27ED97FD2B}"/>
                </a:ext>
              </a:extLst>
            </p:cNvPr>
            <p:cNvSpPr txBox="1">
              <a:spLocks/>
            </p:cNvSpPr>
            <p:nvPr/>
          </p:nvSpPr>
          <p:spPr>
            <a:xfrm>
              <a:off x="1593435" y="1"/>
              <a:ext cx="9782801" cy="9289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4000" dirty="0" smtClean="0">
                  <a:latin typeface="Bahnschrift SemiBold" pitchFamily="34" charset="0"/>
                </a:rPr>
                <a:t>Document Loaders</a:t>
              </a:r>
              <a:endParaRPr lang="en-IN" sz="4000" dirty="0">
                <a:latin typeface="Bahnschrift SemiBold" pitchFamily="34" charset="0"/>
              </a:endParaRPr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1593435" y="928994"/>
              <a:ext cx="4516420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926773" y="4415043"/>
            <a:ext cx="240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Reliability and Accuracy</a:t>
            </a: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773" y="1362075"/>
            <a:ext cx="6190460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373" y="396660"/>
            <a:ext cx="7796351" cy="3527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82373" y="4544291"/>
            <a:ext cx="497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Document loaders resides in langchain_community</a:t>
            </a:r>
            <a:endParaRPr lang="en-IN" dirty="0"/>
          </a:p>
        </p:txBody>
      </p:sp>
      <p:grpSp>
        <p:nvGrpSpPr>
          <p:cNvPr id="11" name="Group 10"/>
          <p:cNvGrpSpPr/>
          <p:nvPr/>
        </p:nvGrpSpPr>
        <p:grpSpPr>
          <a:xfrm>
            <a:off x="3953571" y="381271"/>
            <a:ext cx="2262094" cy="796365"/>
            <a:chOff x="3953571" y="381271"/>
            <a:chExt cx="2262094" cy="796365"/>
          </a:xfrm>
        </p:grpSpPr>
        <p:sp>
          <p:nvSpPr>
            <p:cNvPr id="3" name="Rectangle 2"/>
            <p:cNvSpPr/>
            <p:nvPr/>
          </p:nvSpPr>
          <p:spPr>
            <a:xfrm>
              <a:off x="3953571" y="381271"/>
              <a:ext cx="22620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langchain_community</a:t>
              </a:r>
              <a:endParaRPr lang="en-IN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4932218" y="765992"/>
              <a:ext cx="152400" cy="41164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160" y="825937"/>
            <a:ext cx="5839278" cy="3239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232" y="1670339"/>
            <a:ext cx="422910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133599" y="4588363"/>
            <a:ext cx="78555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document loader is a component in langchain that is used to load data from various sources(text,pdf,html etc) into standardized document oject </a:t>
            </a:r>
          </a:p>
          <a:p>
            <a:r>
              <a:rPr lang="en-US" dirty="0"/>
              <a:t>sp that other  compnet in langhcian can integated eaisly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18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775" y="554181"/>
            <a:ext cx="8466475" cy="3934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033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Rectangle 2"/>
          <p:cNvSpPr/>
          <p:nvPr/>
        </p:nvSpPr>
        <p:spPr>
          <a:xfrm>
            <a:off x="2064328" y="1720840"/>
            <a:ext cx="645621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66"/>
                </a:solidFill>
              </a:rPr>
              <a:t>from</a:t>
            </a:r>
            <a:r>
              <a:rPr lang="en-IN" dirty="0"/>
              <a:t> </a:t>
            </a:r>
            <a:r>
              <a:rPr lang="en-IN" dirty="0">
                <a:solidFill>
                  <a:srgbClr val="00CC99"/>
                </a:solidFill>
              </a:rPr>
              <a:t>langchain_community.document_loaders</a:t>
            </a:r>
            <a:r>
              <a:rPr lang="en-IN" dirty="0"/>
              <a:t> </a:t>
            </a:r>
            <a:r>
              <a:rPr lang="en-IN" dirty="0">
                <a:solidFill>
                  <a:srgbClr val="FF0066"/>
                </a:solidFill>
              </a:rPr>
              <a:t>import </a:t>
            </a:r>
            <a:r>
              <a:rPr lang="en-IN" dirty="0" smtClean="0">
                <a:solidFill>
                  <a:srgbClr val="00CC99"/>
                </a:solidFill>
              </a:rPr>
              <a:t>TextLoader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B0F0"/>
                </a:solidFill>
              </a:rPr>
              <a:t>loader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TextLoader</a:t>
            </a:r>
            <a:r>
              <a:rPr lang="en-IN" dirty="0"/>
              <a:t>(</a:t>
            </a:r>
            <a:r>
              <a:rPr lang="en-IN" dirty="0">
                <a:solidFill>
                  <a:srgbClr val="CC3300"/>
                </a:solidFill>
              </a:rPr>
              <a:t>"cricket.txt"</a:t>
            </a:r>
            <a:r>
              <a:rPr lang="en-IN" dirty="0"/>
              <a:t>, encoding="utf8")</a:t>
            </a:r>
          </a:p>
          <a:p>
            <a:r>
              <a:rPr lang="en-IN" dirty="0">
                <a:solidFill>
                  <a:srgbClr val="00B0F0"/>
                </a:solidFill>
              </a:rPr>
              <a:t>docs</a:t>
            </a:r>
            <a:r>
              <a:rPr lang="en-IN" dirty="0"/>
              <a:t>=</a:t>
            </a:r>
            <a:r>
              <a:rPr lang="en-IN" dirty="0">
                <a:solidFill>
                  <a:srgbClr val="00B0F0"/>
                </a:solidFill>
              </a:rPr>
              <a:t>loader</a:t>
            </a:r>
            <a:r>
              <a:rPr lang="en-IN" dirty="0"/>
              <a:t>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load()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dirty="0"/>
              <a:t>(</a:t>
            </a:r>
            <a:r>
              <a:rPr lang="en-IN" dirty="0">
                <a:solidFill>
                  <a:srgbClr val="00B0F0"/>
                </a:solidFill>
              </a:rPr>
              <a:t>docs</a:t>
            </a:r>
            <a:r>
              <a:rPr lang="en-IN" dirty="0"/>
              <a:t>[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0].</a:t>
            </a:r>
            <a:r>
              <a:rPr lang="en-IN" dirty="0">
                <a:solidFill>
                  <a:srgbClr val="00B0F0"/>
                </a:solidFill>
              </a:rPr>
              <a:t>page_content</a:t>
            </a:r>
            <a:r>
              <a:rPr lang="en-IN" dirty="0"/>
              <a:t>)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dirty="0"/>
              <a:t>(</a:t>
            </a:r>
            <a:r>
              <a:rPr lang="en-IN" dirty="0">
                <a:solidFill>
                  <a:srgbClr val="00B0F0"/>
                </a:solidFill>
              </a:rPr>
              <a:t>docs</a:t>
            </a:r>
            <a:r>
              <a:rPr lang="en-IN" dirty="0"/>
              <a:t>[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0].</a:t>
            </a:r>
            <a:r>
              <a:rPr lang="en-IN" dirty="0">
                <a:solidFill>
                  <a:srgbClr val="00B0F0"/>
                </a:solidFill>
              </a:rPr>
              <a:t>metadata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039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750603"/>
            <a:ext cx="1057275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496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2064327" y="520511"/>
            <a:ext cx="8423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langchain havae many PDFLoader.But PyPDFLoader mostly used when have mainly Textual Data</a:t>
            </a:r>
          </a:p>
          <a:p>
            <a:endParaRPr lang="en-US" dirty="0"/>
          </a:p>
          <a:p>
            <a:r>
              <a:rPr lang="en-US" dirty="0"/>
              <a:t>XXX -pyPDFloader not work perfectly with scan images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063" y="2452688"/>
            <a:ext cx="8314975" cy="318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562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4327" y="1720840"/>
            <a:ext cx="6844146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66"/>
                </a:solidFill>
              </a:rPr>
              <a:t>from</a:t>
            </a:r>
            <a:r>
              <a:rPr lang="en-IN" dirty="0"/>
              <a:t> </a:t>
            </a:r>
            <a:r>
              <a:rPr lang="en-IN" dirty="0">
                <a:solidFill>
                  <a:srgbClr val="00CC99"/>
                </a:solidFill>
              </a:rPr>
              <a:t>langchain_community.document_loaders</a:t>
            </a:r>
            <a:r>
              <a:rPr lang="en-IN" dirty="0"/>
              <a:t> </a:t>
            </a:r>
            <a:r>
              <a:rPr lang="en-IN" dirty="0">
                <a:solidFill>
                  <a:srgbClr val="FF0066"/>
                </a:solidFill>
              </a:rPr>
              <a:t>import </a:t>
            </a:r>
            <a:r>
              <a:rPr lang="en-IN" dirty="0" smtClean="0">
                <a:solidFill>
                  <a:srgbClr val="FF0066"/>
                </a:solidFill>
              </a:rPr>
              <a:t> </a:t>
            </a:r>
            <a:r>
              <a:rPr lang="en-IN" dirty="0">
                <a:solidFill>
                  <a:srgbClr val="00CC99"/>
                </a:solidFill>
              </a:rPr>
              <a:t>PyPDFLoader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B0F0"/>
                </a:solidFill>
              </a:rPr>
              <a:t>loader</a:t>
            </a:r>
            <a:r>
              <a:rPr lang="en-IN" dirty="0"/>
              <a:t>=</a:t>
            </a:r>
            <a:r>
              <a:rPr lang="en-IN" dirty="0">
                <a:solidFill>
                  <a:srgbClr val="00CC99"/>
                </a:solidFill>
              </a:rPr>
              <a:t>TextLoader</a:t>
            </a:r>
            <a:r>
              <a:rPr lang="en-IN" dirty="0" smtClean="0"/>
              <a:t>(</a:t>
            </a:r>
            <a:r>
              <a:rPr lang="en-IN" dirty="0" smtClean="0">
                <a:solidFill>
                  <a:srgbClr val="CC3300"/>
                </a:solidFill>
              </a:rPr>
              <a:t>"dl-curriculum.pdf”</a:t>
            </a:r>
            <a:r>
              <a:rPr lang="en-IN" dirty="0" smtClean="0"/>
              <a:t>)</a:t>
            </a:r>
            <a:endParaRPr lang="en-IN" dirty="0"/>
          </a:p>
          <a:p>
            <a:r>
              <a:rPr lang="en-IN" dirty="0">
                <a:solidFill>
                  <a:srgbClr val="00B0F0"/>
                </a:solidFill>
              </a:rPr>
              <a:t>docs</a:t>
            </a:r>
            <a:r>
              <a:rPr lang="en-IN" dirty="0"/>
              <a:t>=</a:t>
            </a:r>
            <a:r>
              <a:rPr lang="en-IN" dirty="0">
                <a:solidFill>
                  <a:srgbClr val="00B0F0"/>
                </a:solidFill>
              </a:rPr>
              <a:t>loader</a:t>
            </a:r>
            <a:r>
              <a:rPr lang="en-IN" dirty="0"/>
              <a:t>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load()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dirty="0"/>
              <a:t>(</a:t>
            </a:r>
            <a:r>
              <a:rPr lang="en-IN" dirty="0">
                <a:solidFill>
                  <a:srgbClr val="00B0F0"/>
                </a:solidFill>
              </a:rPr>
              <a:t>docs</a:t>
            </a:r>
            <a:r>
              <a:rPr lang="en-IN" dirty="0"/>
              <a:t>[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0].</a:t>
            </a:r>
            <a:r>
              <a:rPr lang="en-IN" dirty="0">
                <a:solidFill>
                  <a:srgbClr val="00B0F0"/>
                </a:solidFill>
              </a:rPr>
              <a:t>page_content</a:t>
            </a:r>
            <a:r>
              <a:rPr lang="en-IN" dirty="0"/>
              <a:t>)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dirty="0"/>
              <a:t>(</a:t>
            </a:r>
            <a:r>
              <a:rPr lang="en-IN" dirty="0">
                <a:solidFill>
                  <a:srgbClr val="00B0F0"/>
                </a:solidFill>
              </a:rPr>
              <a:t>docs</a:t>
            </a:r>
            <a:r>
              <a:rPr lang="en-IN" dirty="0"/>
              <a:t>[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0].</a:t>
            </a:r>
            <a:r>
              <a:rPr lang="en-IN" dirty="0">
                <a:solidFill>
                  <a:srgbClr val="00B0F0"/>
                </a:solidFill>
              </a:rPr>
              <a:t>metadata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976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93709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17615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69424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2090738"/>
            <a:ext cx="621982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094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224511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417313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49515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32412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93033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A71D7A-4199-9593-FD85-54477FAC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51A5A6E-8DE1-A78F-3109-B3761C23467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DA8959A-E255-AE1F-0F9F-C2E9C266E36C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3BC4F8-EC58-D42C-1EF3-1F4EF61CAC3A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122EB64-047D-D5A5-455B-C998BAAF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5" name="Picture 4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79550B0D-F382-8A19-8040-0525CFEE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135" y="-83878"/>
            <a:ext cx="1219200" cy="1209675"/>
          </a:xfrm>
          <a:prstGeom prst="rect">
            <a:avLst/>
          </a:prstGeom>
        </p:spPr>
      </p:pic>
      <p:pic>
        <p:nvPicPr>
          <p:cNvPr id="9" name="Picture 8" descr="A group of people sitting at desks in a classroom with computers&#10;&#10;Description automatically generated">
            <a:extLst>
              <a:ext uri="{FF2B5EF4-FFF2-40B4-BE49-F238E27FC236}">
                <a16:creationId xmlns:a16="http://schemas.microsoft.com/office/drawing/2014/main" xmlns="" id="{E8BDAAE7-2946-663A-E1B7-10330320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6266"/>
            <a:ext cx="4113245" cy="4105469"/>
          </a:xfrm>
          <a:prstGeom prst="rect">
            <a:avLst/>
          </a:prstGeom>
        </p:spPr>
      </p:pic>
      <p:sp>
        <p:nvSpPr>
          <p:cNvPr id="12" name="Google Shape;232;g2b25827427c_0_1215">
            <a:extLst>
              <a:ext uri="{FF2B5EF4-FFF2-40B4-BE49-F238E27FC236}">
                <a16:creationId xmlns:a16="http://schemas.microsoft.com/office/drawing/2014/main" xmlns="" id="{76539FC0-FE01-2A0D-C752-8C9F4AF1D331}"/>
              </a:ext>
            </a:extLst>
          </p:cNvPr>
          <p:cNvSpPr txBox="1">
            <a:spLocks noGrp="1"/>
          </p:cNvSpPr>
          <p:nvPr/>
        </p:nvSpPr>
        <p:spPr>
          <a:xfrm>
            <a:off x="1550879" y="2158440"/>
            <a:ext cx="4966047" cy="161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400" b="1" dirty="0">
                <a:solidFill>
                  <a:schemeClr val="tx1"/>
                </a:solidFill>
              </a:rPr>
              <a:t>Q &amp; 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727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20870</TotalTime>
  <Words>341</Words>
  <Application>Microsoft Office PowerPoint</Application>
  <PresentationFormat>Custom</PresentationFormat>
  <Paragraphs>110</Paragraphs>
  <Slides>21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973</cp:revision>
  <dcterms:created xsi:type="dcterms:W3CDTF">2024-01-26T15:11:46Z</dcterms:created>
  <dcterms:modified xsi:type="dcterms:W3CDTF">2025-05-26T05:48:50Z</dcterms:modified>
</cp:coreProperties>
</file>